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02" y="-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59776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5520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348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10248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44660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18010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38320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3272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1424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9091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65129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65892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83348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5527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0816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5554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901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28601"/>
            <a:ext cx="7772400" cy="838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Nudi Akshar-01" pitchFamily="2" charset="0"/>
              </a:rPr>
              <a:t>¸ÉÃªÁ µÀgÀvÀÄÛUÀ¼ÀÄ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00200"/>
            <a:ext cx="8915400" cy="48006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  <a:latin typeface="Nudi Akshar-01" pitchFamily="2" charset="0"/>
              </a:rPr>
              <a:t>1. 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¤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AiÀÄªÀÄ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 14 : 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PÉÃAzÀæ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¸ÁÜ£À :- ¸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ÀPÁðj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zÁR¯ÉUÀ¼ÀÄ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EgÀÄªÀ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¸ÀÜ¼ÀªÉ ¸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ÀPÁðj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£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ËPÀgÀ£À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PÉÃAzÀæ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¸ÁÜ£À.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          12 :  ¸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ÀPÁðj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£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ËPÀgÀ£ÀÄ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PÉÃAzÀæ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¸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ÁÜ£ÀzÀ¯Éè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ªÁ¸À ª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ÀiÁqÀ¨ÉÃPÀÄ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. ªÉÄÃ®¢üPÁjUÀ¼À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               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C£ÀÄªÀÄw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E®èzÉÃ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¸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ÀPÁðj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£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ËPÀgÀ£ÀÄ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PÉÃAzÀæ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¸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ÁÜ£ÀªÀ£ÀÄß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©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qÀ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vÀPÀÄÌzÀ®è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. </a:t>
            </a:r>
          </a:p>
          <a:p>
            <a:pPr algn="l"/>
            <a:endParaRPr lang="en-US" sz="2000" b="1" dirty="0">
              <a:solidFill>
                <a:schemeClr val="tx1"/>
              </a:solidFill>
              <a:latin typeface="Nudi Akshar-01" pitchFamily="2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         26(J) ¥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Àæw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¸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ÀPÁðj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£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ËPÀgÀ£ÀÄ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24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UÀAmÉ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£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ËPÀgÀ£ÁVgÀÄvÁÛ£É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. º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ÉZÀÄÑªÀj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     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                ª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ÉÃvÀ£À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«®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èzÉ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AiÀiÁªÀÅzÉÃ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¸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ÀPÁðj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£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ËPÀgÀ£À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¸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ÉÃªÉAiÀÄ£ÀÄß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AiÀiÁªÀ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    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               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jÃwAiÀiÁVAiÀiÁzÀgÀÄ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G¥ÀAiÉÆÃV¹PÉÆ¼Àî§º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ÀÄzÁVgÀÄvÀÛzÉ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. </a:t>
            </a:r>
          </a:p>
          <a:p>
            <a:pPr algn="l"/>
            <a:endParaRPr lang="en-US" sz="2000" b="1" dirty="0">
              <a:solidFill>
                <a:schemeClr val="tx1"/>
              </a:solidFill>
              <a:latin typeface="Nudi Akshar-01" pitchFamily="2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          21 :  ¥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Àæw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¸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ÀPÁðj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£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ËPÀgÀ£ÀÄ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PÀ£ÁðlPÀ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¸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ÀPÁj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PÀqÁØAiÀÄ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«ªÉÄUÉ ª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ÀÄvÀÄÛ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                     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                UÀÄA¥ÀÄ «ª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ÀiÁ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AiÉÆÃd£ÉUÉ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 ª</a:t>
            </a:r>
            <a:r>
              <a:rPr lang="en-US" sz="2000" b="1" dirty="0" err="1">
                <a:solidFill>
                  <a:schemeClr val="tx1"/>
                </a:solidFill>
                <a:latin typeface="Nudi Akshar-01" pitchFamily="2" charset="0"/>
              </a:rPr>
              <a:t>ÀAwUÉzÁgÀ£ÁVgÀvÀPÀÌzÀÄÝ</a:t>
            </a:r>
            <a:r>
              <a:rPr lang="en-US" sz="2000" b="1" dirty="0">
                <a:solidFill>
                  <a:schemeClr val="tx1"/>
                </a:solidFill>
                <a:latin typeface="Nudi Akshar-01" pitchFamily="2" charset="0"/>
              </a:rPr>
              <a:t>. 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520515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6589199" cy="128089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Nudi Akshar-01" pitchFamily="2" charset="0"/>
              </a:rPr>
              <a:t>¸</a:t>
            </a:r>
            <a:r>
              <a:rPr lang="en-US" sz="4000" b="1" dirty="0" err="1">
                <a:solidFill>
                  <a:srgbClr val="FF0000"/>
                </a:solidFill>
                <a:latin typeface="Nudi Akshar-01" pitchFamily="2" charset="0"/>
              </a:rPr>
              <a:t>ÉÃgÀÄªÀ</a:t>
            </a:r>
            <a:r>
              <a:rPr lang="en-US" sz="4000" b="1" dirty="0">
                <a:solidFill>
                  <a:srgbClr val="FF0000"/>
                </a:solidFill>
                <a:latin typeface="Nudi Akshar-01" pitchFamily="2" charset="0"/>
              </a:rPr>
              <a:t> PÁ®</a:t>
            </a:r>
            <a:br>
              <a:rPr lang="en-US" sz="4000" b="1" dirty="0">
                <a:solidFill>
                  <a:srgbClr val="FF0000"/>
                </a:solidFill>
                <a:latin typeface="Nudi Akshar-01" pitchFamily="2" charset="0"/>
              </a:rPr>
            </a:br>
            <a:r>
              <a:rPr lang="en-US" sz="4000" b="1" dirty="0">
                <a:solidFill>
                  <a:srgbClr val="FF0000"/>
                </a:solidFill>
                <a:latin typeface="Nudi Akshar-01" pitchFamily="2" charset="0"/>
              </a:rPr>
              <a:t>(¤</a:t>
            </a:r>
            <a:r>
              <a:rPr lang="en-US" sz="4000" b="1" dirty="0" err="1">
                <a:solidFill>
                  <a:srgbClr val="FF0000"/>
                </a:solidFill>
                <a:latin typeface="Nudi Akshar-01" pitchFamily="2" charset="0"/>
              </a:rPr>
              <a:t>AiÀÄªÀÄ</a:t>
            </a:r>
            <a:r>
              <a:rPr lang="en-US" sz="4000" b="1" dirty="0">
                <a:solidFill>
                  <a:srgbClr val="FF0000"/>
                </a:solidFill>
                <a:latin typeface="Nudi Akshar-01" pitchFamily="2" charset="0"/>
              </a:rPr>
              <a:t> : 76 </a:t>
            </a:r>
            <a:r>
              <a:rPr lang="en-US" sz="4000" b="1" dirty="0" err="1">
                <a:solidFill>
                  <a:srgbClr val="FF0000"/>
                </a:solidFill>
                <a:latin typeface="Nudi Akshar-01" pitchFamily="2" charset="0"/>
              </a:rPr>
              <a:t>jAzÀ</a:t>
            </a:r>
            <a:r>
              <a:rPr lang="en-US" sz="4000" b="1" dirty="0">
                <a:solidFill>
                  <a:srgbClr val="FF0000"/>
                </a:solidFill>
                <a:latin typeface="Nudi Akshar-01" pitchFamily="2" charset="0"/>
              </a:rPr>
              <a:t> 90 </a:t>
            </a:r>
            <a:r>
              <a:rPr lang="en-US" sz="4000" b="1" dirty="0" err="1">
                <a:solidFill>
                  <a:srgbClr val="FF0000"/>
                </a:solidFill>
                <a:latin typeface="Nudi Akshar-01" pitchFamily="2" charset="0"/>
              </a:rPr>
              <a:t>gÀªÀgÉUÉ</a:t>
            </a:r>
            <a:r>
              <a:rPr lang="en-US" sz="4000" b="1" dirty="0">
                <a:solidFill>
                  <a:srgbClr val="FF0000"/>
                </a:solidFill>
                <a:latin typeface="Nudi Akshar-01" pitchFamily="2" charset="0"/>
              </a:rPr>
              <a:t>)</a:t>
            </a:r>
            <a:r>
              <a:rPr lang="en-US" sz="7200" b="1" dirty="0">
                <a:solidFill>
                  <a:srgbClr val="FF0000"/>
                </a:solidFill>
                <a:latin typeface="Nudi Akshar-01" pitchFamily="2" charset="0"/>
              </a:rPr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 fontScale="47500" lnSpcReduction="20000"/>
          </a:bodyPr>
          <a:lstStyle/>
          <a:p>
            <a:pPr marL="609600" indent="-609600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3800" b="1" dirty="0" smtClean="0">
                <a:latin typeface="Nudi Akshar-01" pitchFamily="2" charset="0"/>
              </a:rPr>
              <a:t>¸</a:t>
            </a:r>
            <a:r>
              <a:rPr lang="en-US" sz="3800" b="1" dirty="0" err="1" smtClean="0">
                <a:latin typeface="Nudi Akshar-01" pitchFamily="2" charset="0"/>
              </a:rPr>
              <a:t>ÁªÀðd¤PÀ</a:t>
            </a:r>
            <a:r>
              <a:rPr lang="en-US" sz="3800" b="1" dirty="0" smtClean="0">
                <a:latin typeface="Nudi Akshar-01" pitchFamily="2" charset="0"/>
              </a:rPr>
              <a:t> </a:t>
            </a:r>
            <a:r>
              <a:rPr lang="en-US" sz="3800" b="1" dirty="0">
                <a:latin typeface="Nudi Akshar-01" pitchFamily="2" charset="0"/>
              </a:rPr>
              <a:t>»</a:t>
            </a:r>
            <a:r>
              <a:rPr lang="en-US" sz="3800" b="1" dirty="0" err="1">
                <a:latin typeface="Nudi Akshar-01" pitchFamily="2" charset="0"/>
              </a:rPr>
              <a:t>vÀ</a:t>
            </a:r>
            <a:r>
              <a:rPr lang="en-US" sz="3800" b="1" dirty="0">
                <a:latin typeface="Nudi Akshar-01" pitchFamily="2" charset="0"/>
              </a:rPr>
              <a:t> </a:t>
            </a:r>
            <a:r>
              <a:rPr lang="en-US" sz="3800" b="1" dirty="0" err="1">
                <a:latin typeface="Nudi Akshar-01" pitchFamily="2" charset="0"/>
              </a:rPr>
              <a:t>zÀÈ</a:t>
            </a:r>
            <a:r>
              <a:rPr lang="en-US" sz="3800" b="1" dirty="0">
                <a:latin typeface="Nudi Akshar-01" pitchFamily="2" charset="0"/>
              </a:rPr>
              <a:t>¶×¬</a:t>
            </a:r>
            <a:r>
              <a:rPr lang="en-US" sz="3800" b="1" dirty="0" err="1">
                <a:latin typeface="Nudi Akshar-01" pitchFamily="2" charset="0"/>
              </a:rPr>
              <a:t>ÄAzÀ</a:t>
            </a:r>
            <a:r>
              <a:rPr lang="en-US" sz="3800" b="1" dirty="0">
                <a:latin typeface="Nudi Akshar-01" pitchFamily="2" charset="0"/>
              </a:rPr>
              <a:t> </a:t>
            </a:r>
            <a:r>
              <a:rPr lang="en-US" sz="3800" b="1" dirty="0" err="1">
                <a:latin typeface="Nudi Akshar-01" pitchFamily="2" charset="0"/>
              </a:rPr>
              <a:t>MAzÀÄ</a:t>
            </a:r>
            <a:r>
              <a:rPr lang="en-US" sz="3800" b="1" dirty="0">
                <a:latin typeface="Nudi Akshar-01" pitchFamily="2" charset="0"/>
              </a:rPr>
              <a:t> ¸ÀÜ¼À¢AzÀ ª</a:t>
            </a:r>
            <a:r>
              <a:rPr lang="en-US" sz="3800" b="1" dirty="0" err="1">
                <a:latin typeface="Nudi Akshar-01" pitchFamily="2" charset="0"/>
              </a:rPr>
              <a:t>ÀÄvÉÆÛAzÀÄ</a:t>
            </a:r>
            <a:r>
              <a:rPr lang="en-US" sz="3800" b="1" dirty="0">
                <a:latin typeface="Nudi Akshar-01" pitchFamily="2" charset="0"/>
              </a:rPr>
              <a:t> ¸ÀÜ¼ÀPÉÌ ¸</a:t>
            </a:r>
            <a:r>
              <a:rPr lang="en-US" sz="3800" b="1" dirty="0" err="1">
                <a:latin typeface="Nudi Akshar-01" pitchFamily="2" charset="0"/>
              </a:rPr>
              <a:t>ÀPÁðj</a:t>
            </a:r>
            <a:r>
              <a:rPr lang="en-US" sz="3800" b="1" dirty="0">
                <a:latin typeface="Nudi Akshar-01" pitchFamily="2" charset="0"/>
              </a:rPr>
              <a:t> £</a:t>
            </a:r>
            <a:r>
              <a:rPr lang="en-US" sz="3800" b="1" dirty="0" err="1">
                <a:latin typeface="Nudi Akshar-01" pitchFamily="2" charset="0"/>
              </a:rPr>
              <a:t>ËPÀgÀ£ÀÄ</a:t>
            </a:r>
            <a:r>
              <a:rPr lang="en-US" sz="3800" b="1" dirty="0">
                <a:latin typeface="Nudi Akshar-01" pitchFamily="2" charset="0"/>
              </a:rPr>
              <a:t> </a:t>
            </a:r>
          </a:p>
          <a:p>
            <a:pPr marL="609600" indent="-609600">
              <a:buClr>
                <a:schemeClr val="tx1"/>
              </a:buClr>
              <a:buNone/>
            </a:pPr>
            <a:r>
              <a:rPr lang="en-US" sz="3800" b="1" dirty="0">
                <a:latin typeface="Nudi Akshar-01" pitchFamily="2" charset="0"/>
              </a:rPr>
              <a:t> </a:t>
            </a:r>
            <a:r>
              <a:rPr lang="en-US" sz="3800" b="1" dirty="0" smtClean="0">
                <a:latin typeface="Nudi Akshar-01" pitchFamily="2" charset="0"/>
              </a:rPr>
              <a:t>     ª</a:t>
            </a:r>
            <a:r>
              <a:rPr lang="en-US" sz="3800" b="1" dirty="0" err="1" smtClean="0">
                <a:latin typeface="Nudi Akshar-01" pitchFamily="2" charset="0"/>
              </a:rPr>
              <a:t>ÀUÁðªÀuÉUÉÆAqÀ°è</a:t>
            </a:r>
            <a:r>
              <a:rPr lang="en-US" sz="3800" b="1" dirty="0" smtClean="0">
                <a:latin typeface="Nudi Akshar-01" pitchFamily="2" charset="0"/>
              </a:rPr>
              <a:t> </a:t>
            </a:r>
            <a:r>
              <a:rPr lang="en-US" sz="3800" b="1" dirty="0">
                <a:latin typeface="Nudi Akshar-01" pitchFamily="2" charset="0"/>
              </a:rPr>
              <a:t>F PÉ¼ÀPÀAqÀAvÉ ‘¸</a:t>
            </a:r>
            <a:r>
              <a:rPr lang="en-US" sz="3800" b="1" dirty="0" err="1">
                <a:latin typeface="Nudi Akshar-01" pitchFamily="2" charset="0"/>
              </a:rPr>
              <a:t>ÉÃgÀÄªÀ</a:t>
            </a:r>
            <a:r>
              <a:rPr lang="en-US" sz="3800" b="1" dirty="0">
                <a:latin typeface="Nudi Akshar-01" pitchFamily="2" charset="0"/>
              </a:rPr>
              <a:t> PÁ®’ ®¨</a:t>
            </a:r>
            <a:r>
              <a:rPr lang="en-US" sz="3800" b="1" dirty="0" err="1">
                <a:latin typeface="Nudi Akshar-01" pitchFamily="2" charset="0"/>
              </a:rPr>
              <a:t>sÀå«gÀÄvÀÛzÉ</a:t>
            </a:r>
            <a:r>
              <a:rPr lang="en-US" sz="3800" b="1" dirty="0">
                <a:latin typeface="Nudi Akshar-01" pitchFamily="2" charset="0"/>
              </a:rPr>
              <a:t>. </a:t>
            </a:r>
          </a:p>
          <a:p>
            <a:pPr marL="609600" indent="-609600">
              <a:buClr>
                <a:schemeClr val="tx1"/>
              </a:buClr>
              <a:buFont typeface="Wingdings" pitchFamily="2" charset="2"/>
              <a:buChar char="Ø"/>
            </a:pPr>
            <a:endParaRPr lang="en-US" sz="3800" b="1" dirty="0">
              <a:latin typeface="Nudi Akshar-01" pitchFamily="2" charset="0"/>
            </a:endParaRPr>
          </a:p>
          <a:p>
            <a:pPr marL="609600" indent="-609600">
              <a:buClr>
                <a:schemeClr val="tx1"/>
              </a:buClr>
              <a:buNone/>
            </a:pPr>
            <a:r>
              <a:rPr lang="en-US" sz="3800" b="1" dirty="0">
                <a:latin typeface="Nudi Akshar-01" pitchFamily="2" charset="0"/>
              </a:rPr>
              <a:t>	</a:t>
            </a:r>
            <a:r>
              <a:rPr lang="en-US" sz="3800" b="1" dirty="0">
                <a:latin typeface="+mj-lt"/>
              </a:rPr>
              <a:t>i</a:t>
            </a:r>
            <a:r>
              <a:rPr lang="en-US" sz="3800" b="1" dirty="0">
                <a:latin typeface="Nudi Akshar-01" pitchFamily="2" charset="0"/>
              </a:rPr>
              <a:t>. 1000 Q.«ÄÃ. ª</a:t>
            </a:r>
            <a:r>
              <a:rPr lang="en-US" sz="3800" b="1" dirty="0" err="1">
                <a:latin typeface="Nudi Akshar-01" pitchFamily="2" charset="0"/>
              </a:rPr>
              <a:t>ÀgÉUÉ</a:t>
            </a:r>
            <a:r>
              <a:rPr lang="en-US" sz="3800" b="1" dirty="0">
                <a:latin typeface="Nudi Akshar-01" pitchFamily="2" charset="0"/>
              </a:rPr>
              <a:t>      			10 ¢£À ¸</a:t>
            </a:r>
            <a:r>
              <a:rPr lang="en-US" sz="3800" b="1" dirty="0" err="1">
                <a:latin typeface="Nudi Akshar-01" pitchFamily="2" charset="0"/>
              </a:rPr>
              <a:t>ÉÃgÀÄªÀ</a:t>
            </a:r>
            <a:r>
              <a:rPr lang="en-US" sz="3800" b="1" dirty="0">
                <a:latin typeface="Nudi Akshar-01" pitchFamily="2" charset="0"/>
              </a:rPr>
              <a:t> PÁ® </a:t>
            </a:r>
          </a:p>
          <a:p>
            <a:pPr marL="609600" indent="-609600">
              <a:buClr>
                <a:schemeClr val="tx1"/>
              </a:buClr>
              <a:buNone/>
            </a:pPr>
            <a:r>
              <a:rPr lang="en-US" sz="3800" b="1" dirty="0">
                <a:latin typeface="Nudi Akshar-01" pitchFamily="2" charset="0"/>
              </a:rPr>
              <a:t>	</a:t>
            </a:r>
            <a:r>
              <a:rPr lang="en-US" sz="3800" b="1" dirty="0">
                <a:latin typeface="+mj-lt"/>
              </a:rPr>
              <a:t>ii.</a:t>
            </a:r>
            <a:r>
              <a:rPr lang="en-US" sz="3800" b="1" dirty="0">
                <a:latin typeface="Nudi Akshar-01" pitchFamily="2" charset="0"/>
              </a:rPr>
              <a:t> 1000 Q.«ÄÃ. ¤</a:t>
            </a:r>
            <a:r>
              <a:rPr lang="en-US" sz="3800" b="1" dirty="0" err="1">
                <a:latin typeface="Nudi Akshar-01" pitchFamily="2" charset="0"/>
              </a:rPr>
              <a:t>AzÀ</a:t>
            </a:r>
            <a:r>
              <a:rPr lang="en-US" sz="3800" b="1" dirty="0">
                <a:latin typeface="Nudi Akshar-01" pitchFamily="2" charset="0"/>
              </a:rPr>
              <a:t> 2000 Q«ÄÃ.    		12 ¢£À ¸</a:t>
            </a:r>
            <a:r>
              <a:rPr lang="en-US" sz="3800" b="1" dirty="0" err="1">
                <a:latin typeface="Nudi Akshar-01" pitchFamily="2" charset="0"/>
              </a:rPr>
              <a:t>ÉÃgÀÄªÀ</a:t>
            </a:r>
            <a:r>
              <a:rPr lang="en-US" sz="3800" b="1" dirty="0">
                <a:latin typeface="Nudi Akshar-01" pitchFamily="2" charset="0"/>
              </a:rPr>
              <a:t> PÁ® </a:t>
            </a:r>
          </a:p>
          <a:p>
            <a:pPr marL="609600" indent="-609600">
              <a:buClr>
                <a:schemeClr val="tx1"/>
              </a:buClr>
              <a:buNone/>
            </a:pPr>
            <a:r>
              <a:rPr lang="en-US" sz="3800" b="1" dirty="0">
                <a:latin typeface="Nudi Akshar-01" pitchFamily="2" charset="0"/>
              </a:rPr>
              <a:t>	</a:t>
            </a:r>
            <a:r>
              <a:rPr lang="en-US" sz="3800" b="1" dirty="0">
                <a:latin typeface="+mj-lt"/>
              </a:rPr>
              <a:t>iii.</a:t>
            </a:r>
            <a:r>
              <a:rPr lang="en-US" sz="3800" b="1" dirty="0">
                <a:latin typeface="Nudi Akshar-01" pitchFamily="2" charset="0"/>
              </a:rPr>
              <a:t> 2001 Q.«ÄÃ. ª</a:t>
            </a:r>
            <a:r>
              <a:rPr lang="en-US" sz="3800" b="1" dirty="0" err="1">
                <a:latin typeface="Nudi Akshar-01" pitchFamily="2" charset="0"/>
              </a:rPr>
              <a:t>ÉÄÃ®àlÄÖ</a:t>
            </a:r>
            <a:r>
              <a:rPr lang="en-US" sz="3800" b="1" dirty="0">
                <a:latin typeface="Nudi Akshar-01" pitchFamily="2" charset="0"/>
              </a:rPr>
              <a:t>     		</a:t>
            </a:r>
            <a:r>
              <a:rPr lang="en-US" sz="3800" b="1" dirty="0" smtClean="0">
                <a:latin typeface="Nudi Akshar-01" pitchFamily="2" charset="0"/>
              </a:rPr>
              <a:t>         15 </a:t>
            </a:r>
            <a:r>
              <a:rPr lang="en-US" sz="3800" b="1" dirty="0">
                <a:latin typeface="Nudi Akshar-01" pitchFamily="2" charset="0"/>
              </a:rPr>
              <a:t>¢£À ¸</a:t>
            </a:r>
            <a:r>
              <a:rPr lang="en-US" sz="3800" b="1" dirty="0" err="1">
                <a:latin typeface="Nudi Akshar-01" pitchFamily="2" charset="0"/>
              </a:rPr>
              <a:t>ÉÃgÀÄªÀ</a:t>
            </a:r>
            <a:r>
              <a:rPr lang="en-US" sz="3800" b="1" dirty="0">
                <a:latin typeface="Nudi Akshar-01" pitchFamily="2" charset="0"/>
              </a:rPr>
              <a:t> PÁ®</a:t>
            </a:r>
          </a:p>
          <a:p>
            <a:pPr marL="609600" indent="-609600">
              <a:buClr>
                <a:schemeClr val="tx1"/>
              </a:buClr>
              <a:buFont typeface="Wingdings" pitchFamily="2" charset="2"/>
              <a:buChar char="Ø"/>
            </a:pPr>
            <a:endParaRPr lang="en-US" sz="3800" b="1" dirty="0">
              <a:latin typeface="Nudi Akshar-01" pitchFamily="2" charset="0"/>
            </a:endParaRPr>
          </a:p>
          <a:p>
            <a:pPr marL="609600" indent="-609600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3800" b="1" dirty="0" smtClean="0">
                <a:latin typeface="Nudi Akshar-01" pitchFamily="2" charset="0"/>
              </a:rPr>
              <a:t>¸</a:t>
            </a:r>
            <a:r>
              <a:rPr lang="en-US" sz="3800" b="1" dirty="0" err="1">
                <a:latin typeface="Nudi Akshar-01" pitchFamily="2" charset="0"/>
              </a:rPr>
              <a:t>ÀéAvÀ</a:t>
            </a:r>
            <a:r>
              <a:rPr lang="en-US" sz="3800" b="1" dirty="0">
                <a:latin typeface="Nudi Akshar-01" pitchFamily="2" charset="0"/>
              </a:rPr>
              <a:t> </a:t>
            </a:r>
            <a:r>
              <a:rPr lang="en-US" sz="3800" b="1" dirty="0" err="1">
                <a:latin typeface="Nudi Akshar-01" pitchFamily="2" charset="0"/>
              </a:rPr>
              <a:t>PÉÆÃjPÉ</a:t>
            </a:r>
            <a:r>
              <a:rPr lang="en-US" sz="3800" b="1" dirty="0">
                <a:latin typeface="Nudi Akshar-01" pitchFamily="2" charset="0"/>
              </a:rPr>
              <a:t> ªÉÄÃ¯É ª</a:t>
            </a:r>
            <a:r>
              <a:rPr lang="en-US" sz="3800" b="1" dirty="0" err="1">
                <a:latin typeface="Nudi Akshar-01" pitchFamily="2" charset="0"/>
              </a:rPr>
              <a:t>ÀUÁðªÀuÉUÉÆAqÁUÀ</a:t>
            </a:r>
            <a:r>
              <a:rPr lang="en-US" sz="3800" b="1" dirty="0">
                <a:latin typeface="Nudi Akshar-01" pitchFamily="2" charset="0"/>
              </a:rPr>
              <a:t> ‘¸</a:t>
            </a:r>
            <a:r>
              <a:rPr lang="en-US" sz="3800" b="1" dirty="0" err="1">
                <a:latin typeface="Nudi Akshar-01" pitchFamily="2" charset="0"/>
              </a:rPr>
              <a:t>ÉÃgÀÄªÀ</a:t>
            </a:r>
            <a:r>
              <a:rPr lang="en-US" sz="3800" b="1" dirty="0">
                <a:latin typeface="Nudi Akshar-01" pitchFamily="2" charset="0"/>
              </a:rPr>
              <a:t> PÁ®’ ®¨</a:t>
            </a:r>
            <a:r>
              <a:rPr lang="en-US" sz="3800" b="1" dirty="0" err="1">
                <a:latin typeface="Nudi Akshar-01" pitchFamily="2" charset="0"/>
              </a:rPr>
              <a:t>sÀå«gÀÄªÀÅ</a:t>
            </a:r>
            <a:r>
              <a:rPr lang="en-US" sz="3800" b="1" dirty="0">
                <a:latin typeface="Nudi Akshar-01" pitchFamily="2" charset="0"/>
              </a:rPr>
              <a:t>¢®è  - </a:t>
            </a:r>
            <a:r>
              <a:rPr lang="en-US" sz="3800" b="1" dirty="0" err="1">
                <a:latin typeface="Nudi Akshar-01" pitchFamily="2" charset="0"/>
              </a:rPr>
              <a:t>DzÀgÉ</a:t>
            </a:r>
            <a:r>
              <a:rPr lang="en-US" sz="3800" b="1" dirty="0">
                <a:latin typeface="Nudi Akshar-01" pitchFamily="2" charset="0"/>
              </a:rPr>
              <a:t> ®¨</a:t>
            </a:r>
            <a:r>
              <a:rPr lang="en-US" sz="3800" b="1" dirty="0" err="1" smtClean="0">
                <a:latin typeface="Nudi Akshar-01" pitchFamily="2" charset="0"/>
              </a:rPr>
              <a:t>sÀå«gÀÄªÀ</a:t>
            </a:r>
            <a:r>
              <a:rPr lang="en-US" sz="3800" b="1" dirty="0" smtClean="0">
                <a:latin typeface="Nudi Akshar-01" pitchFamily="2" charset="0"/>
              </a:rPr>
              <a:t> </a:t>
            </a:r>
            <a:r>
              <a:rPr lang="en-US" sz="3800" b="1" dirty="0" err="1" smtClean="0">
                <a:latin typeface="Nudi Akshar-01" pitchFamily="2" charset="0"/>
              </a:rPr>
              <a:t>gÀeÉAiÀÄ£ÀÄß</a:t>
            </a:r>
            <a:r>
              <a:rPr lang="en-US" sz="3800" b="1" dirty="0" smtClean="0">
                <a:latin typeface="Nudi Akshar-01" pitchFamily="2" charset="0"/>
              </a:rPr>
              <a:t> </a:t>
            </a:r>
            <a:r>
              <a:rPr lang="en-US" sz="3800" b="1" dirty="0">
                <a:latin typeface="Nudi Akshar-01" pitchFamily="2" charset="0"/>
              </a:rPr>
              <a:t>ªÉÄÃ°£À «ÄwUÉÆ¼À¥ÀlÖ G¥ÀAiÉÆÃV¹PÉÆ¼Àî§º</a:t>
            </a:r>
            <a:r>
              <a:rPr lang="en-US" sz="3800" b="1" dirty="0" err="1">
                <a:latin typeface="Nudi Akshar-01" pitchFamily="2" charset="0"/>
              </a:rPr>
              <a:t>ÀÄzÀÄ</a:t>
            </a:r>
            <a:r>
              <a:rPr lang="en-US" sz="3800" b="1" dirty="0">
                <a:latin typeface="Nudi Akshar-01" pitchFamily="2" charset="0"/>
              </a:rPr>
              <a:t>. </a:t>
            </a:r>
          </a:p>
          <a:p>
            <a:pPr marL="609600" indent="-609600">
              <a:buClr>
                <a:schemeClr val="tx1"/>
              </a:buClr>
              <a:buFont typeface="Wingdings" pitchFamily="2" charset="2"/>
              <a:buChar char="Ø"/>
            </a:pPr>
            <a:endParaRPr lang="en-US" sz="3800" b="1" dirty="0">
              <a:latin typeface="Nudi Akshar-01" pitchFamily="2" charset="0"/>
            </a:endParaRPr>
          </a:p>
          <a:p>
            <a:pPr marL="609600" indent="-609600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3800" b="1" dirty="0" smtClean="0">
                <a:latin typeface="Nudi Akshar-01" pitchFamily="2" charset="0"/>
              </a:rPr>
              <a:t>‘</a:t>
            </a:r>
            <a:r>
              <a:rPr lang="en-US" sz="3800" b="1" dirty="0" err="1">
                <a:latin typeface="Nudi Akshar-01" pitchFamily="2" charset="0"/>
              </a:rPr>
              <a:t>CzÉÃ</a:t>
            </a:r>
            <a:r>
              <a:rPr lang="en-US" sz="3800" b="1" dirty="0">
                <a:latin typeface="Nudi Akshar-01" pitchFamily="2" charset="0"/>
              </a:rPr>
              <a:t> </a:t>
            </a:r>
            <a:r>
              <a:rPr lang="en-US" sz="3800" b="1" dirty="0" err="1">
                <a:latin typeface="Nudi Akshar-01" pitchFamily="2" charset="0"/>
              </a:rPr>
              <a:t>Hj£À°è</a:t>
            </a:r>
            <a:r>
              <a:rPr lang="en-US" sz="3800" b="1" dirty="0">
                <a:latin typeface="Nudi Akshar-01" pitchFamily="2" charset="0"/>
              </a:rPr>
              <a:t>’ ª</a:t>
            </a:r>
            <a:r>
              <a:rPr lang="en-US" sz="3800" b="1" dirty="0" err="1">
                <a:latin typeface="Nudi Akshar-01" pitchFamily="2" charset="0"/>
              </a:rPr>
              <a:t>ÀÄvÉÆÛAzÀÄ</a:t>
            </a:r>
            <a:r>
              <a:rPr lang="en-US" sz="3800" b="1" dirty="0">
                <a:latin typeface="Nudi Akshar-01" pitchFamily="2" charset="0"/>
              </a:rPr>
              <a:t> </a:t>
            </a:r>
            <a:r>
              <a:rPr lang="en-US" sz="3800" b="1" dirty="0" err="1">
                <a:latin typeface="Nudi Akshar-01" pitchFamily="2" charset="0"/>
              </a:rPr>
              <a:t>PÀZÉÃjUÉ</a:t>
            </a:r>
            <a:r>
              <a:rPr lang="en-US" sz="3800" b="1" dirty="0">
                <a:latin typeface="Nudi Akshar-01" pitchFamily="2" charset="0"/>
              </a:rPr>
              <a:t> ª</a:t>
            </a:r>
            <a:r>
              <a:rPr lang="en-US" sz="3800" b="1" dirty="0" err="1">
                <a:latin typeface="Nudi Akshar-01" pitchFamily="2" charset="0"/>
              </a:rPr>
              <a:t>ÀUÁðªÀuÉUÉÆAqÁUÀ</a:t>
            </a:r>
            <a:r>
              <a:rPr lang="en-US" sz="3800" b="1" dirty="0">
                <a:latin typeface="Nudi Akshar-01" pitchFamily="2" charset="0"/>
              </a:rPr>
              <a:t> ¸</a:t>
            </a:r>
            <a:r>
              <a:rPr lang="en-US" sz="3800" b="1" dirty="0" err="1">
                <a:latin typeface="Nudi Akshar-01" pitchFamily="2" charset="0"/>
              </a:rPr>
              <a:t>ÉÃgÀÄªÀ</a:t>
            </a:r>
            <a:r>
              <a:rPr lang="en-US" sz="3800" b="1" dirty="0">
                <a:latin typeface="Nudi Akshar-01" pitchFamily="2" charset="0"/>
              </a:rPr>
              <a:t> PÁ® ®¨</a:t>
            </a:r>
            <a:r>
              <a:rPr lang="en-US" sz="3800" b="1" dirty="0" err="1">
                <a:latin typeface="Nudi Akshar-01" pitchFamily="2" charset="0"/>
              </a:rPr>
              <a:t>sÀå«gÀÄªÀÅ</a:t>
            </a:r>
            <a:r>
              <a:rPr lang="en-US" sz="3800" b="1" dirty="0">
                <a:latin typeface="Nudi Akshar-01" pitchFamily="2" charset="0"/>
              </a:rPr>
              <a:t>¢®è. </a:t>
            </a:r>
          </a:p>
          <a:p>
            <a:pPr marL="609600" indent="-609600">
              <a:buClr>
                <a:schemeClr val="tx1"/>
              </a:buClr>
              <a:buFont typeface="Wingdings" pitchFamily="2" charset="2"/>
              <a:buChar char="Ø"/>
            </a:pPr>
            <a:endParaRPr lang="en-US" sz="3800" b="1" dirty="0">
              <a:latin typeface="Nudi Akshar-01" pitchFamily="2" charset="0"/>
            </a:endParaRPr>
          </a:p>
          <a:p>
            <a:pPr marL="609600" indent="-609600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3800" b="1" dirty="0" smtClean="0">
                <a:latin typeface="Nudi Akshar-01" pitchFamily="2" charset="0"/>
              </a:rPr>
              <a:t>G¥ÀAiÉÆÃV¹PÉÆ¼ÀîzÉÃ </a:t>
            </a:r>
            <a:r>
              <a:rPr lang="en-US" sz="3800" b="1" dirty="0" err="1">
                <a:latin typeface="Nudi Akshar-01" pitchFamily="2" charset="0"/>
              </a:rPr>
              <a:t>EgÀÄªÀ</a:t>
            </a:r>
            <a:r>
              <a:rPr lang="en-US" sz="3800" b="1" dirty="0">
                <a:latin typeface="Nudi Akshar-01" pitchFamily="2" charset="0"/>
              </a:rPr>
              <a:t> ‘¸</a:t>
            </a:r>
            <a:r>
              <a:rPr lang="en-US" sz="3800" b="1" dirty="0" err="1">
                <a:latin typeface="Nudi Akshar-01" pitchFamily="2" charset="0"/>
              </a:rPr>
              <a:t>ÉÃgÀÄªÀ</a:t>
            </a:r>
            <a:r>
              <a:rPr lang="en-US" sz="3800" b="1" dirty="0">
                <a:latin typeface="Nudi Akshar-01" pitchFamily="2" charset="0"/>
              </a:rPr>
              <a:t> PÁ®ª</a:t>
            </a:r>
            <a:r>
              <a:rPr lang="en-US" sz="3800" b="1" dirty="0" err="1">
                <a:latin typeface="Nudi Akshar-01" pitchFamily="2" charset="0"/>
              </a:rPr>
              <a:t>À£ÀÄß</a:t>
            </a:r>
            <a:r>
              <a:rPr lang="en-US" sz="3800" b="1" dirty="0">
                <a:latin typeface="Nudi Akshar-01" pitchFamily="2" charset="0"/>
              </a:rPr>
              <a:t>’ ¸</a:t>
            </a:r>
            <a:r>
              <a:rPr lang="en-US" sz="3800" b="1" dirty="0" err="1">
                <a:latin typeface="Nudi Akshar-01" pitchFamily="2" charset="0"/>
              </a:rPr>
              <a:t>ÀPÁðj</a:t>
            </a:r>
            <a:r>
              <a:rPr lang="en-US" sz="3800" b="1" dirty="0">
                <a:latin typeface="Nudi Akshar-01" pitchFamily="2" charset="0"/>
              </a:rPr>
              <a:t> £</a:t>
            </a:r>
            <a:r>
              <a:rPr lang="en-US" sz="3800" b="1" dirty="0" err="1">
                <a:latin typeface="Nudi Akshar-01" pitchFamily="2" charset="0"/>
              </a:rPr>
              <a:t>ËPÀgÀ£À</a:t>
            </a:r>
            <a:r>
              <a:rPr lang="en-US" sz="3800" b="1" dirty="0">
                <a:latin typeface="Nudi Akshar-01" pitchFamily="2" charset="0"/>
              </a:rPr>
              <a:t> UÀ½PÉ </a:t>
            </a:r>
            <a:r>
              <a:rPr lang="en-US" sz="3800" b="1" dirty="0" err="1">
                <a:latin typeface="Nudi Akshar-01" pitchFamily="2" charset="0"/>
              </a:rPr>
              <a:t>gÀeÉUÉ</a:t>
            </a:r>
            <a:r>
              <a:rPr lang="en-US" sz="3800" b="1" dirty="0">
                <a:latin typeface="Nudi Akshar-01" pitchFamily="2" charset="0"/>
              </a:rPr>
              <a:t> </a:t>
            </a:r>
            <a:r>
              <a:rPr lang="en-US" sz="3800" b="1" dirty="0" err="1">
                <a:latin typeface="Nudi Akshar-01" pitchFamily="2" charset="0"/>
              </a:rPr>
              <a:t>dªÀiÁ</a:t>
            </a:r>
            <a:r>
              <a:rPr lang="en-US" sz="3800" b="1" dirty="0">
                <a:latin typeface="Nudi Akshar-01" pitchFamily="2" charset="0"/>
              </a:rPr>
              <a:t> ª</a:t>
            </a:r>
            <a:r>
              <a:rPr lang="en-US" sz="3800" b="1" dirty="0" err="1">
                <a:latin typeface="Nudi Akshar-01" pitchFamily="2" charset="0"/>
              </a:rPr>
              <a:t>ÀiÁqÀ¯ÁUÀÄªÀÅzÀÄ</a:t>
            </a:r>
            <a:r>
              <a:rPr lang="en-US" sz="3800" b="1" dirty="0">
                <a:latin typeface="Nudi Akshar-01" pitchFamily="2" charset="0"/>
              </a:rPr>
              <a:t>. </a:t>
            </a:r>
          </a:p>
          <a:p>
            <a:pPr marL="609600" indent="-609600">
              <a:buClr>
                <a:schemeClr val="tx1"/>
              </a:buClr>
              <a:buFont typeface="Wingdings" pitchFamily="2" charset="2"/>
              <a:buChar char="Ø"/>
            </a:pPr>
            <a:endParaRPr lang="en-US" b="1" dirty="0">
              <a:latin typeface="Nudi Akshar-01" pitchFamily="2" charset="0"/>
            </a:endParaRP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7065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751344"/>
            <a:ext cx="7924800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>
              <a:buFont typeface="Wingdings" pitchFamily="2" charset="2"/>
              <a:buChar char="Ø"/>
            </a:pPr>
            <a:r>
              <a:rPr lang="en-US" sz="2400" b="1" dirty="0" err="1" smtClean="0">
                <a:latin typeface="Nudi Akshar-01" pitchFamily="2" charset="0"/>
              </a:rPr>
              <a:t>vÀgÀ¨ÉÃwUÉ</a:t>
            </a:r>
            <a:r>
              <a:rPr lang="en-US" sz="2400" b="1" dirty="0" smtClean="0">
                <a:latin typeface="Nudi Akshar-01" pitchFamily="2" charset="0"/>
              </a:rPr>
              <a:t> </a:t>
            </a:r>
            <a:r>
              <a:rPr lang="en-US" sz="2400" b="1" dirty="0">
                <a:latin typeface="Nudi Akshar-01" pitchFamily="2" charset="0"/>
              </a:rPr>
              <a:t>/ </a:t>
            </a:r>
            <a:r>
              <a:rPr lang="en-US" sz="2400" b="1" dirty="0" err="1">
                <a:latin typeface="Nudi Akshar-01" pitchFamily="2" charset="0"/>
              </a:rPr>
              <a:t>C£Àå</a:t>
            </a:r>
            <a:r>
              <a:rPr lang="en-US" sz="2400" b="1" dirty="0">
                <a:latin typeface="Nudi Akshar-01" pitchFamily="2" charset="0"/>
              </a:rPr>
              <a:t> </a:t>
            </a:r>
            <a:r>
              <a:rPr lang="en-US" sz="2400" b="1" dirty="0" err="1">
                <a:latin typeface="Nudi Akshar-01" pitchFamily="2" charset="0"/>
              </a:rPr>
              <a:t>PÁAiÀÄð</a:t>
            </a:r>
            <a:r>
              <a:rPr lang="en-US" sz="2400" b="1" dirty="0">
                <a:latin typeface="Nudi Akshar-01" pitchFamily="2" charset="0"/>
              </a:rPr>
              <a:t> ¤«</a:t>
            </a:r>
            <a:r>
              <a:rPr lang="en-US" sz="2400" b="1" dirty="0" err="1">
                <a:latin typeface="Nudi Akshar-01" pitchFamily="2" charset="0"/>
              </a:rPr>
              <a:t>ÄvÀÛ</a:t>
            </a:r>
            <a:r>
              <a:rPr lang="en-US" sz="2400" b="1" dirty="0">
                <a:latin typeface="Nudi Akshar-01" pitchFamily="2" charset="0"/>
              </a:rPr>
              <a:t> ¤</a:t>
            </a:r>
            <a:r>
              <a:rPr lang="en-US" sz="2400" b="1" dirty="0" err="1">
                <a:latin typeface="Nudi Akshar-01" pitchFamily="2" charset="0"/>
              </a:rPr>
              <a:t>AiÉÆÃd£ÉUÉÆAqÀ°è</a:t>
            </a:r>
            <a:r>
              <a:rPr lang="en-US" sz="2400" b="1" dirty="0">
                <a:latin typeface="Nudi Akshar-01" pitchFamily="2" charset="0"/>
              </a:rPr>
              <a:t> ‘¸</a:t>
            </a:r>
            <a:r>
              <a:rPr lang="en-US" sz="2400" b="1" dirty="0" err="1">
                <a:latin typeface="Nudi Akshar-01" pitchFamily="2" charset="0"/>
              </a:rPr>
              <a:t>ÉÃgÀÄªÀ</a:t>
            </a:r>
            <a:r>
              <a:rPr lang="en-US" sz="2400" b="1" dirty="0">
                <a:latin typeface="Nudi Akshar-01" pitchFamily="2" charset="0"/>
              </a:rPr>
              <a:t> PÁ®’ ®¨</a:t>
            </a:r>
            <a:r>
              <a:rPr lang="en-US" sz="2400" b="1" dirty="0" err="1">
                <a:latin typeface="Nudi Akshar-01" pitchFamily="2" charset="0"/>
              </a:rPr>
              <a:t>sÀå«gÀÄªÀÅ</a:t>
            </a:r>
            <a:r>
              <a:rPr lang="en-US" sz="2400" b="1" dirty="0">
                <a:latin typeface="Nudi Akshar-01" pitchFamily="2" charset="0"/>
              </a:rPr>
              <a:t>¢®è. </a:t>
            </a:r>
          </a:p>
          <a:p>
            <a:pPr marL="609600" indent="-609600">
              <a:buFont typeface="Wingdings" pitchFamily="2" charset="2"/>
              <a:buChar char="Ø"/>
            </a:pPr>
            <a:endParaRPr lang="en-US" sz="2400" b="1" dirty="0">
              <a:latin typeface="Nudi Akshar-01" pitchFamily="2" charset="0"/>
            </a:endParaRPr>
          </a:p>
          <a:p>
            <a:pPr marL="609600" indent="-609600">
              <a:buFont typeface="Wingdings" pitchFamily="2" charset="2"/>
              <a:buChar char="Ø"/>
            </a:pPr>
            <a:r>
              <a:rPr lang="en-US" sz="2400" b="1" dirty="0" smtClean="0">
                <a:latin typeface="Nudi Akshar-01" pitchFamily="2" charset="0"/>
              </a:rPr>
              <a:t>¸</a:t>
            </a:r>
            <a:r>
              <a:rPr lang="en-US" sz="2400" b="1" dirty="0" err="1" smtClean="0">
                <a:latin typeface="Nudi Akshar-01" pitchFamily="2" charset="0"/>
              </a:rPr>
              <a:t>ÁªÀðwæPÀ</a:t>
            </a:r>
            <a:r>
              <a:rPr lang="en-US" sz="2400" b="1" dirty="0" smtClean="0">
                <a:latin typeface="Nudi Akshar-01" pitchFamily="2" charset="0"/>
              </a:rPr>
              <a:t> </a:t>
            </a:r>
            <a:r>
              <a:rPr lang="en-US" sz="2400" b="1" dirty="0">
                <a:latin typeface="Nudi Akshar-01" pitchFamily="2" charset="0"/>
              </a:rPr>
              <a:t>gÀeÉUÀ¼À£ÀÄß ‘¸</a:t>
            </a:r>
            <a:r>
              <a:rPr lang="en-US" sz="2400" b="1" dirty="0" err="1">
                <a:latin typeface="Nudi Akshar-01" pitchFamily="2" charset="0"/>
              </a:rPr>
              <a:t>ÉÃgÀÄªÀ</a:t>
            </a:r>
            <a:r>
              <a:rPr lang="en-US" sz="2400" b="1" dirty="0">
                <a:latin typeface="Nudi Akshar-01" pitchFamily="2" charset="0"/>
              </a:rPr>
              <a:t> PÁ®’PÉÌ ¸ÉÃj¹PÉÆ¼Àî§º</a:t>
            </a:r>
            <a:r>
              <a:rPr lang="en-US" sz="2400" b="1" dirty="0" err="1">
                <a:latin typeface="Nudi Akshar-01" pitchFamily="2" charset="0"/>
              </a:rPr>
              <a:t>ÀÄzÀÄ</a:t>
            </a:r>
            <a:r>
              <a:rPr lang="en-US" sz="2400" b="1" dirty="0">
                <a:latin typeface="Nudi Akshar-01" pitchFamily="2" charset="0"/>
              </a:rPr>
              <a:t>.</a:t>
            </a:r>
          </a:p>
          <a:p>
            <a:pPr marL="609600" indent="-609600">
              <a:buFont typeface="Wingdings" pitchFamily="2" charset="2"/>
              <a:buChar char="Ø"/>
            </a:pPr>
            <a:endParaRPr lang="en-US" sz="2400" b="1" dirty="0">
              <a:latin typeface="Nudi Akshar-01" pitchFamily="2" charset="0"/>
            </a:endParaRPr>
          </a:p>
          <a:p>
            <a:pPr marL="609600" indent="-609600">
              <a:buFont typeface="Wingdings" pitchFamily="2" charset="2"/>
              <a:buChar char="Ø"/>
            </a:pPr>
            <a:r>
              <a:rPr lang="en-US" sz="2400" b="1" dirty="0" err="1" smtClean="0">
                <a:latin typeface="Nudi Akshar-01" pitchFamily="2" charset="0"/>
              </a:rPr>
              <a:t>gÀeÉAiÀÄ£ÀÄß</a:t>
            </a:r>
            <a:r>
              <a:rPr lang="en-US" sz="2400" b="1" dirty="0" smtClean="0">
                <a:latin typeface="Nudi Akshar-01" pitchFamily="2" charset="0"/>
              </a:rPr>
              <a:t> </a:t>
            </a:r>
            <a:r>
              <a:rPr lang="en-US" sz="2400" b="1" dirty="0">
                <a:latin typeface="Nudi Akshar-01" pitchFamily="2" charset="0"/>
              </a:rPr>
              <a:t>(ª</a:t>
            </a:r>
            <a:r>
              <a:rPr lang="en-US" sz="2400" b="1" dirty="0" err="1">
                <a:latin typeface="Nudi Akshar-01" pitchFamily="2" charset="0"/>
              </a:rPr>
              <a:t>ÉÊzÀåQÃAiÀÄ</a:t>
            </a:r>
            <a:r>
              <a:rPr lang="en-US" sz="2400" b="1" dirty="0">
                <a:latin typeface="Nudi Akshar-01" pitchFamily="2" charset="0"/>
              </a:rPr>
              <a:t> </a:t>
            </a:r>
            <a:r>
              <a:rPr lang="en-US" sz="2400" b="1" dirty="0" err="1">
                <a:latin typeface="Nudi Akshar-01" pitchFamily="2" charset="0"/>
              </a:rPr>
              <a:t>DzsÁgÀzÀ</a:t>
            </a:r>
            <a:r>
              <a:rPr lang="en-US" sz="2400" b="1" dirty="0">
                <a:latin typeface="Nudi Akshar-01" pitchFamily="2" charset="0"/>
              </a:rPr>
              <a:t> ªÉÄÃ¯É) ¸</a:t>
            </a:r>
            <a:r>
              <a:rPr lang="en-US" sz="2400" b="1" dirty="0" err="1">
                <a:latin typeface="Nudi Akshar-01" pitchFamily="2" charset="0"/>
              </a:rPr>
              <a:t>ÉÃgÀÄªÀ</a:t>
            </a:r>
            <a:r>
              <a:rPr lang="en-US" sz="2400" b="1" dirty="0">
                <a:latin typeface="Nudi Akshar-01" pitchFamily="2" charset="0"/>
              </a:rPr>
              <a:t> PÁ®PÉÌ ¸ÉÃj¹PÉÆ¼Àî§º</a:t>
            </a:r>
            <a:r>
              <a:rPr lang="en-US" sz="2400" b="1" dirty="0" err="1">
                <a:latin typeface="Nudi Akshar-01" pitchFamily="2" charset="0"/>
              </a:rPr>
              <a:t>ÀÄzÀÄ</a:t>
            </a:r>
            <a:r>
              <a:rPr lang="en-US" sz="2400" b="1" dirty="0">
                <a:latin typeface="Nudi Akshar-01" pitchFamily="2" charset="0"/>
              </a:rPr>
              <a:t>. </a:t>
            </a:r>
          </a:p>
          <a:p>
            <a:pPr marL="609600" indent="-609600">
              <a:buFont typeface="Wingdings" pitchFamily="2" charset="2"/>
              <a:buChar char="Ø"/>
            </a:pPr>
            <a:endParaRPr lang="en-US" sz="2400" b="1" dirty="0">
              <a:latin typeface="Nudi Akshar-01" pitchFamily="2" charset="0"/>
            </a:endParaRPr>
          </a:p>
          <a:p>
            <a:pPr marL="609600" indent="-609600">
              <a:buFont typeface="Wingdings" pitchFamily="2" charset="2"/>
              <a:buChar char="Ø"/>
            </a:pPr>
            <a:r>
              <a:rPr lang="en-US" sz="2400" b="1" dirty="0" smtClean="0">
                <a:latin typeface="Nudi Akshar-01" pitchFamily="2" charset="0"/>
              </a:rPr>
              <a:t>PÉ®ªÀÅ </a:t>
            </a:r>
            <a:r>
              <a:rPr lang="en-US" sz="2400" b="1" dirty="0">
                <a:latin typeface="Nudi Akshar-01" pitchFamily="2" charset="0"/>
              </a:rPr>
              <a:t>E¯ÁSÉUÀ¼À°è ‘º</a:t>
            </a:r>
            <a:r>
              <a:rPr lang="en-US" sz="2400" b="1" dirty="0" err="1">
                <a:latin typeface="Nudi Akshar-01" pitchFamily="2" charset="0"/>
              </a:rPr>
              <a:t>ÉZÀÄÑªÀj</a:t>
            </a:r>
            <a:r>
              <a:rPr lang="en-US" sz="2400" b="1" dirty="0">
                <a:latin typeface="Nudi Akshar-01" pitchFamily="2" charset="0"/>
              </a:rPr>
              <a:t> ¸</a:t>
            </a:r>
            <a:r>
              <a:rPr lang="en-US" sz="2400" b="1" dirty="0" err="1">
                <a:latin typeface="Nudi Akshar-01" pitchFamily="2" charset="0"/>
              </a:rPr>
              <a:t>ÉÃgÀÄªÀ</a:t>
            </a:r>
            <a:r>
              <a:rPr lang="en-US" sz="2400" b="1" dirty="0">
                <a:latin typeface="Nudi Akshar-01" pitchFamily="2" charset="0"/>
              </a:rPr>
              <a:t> PÁ®’ ®¨</a:t>
            </a:r>
            <a:r>
              <a:rPr lang="en-US" sz="2400" b="1" dirty="0" err="1">
                <a:latin typeface="Nudi Akshar-01" pitchFamily="2" charset="0"/>
              </a:rPr>
              <a:t>sÀåvÉ</a:t>
            </a:r>
            <a:r>
              <a:rPr lang="en-US" sz="2400" b="1" dirty="0">
                <a:latin typeface="Nudi Akshar-01" pitchFamily="2" charset="0"/>
              </a:rPr>
              <a:t>.</a:t>
            </a:r>
          </a:p>
          <a:p>
            <a:pPr marL="609600" indent="-609600">
              <a:buFont typeface="Wingdings" pitchFamily="2" charset="2"/>
              <a:buChar char="Ø"/>
            </a:pPr>
            <a:endParaRPr lang="en-US" sz="2400" b="1" dirty="0">
              <a:latin typeface="Nudi Akshar-01" pitchFamily="2" charset="0"/>
            </a:endParaRPr>
          </a:p>
          <a:p>
            <a:pPr marL="609600" indent="-609600">
              <a:buFont typeface="Wingdings" pitchFamily="2" charset="2"/>
              <a:buChar char="Ø"/>
            </a:pPr>
            <a:r>
              <a:rPr lang="en-US" sz="2400" b="1" dirty="0" smtClean="0">
                <a:latin typeface="Nudi Akshar-01" pitchFamily="2" charset="0"/>
              </a:rPr>
              <a:t>¸</a:t>
            </a:r>
            <a:r>
              <a:rPr lang="en-US" sz="2400" b="1" dirty="0" err="1">
                <a:latin typeface="Nudi Akshar-01" pitchFamily="2" charset="0"/>
              </a:rPr>
              <a:t>ÉÃgÀÄªÀ</a:t>
            </a:r>
            <a:r>
              <a:rPr lang="en-US" sz="2400" b="1" dirty="0">
                <a:latin typeface="Nudi Akshar-01" pitchFamily="2" charset="0"/>
              </a:rPr>
              <a:t> PÁ® ª</a:t>
            </a:r>
            <a:r>
              <a:rPr lang="en-US" sz="2400" b="1" dirty="0" err="1">
                <a:latin typeface="Nudi Akshar-01" pitchFamily="2" charset="0"/>
              </a:rPr>
              <a:t>ÀÄvÀÄÛ</a:t>
            </a:r>
            <a:r>
              <a:rPr lang="en-US" sz="2400" b="1" dirty="0">
                <a:latin typeface="Nudi Akshar-01" pitchFamily="2" charset="0"/>
              </a:rPr>
              <a:t> ª</a:t>
            </a:r>
            <a:r>
              <a:rPr lang="en-US" sz="2400" b="1" dirty="0" err="1">
                <a:latin typeface="Nudi Akshar-01" pitchFamily="2" charset="0"/>
              </a:rPr>
              <a:t>ÀÄAdÆgÁzÀ</a:t>
            </a:r>
            <a:r>
              <a:rPr lang="en-US" sz="2400" b="1" dirty="0">
                <a:latin typeface="Nudi Akshar-01" pitchFamily="2" charset="0"/>
              </a:rPr>
              <a:t> </a:t>
            </a:r>
            <a:r>
              <a:rPr lang="en-US" sz="2400" b="1" dirty="0" err="1">
                <a:latin typeface="Nudi Akshar-01" pitchFamily="2" charset="0"/>
              </a:rPr>
              <a:t>gÀeÉ</a:t>
            </a:r>
            <a:r>
              <a:rPr lang="en-US" sz="2400" b="1" dirty="0">
                <a:latin typeface="Nudi Akshar-01" pitchFamily="2" charset="0"/>
              </a:rPr>
              <a:t> ª</a:t>
            </a:r>
            <a:r>
              <a:rPr lang="en-US" sz="2400" b="1" dirty="0" err="1">
                <a:latin typeface="Nudi Akshar-01" pitchFamily="2" charset="0"/>
              </a:rPr>
              <a:t>ÀÄÄVzÀ</a:t>
            </a:r>
            <a:r>
              <a:rPr lang="en-US" sz="2400" b="1" dirty="0">
                <a:latin typeface="Nudi Akshar-01" pitchFamily="2" charset="0"/>
              </a:rPr>
              <a:t> ªÉÄÃ¯É </a:t>
            </a:r>
            <a:r>
              <a:rPr lang="en-US" sz="2400" b="1" dirty="0" err="1">
                <a:latin typeface="Nudi Akshar-01" pitchFamily="2" charset="0"/>
              </a:rPr>
              <a:t>PÀvÀðªÀåPÉÌ</a:t>
            </a:r>
            <a:r>
              <a:rPr lang="en-US" sz="2400" b="1" dirty="0">
                <a:latin typeface="Nudi Akshar-01" pitchFamily="2" charset="0"/>
              </a:rPr>
              <a:t> º</a:t>
            </a:r>
            <a:r>
              <a:rPr lang="en-US" sz="2400" b="1" dirty="0" err="1">
                <a:latin typeface="Nudi Akshar-01" pitchFamily="2" charset="0"/>
              </a:rPr>
              <a:t>ÁdgÁUÀ¢zÀÝ°è</a:t>
            </a:r>
            <a:r>
              <a:rPr lang="en-US" sz="2400" b="1" dirty="0">
                <a:latin typeface="Nudi Akshar-01" pitchFamily="2" charset="0"/>
              </a:rPr>
              <a:t> ‘¤</a:t>
            </a:r>
            <a:r>
              <a:rPr lang="en-US" sz="2400" b="1" dirty="0" err="1">
                <a:latin typeface="Nudi Akshar-01" pitchFamily="2" charset="0"/>
              </a:rPr>
              <a:t>AiÀÄªÀÄ</a:t>
            </a:r>
            <a:r>
              <a:rPr lang="en-US" sz="2400" b="1" dirty="0">
                <a:latin typeface="Nudi Akshar-01" pitchFamily="2" charset="0"/>
              </a:rPr>
              <a:t> 106 J ¥</a:t>
            </a:r>
            <a:r>
              <a:rPr lang="en-US" sz="2400" b="1" dirty="0" err="1">
                <a:latin typeface="Nudi Akshar-01" pitchFamily="2" charset="0"/>
              </a:rPr>
              <a:t>ÀæPÁgÀ</a:t>
            </a:r>
            <a:r>
              <a:rPr lang="en-US" sz="2400" b="1" dirty="0">
                <a:latin typeface="Nudi Akshar-01" pitchFamily="2" charset="0"/>
              </a:rPr>
              <a:t> </a:t>
            </a:r>
            <a:r>
              <a:rPr lang="en-US" sz="2400" b="1" dirty="0" err="1">
                <a:latin typeface="Nudi Akshar-01" pitchFamily="2" charset="0"/>
              </a:rPr>
              <a:t>C£À¢üPÀÈvÀ</a:t>
            </a:r>
            <a:r>
              <a:rPr lang="en-US" sz="2400" b="1" dirty="0">
                <a:latin typeface="Nudi Akshar-01" pitchFamily="2" charset="0"/>
              </a:rPr>
              <a:t> </a:t>
            </a:r>
            <a:r>
              <a:rPr lang="en-US" sz="2400" b="1" dirty="0" err="1">
                <a:latin typeface="Nudi Akshar-01" pitchFamily="2" charset="0"/>
              </a:rPr>
              <a:t>UÉÊgÀÄ</a:t>
            </a:r>
            <a:r>
              <a:rPr lang="en-US" sz="2400" b="1" dirty="0">
                <a:latin typeface="Nudi Akshar-01" pitchFamily="2" charset="0"/>
              </a:rPr>
              <a:t> º</a:t>
            </a:r>
            <a:r>
              <a:rPr lang="en-US" sz="2400" b="1" dirty="0" err="1">
                <a:latin typeface="Nudi Akshar-01" pitchFamily="2" charset="0"/>
              </a:rPr>
              <a:t>Ádj</a:t>
            </a:r>
            <a:r>
              <a:rPr lang="en-US" sz="2400" b="1" dirty="0">
                <a:latin typeface="Nudi Akshar-01" pitchFamily="2" charset="0"/>
              </a:rPr>
              <a:t> </a:t>
            </a:r>
            <a:r>
              <a:rPr lang="en-US" sz="2400" b="1" dirty="0" err="1">
                <a:latin typeface="Nudi Akshar-01" pitchFamily="2" charset="0"/>
              </a:rPr>
              <a:t>JAzÀÄ</a:t>
            </a:r>
            <a:r>
              <a:rPr lang="en-US" sz="2400" b="1" dirty="0">
                <a:latin typeface="Nudi Akshar-01" pitchFamily="2" charset="0"/>
              </a:rPr>
              <a:t> ¥</a:t>
            </a:r>
            <a:r>
              <a:rPr lang="en-US" sz="2400" b="1" dirty="0" err="1">
                <a:latin typeface="Nudi Akshar-01" pitchFamily="2" charset="0"/>
              </a:rPr>
              <a:t>ÀjUÀtÂ¸À¯ÁUÀÄªÀÅzÀÄ</a:t>
            </a:r>
            <a:r>
              <a:rPr lang="en-US" sz="2400" b="1" dirty="0">
                <a:latin typeface="Nudi Akshar-01" pitchFamily="2" charset="0"/>
              </a:rPr>
              <a:t>. </a:t>
            </a:r>
          </a:p>
          <a:p>
            <a:pPr marL="609600" indent="-609600">
              <a:buFont typeface="Wingdings" pitchFamily="2" charset="2"/>
              <a:buChar char="Ø"/>
            </a:pPr>
            <a:endParaRPr lang="en-US" sz="2400" b="1" dirty="0">
              <a:latin typeface="Nudi Akshar-01" pitchFamily="2" charset="0"/>
            </a:endParaRPr>
          </a:p>
          <a:p>
            <a:pPr marL="609600" indent="-609600">
              <a:buFont typeface="Wingdings" pitchFamily="2" charset="2"/>
              <a:buChar char="Ø"/>
            </a:pPr>
            <a:r>
              <a:rPr lang="en-US" sz="2400" b="1" dirty="0" smtClean="0">
                <a:latin typeface="Nudi Akshar-01" pitchFamily="2" charset="0"/>
              </a:rPr>
              <a:t>¸</a:t>
            </a:r>
            <a:r>
              <a:rPr lang="en-US" sz="2400" b="1" dirty="0" err="1">
                <a:latin typeface="Nudi Akshar-01" pitchFamily="2" charset="0"/>
              </a:rPr>
              <a:t>ÉÃgÀÄªÀ</a:t>
            </a:r>
            <a:r>
              <a:rPr lang="en-US" sz="2400" b="1" dirty="0">
                <a:latin typeface="Nudi Akshar-01" pitchFamily="2" charset="0"/>
              </a:rPr>
              <a:t> PÁ®PÉÌ »A¢£À ¸ÀÜ¼ÀzÀ°è ¥</a:t>
            </a:r>
            <a:r>
              <a:rPr lang="en-US" sz="2400" b="1" dirty="0" err="1">
                <a:latin typeface="Nudi Akshar-01" pitchFamily="2" charset="0"/>
              </a:rPr>
              <a:t>ÀqÉAiÀÄÄwzÀÝ</a:t>
            </a:r>
            <a:r>
              <a:rPr lang="en-US" sz="2400" b="1" dirty="0">
                <a:latin typeface="Nudi Akshar-01" pitchFamily="2" charset="0"/>
              </a:rPr>
              <a:t> ª</a:t>
            </a:r>
            <a:r>
              <a:rPr lang="en-US" sz="2400" b="1" dirty="0" err="1">
                <a:latin typeface="Nudi Akshar-01" pitchFamily="2" charset="0"/>
              </a:rPr>
              <a:t>ÉÃvÀ£À</a:t>
            </a:r>
            <a:r>
              <a:rPr lang="en-US" sz="2400" b="1" dirty="0">
                <a:latin typeface="Nudi Akshar-01" pitchFamily="2" charset="0"/>
              </a:rPr>
              <a:t> ª</a:t>
            </a:r>
            <a:r>
              <a:rPr lang="en-US" sz="2400" b="1" dirty="0" err="1">
                <a:latin typeface="Nudi Akshar-01" pitchFamily="2" charset="0"/>
              </a:rPr>
              <a:t>ÀÄvÀÄÛ</a:t>
            </a:r>
            <a:r>
              <a:rPr lang="en-US" sz="2400" b="1" dirty="0">
                <a:latin typeface="Nudi Akshar-01" pitchFamily="2" charset="0"/>
              </a:rPr>
              <a:t> ¨sÀvÀåUÀ¼À£ÀÄß </a:t>
            </a:r>
            <a:r>
              <a:rPr lang="en-US" sz="2400" b="1" dirty="0" err="1">
                <a:latin typeface="Nudi Akshar-01" pitchFamily="2" charset="0"/>
              </a:rPr>
              <a:t>qÁæ</a:t>
            </a:r>
            <a:r>
              <a:rPr lang="en-US" sz="2400" b="1" dirty="0">
                <a:latin typeface="Nudi Akshar-01" pitchFamily="2" charset="0"/>
              </a:rPr>
              <a:t> ª</a:t>
            </a:r>
            <a:r>
              <a:rPr lang="en-US" sz="2400" b="1" dirty="0" err="1">
                <a:latin typeface="Nudi Akshar-01" pitchFamily="2" charset="0"/>
              </a:rPr>
              <a:t>ÀiÁqÀ®Ä</a:t>
            </a:r>
            <a:r>
              <a:rPr lang="en-US" sz="2400" b="1" dirty="0">
                <a:latin typeface="Nudi Akshar-01" pitchFamily="2" charset="0"/>
              </a:rPr>
              <a:t> </a:t>
            </a:r>
            <a:r>
              <a:rPr lang="en-US" sz="2400" b="1" dirty="0" err="1">
                <a:latin typeface="Nudi Akshar-01" pitchFamily="2" charset="0"/>
              </a:rPr>
              <a:t>CªÀPÁ±À«zÉ</a:t>
            </a:r>
            <a:r>
              <a:rPr lang="en-US" sz="2400" b="1" dirty="0">
                <a:latin typeface="Nudi Akshar-01" pitchFamily="2" charset="0"/>
              </a:rPr>
              <a:t>. </a:t>
            </a:r>
          </a:p>
          <a:p>
            <a:pPr marL="609600" indent="-609600"/>
            <a:endParaRPr lang="en-US" sz="2400" b="1" dirty="0">
              <a:latin typeface="Nudi 01 e" pitchFamily="2" charset="0"/>
            </a:endParaRPr>
          </a:p>
          <a:p>
            <a:pPr marL="609600" indent="-609600"/>
            <a:endParaRPr lang="en-US" b="1" dirty="0">
              <a:latin typeface="Nudi 01 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1274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</TotalTime>
  <Words>238</Words>
  <Application>Microsoft Office PowerPoint</Application>
  <PresentationFormat>On-screen Show (4:3)</PresentationFormat>
  <Paragraphs>36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Wisp</vt:lpstr>
      <vt:lpstr>¸ÉÃªÁ µÀgÀvÀÄÛUÀ¼ÀÄ</vt:lpstr>
      <vt:lpstr>¸ÉÃgÀÄªÀ PÁ® (¤AiÀÄªÀÄ : 76 jAzÀ 90 gÀªÀgÉUÉ) </vt:lpstr>
      <vt:lpstr>Slide 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¸ÉÃªÁ µÀgÀvÀÄÛUÀ¼ÀÄ</dc:title>
  <dc:creator>RAJESH</dc:creator>
  <cp:lastModifiedBy>ACER</cp:lastModifiedBy>
  <cp:revision>9</cp:revision>
  <dcterms:created xsi:type="dcterms:W3CDTF">2006-08-16T00:00:00Z</dcterms:created>
  <dcterms:modified xsi:type="dcterms:W3CDTF">2026-09-24T10:40:43Z</dcterms:modified>
</cp:coreProperties>
</file>