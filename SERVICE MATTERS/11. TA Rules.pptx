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1422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95A8-D5E4-4334-BADA-FCF49FC5222D}" type="datetimeFigureOut">
              <a:rPr lang="en-US" smtClean="0"/>
              <a:pPr/>
              <a:t>9/21/2026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9E583-D20C-43F3-AB81-C8450DDD9D4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95A8-D5E4-4334-BADA-FCF49FC5222D}" type="datetimeFigureOut">
              <a:rPr lang="en-US" smtClean="0"/>
              <a:pPr/>
              <a:t>9/21/2026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9E583-D20C-43F3-AB81-C8450DDD9D4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95A8-D5E4-4334-BADA-FCF49FC5222D}" type="datetimeFigureOut">
              <a:rPr lang="en-US" smtClean="0"/>
              <a:pPr/>
              <a:t>9/21/2026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9E583-D20C-43F3-AB81-C8450DDD9D4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95A8-D5E4-4334-BADA-FCF49FC5222D}" type="datetimeFigureOut">
              <a:rPr lang="en-US" smtClean="0"/>
              <a:pPr/>
              <a:t>9/21/2026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9E583-D20C-43F3-AB81-C8450DDD9D4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95A8-D5E4-4334-BADA-FCF49FC5222D}" type="datetimeFigureOut">
              <a:rPr lang="en-US" smtClean="0"/>
              <a:pPr/>
              <a:t>9/21/2026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9E583-D20C-43F3-AB81-C8450DDD9D4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95A8-D5E4-4334-BADA-FCF49FC5222D}" type="datetimeFigureOut">
              <a:rPr lang="en-US" smtClean="0"/>
              <a:pPr/>
              <a:t>9/21/2026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9E583-D20C-43F3-AB81-C8450DDD9D4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95A8-D5E4-4334-BADA-FCF49FC5222D}" type="datetimeFigureOut">
              <a:rPr lang="en-US" smtClean="0"/>
              <a:pPr/>
              <a:t>9/21/2026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9E583-D20C-43F3-AB81-C8450DDD9D4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95A8-D5E4-4334-BADA-FCF49FC5222D}" type="datetimeFigureOut">
              <a:rPr lang="en-US" smtClean="0"/>
              <a:pPr/>
              <a:t>9/21/2026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9E583-D20C-43F3-AB81-C8450DDD9D4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95A8-D5E4-4334-BADA-FCF49FC5222D}" type="datetimeFigureOut">
              <a:rPr lang="en-US" smtClean="0"/>
              <a:pPr/>
              <a:t>9/21/2026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9E583-D20C-43F3-AB81-C8450DDD9D4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95A8-D5E4-4334-BADA-FCF49FC5222D}" type="datetimeFigureOut">
              <a:rPr lang="en-US" smtClean="0"/>
              <a:pPr/>
              <a:t>9/21/2026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9E583-D20C-43F3-AB81-C8450DDD9D4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95A8-D5E4-4334-BADA-FCF49FC5222D}" type="datetimeFigureOut">
              <a:rPr lang="en-US" smtClean="0"/>
              <a:pPr/>
              <a:t>9/21/2026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9E583-D20C-43F3-AB81-C8450DDD9D4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895A8-D5E4-4334-BADA-FCF49FC5222D}" type="datetimeFigureOut">
              <a:rPr lang="en-US" smtClean="0"/>
              <a:pPr/>
              <a:t>9/21/2026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9E583-D20C-43F3-AB81-C8450DDD9D44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538" y="285728"/>
            <a:ext cx="7543824" cy="1439850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ಕ.ನಾ.ಸೇ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b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ಪ್ರಯಾಣ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ಭತ್ಯೆ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ನಿಯಮಗಳು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b="1" dirty="0" smtClean="0">
                <a:solidFill>
                  <a:schemeClr val="accent1"/>
                </a:solidFill>
              </a:rPr>
              <a:t>ನಿಯಮ-449 </a:t>
            </a:r>
            <a:r>
              <a:rPr lang="en-US" b="1" dirty="0" err="1" smtClean="0">
                <a:solidFill>
                  <a:schemeClr val="accent1"/>
                </a:solidFill>
              </a:rPr>
              <a:t>ರಿಂದ</a:t>
            </a:r>
            <a:r>
              <a:rPr lang="en-US" b="1" dirty="0" smtClean="0">
                <a:solidFill>
                  <a:schemeClr val="accent1"/>
                </a:solidFill>
              </a:rPr>
              <a:t> 577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36" y="2034768"/>
            <a:ext cx="4286280" cy="2037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71736" y="4071942"/>
            <a:ext cx="4357718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274638"/>
            <a:ext cx="5400600" cy="418058"/>
          </a:xfrm>
        </p:spPr>
        <p:txBody>
          <a:bodyPr>
            <a:normAutofit fontScale="90000"/>
          </a:bodyPr>
          <a:lstStyle/>
          <a:p>
            <a:r>
              <a:rPr lang="en-US" sz="2800" b="1" dirty="0" smtClean="0">
                <a:latin typeface="Nudi Akshar" pitchFamily="2" charset="0"/>
              </a:rPr>
              <a:t>¥</a:t>
            </a:r>
            <a:r>
              <a:rPr lang="en-US" sz="2800" b="1" dirty="0" err="1" smtClean="0">
                <a:latin typeface="Nudi Akshar" pitchFamily="2" charset="0"/>
              </a:rPr>
              <a:t>ÀæAiÀiÁt</a:t>
            </a:r>
            <a:r>
              <a:rPr lang="en-US" sz="2800" b="1" dirty="0" smtClean="0">
                <a:latin typeface="Nudi Akshar" pitchFamily="2" charset="0"/>
              </a:rPr>
              <a:t> ¨</a:t>
            </a:r>
            <a:r>
              <a:rPr lang="en-US" sz="2800" b="1" dirty="0" err="1" smtClean="0">
                <a:latin typeface="Nudi Akshar" pitchFamily="2" charset="0"/>
              </a:rPr>
              <a:t>sÀvÉå</a:t>
            </a:r>
            <a:r>
              <a:rPr lang="en-US" sz="2800" b="1" dirty="0" smtClean="0">
                <a:latin typeface="Nudi Akshar" pitchFamily="2" charset="0"/>
              </a:rPr>
              <a:t> ¤AiÀÄªÀÄUÀ¼ÀÄ</a:t>
            </a:r>
            <a:endParaRPr lang="en-IN" sz="2800" b="1" dirty="0">
              <a:latin typeface="Nudi Akshar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184576"/>
          </a:xfrm>
        </p:spPr>
        <p:txBody>
          <a:bodyPr>
            <a:normAutofit lnSpcReduction="10000"/>
          </a:bodyPr>
          <a:lstStyle/>
          <a:p>
            <a:r>
              <a:rPr lang="en-US" sz="1600" dirty="0" smtClean="0">
                <a:latin typeface="Nudi 01 e" pitchFamily="2" charset="0"/>
              </a:rPr>
              <a:t>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¨</a:t>
            </a:r>
            <a:r>
              <a:rPr lang="en-US" sz="1600" dirty="0" err="1" smtClean="0">
                <a:latin typeface="Nudi Akshar" pitchFamily="2" charset="0"/>
              </a:rPr>
              <a:t>sÀvÉå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JAzÀgÉ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ËPÀgÀ£ÀÄ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ÀPÁðgÀzÀ</a:t>
            </a:r>
            <a:r>
              <a:rPr lang="en-US" sz="1600" dirty="0" smtClean="0">
                <a:latin typeface="Nudi Akshar" pitchFamily="2" charset="0"/>
              </a:rPr>
              <a:t> »</a:t>
            </a:r>
            <a:r>
              <a:rPr lang="en-US" sz="1600" dirty="0" err="1" smtClean="0">
                <a:latin typeface="Nudi Akshar" pitchFamily="2" charset="0"/>
              </a:rPr>
              <a:t>vÁ¸ÀQÛAiÀÄ°è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ÀiÁqÀ®Ä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vÀUÀ®ÄªÀ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ÉZÀÑªÀ£ÀÄß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ÀÆgÉÊ¸ÀÄªÀÅzÀPÁÌV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ËPÀgÀ¤UÉ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ÀÄAdÆgÀÄ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ÀiÁrzÀ</a:t>
            </a:r>
            <a:r>
              <a:rPr lang="en-US" sz="1600" dirty="0" smtClean="0">
                <a:latin typeface="Nudi Akshar" pitchFamily="2" charset="0"/>
              </a:rPr>
              <a:t> ¨</a:t>
            </a:r>
            <a:r>
              <a:rPr lang="en-US" sz="1600" dirty="0" err="1" smtClean="0">
                <a:latin typeface="Nudi Akshar" pitchFamily="2" charset="0"/>
              </a:rPr>
              <a:t>sÀvÉå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JAzÀxÀð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r>
              <a:rPr lang="en-US" sz="1600" dirty="0" smtClean="0">
                <a:latin typeface="Nudi Akshar" pitchFamily="2" charset="0"/>
              </a:rPr>
              <a:t>PÀ.D.¸ÀA. </a:t>
            </a:r>
            <a:r>
              <a:rPr lang="en-US" sz="1600" dirty="0" err="1" smtClean="0">
                <a:latin typeface="Nudi Akshar" pitchFamily="2" charset="0"/>
              </a:rPr>
              <a:t>C£ÀÄZÉÒÃzsÀ</a:t>
            </a:r>
            <a:r>
              <a:rPr lang="en-US" sz="1600" dirty="0" smtClean="0">
                <a:latin typeface="Nudi Akshar" pitchFamily="2" charset="0"/>
              </a:rPr>
              <a:t> 15-16 </a:t>
            </a:r>
            <a:r>
              <a:rPr lang="en-US" sz="1600" dirty="0" err="1" smtClean="0">
                <a:latin typeface="Nudi Akshar" pitchFamily="2" charset="0"/>
              </a:rPr>
              <a:t>gÀ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DyðPÀ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OavÀå</a:t>
            </a:r>
            <a:r>
              <a:rPr lang="en-US" sz="1600" dirty="0" smtClean="0">
                <a:latin typeface="Nudi Akshar" pitchFamily="2" charset="0"/>
              </a:rPr>
              <a:t> ¸ÀÆvÀæUÀ¼À ¥</a:t>
            </a:r>
            <a:r>
              <a:rPr lang="en-US" sz="1600" dirty="0" err="1" smtClean="0">
                <a:latin typeface="Nudi Akshar" pitchFamily="2" charset="0"/>
              </a:rPr>
              <a:t>ÀæPÁgÀ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¨</a:t>
            </a:r>
            <a:r>
              <a:rPr lang="en-US" sz="1600" dirty="0" err="1" smtClean="0">
                <a:latin typeface="Nudi Akshar" pitchFamily="2" charset="0"/>
              </a:rPr>
              <a:t>sÀvÉåAiÀÄ£ÀÄß</a:t>
            </a:r>
            <a:r>
              <a:rPr lang="en-US" sz="1600" dirty="0" smtClean="0">
                <a:latin typeface="Nudi Akshar" pitchFamily="2" charset="0"/>
              </a:rPr>
              <a:t> ¯</a:t>
            </a:r>
            <a:r>
              <a:rPr lang="en-US" sz="1600" dirty="0" err="1" smtClean="0">
                <a:latin typeface="Nudi Akshar" pitchFamily="2" charset="0"/>
              </a:rPr>
              <a:t>Á¨sÀzÁAiÀÄPÀ</a:t>
            </a:r>
            <a:r>
              <a:rPr lang="en-US" sz="1600" dirty="0" smtClean="0">
                <a:latin typeface="Nudi Akshar" pitchFamily="2" charset="0"/>
              </a:rPr>
              <a:t> ¨</a:t>
            </a:r>
            <a:r>
              <a:rPr lang="en-US" sz="1600" dirty="0" err="1" smtClean="0">
                <a:latin typeface="Nudi Akshar" pitchFamily="2" charset="0"/>
              </a:rPr>
              <a:t>sÀvÉå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JAzÀÄ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ÀjUÀtÂ¸ÀPÀÆqÀzÀÄ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r>
              <a:rPr lang="en-US" sz="1600" dirty="0" smtClean="0">
                <a:latin typeface="Nudi Akshar" pitchFamily="2" charset="0"/>
              </a:rPr>
              <a:t>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ËPÀgÀ¤UÉ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AiÀiÁªÀ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AiÀiÁªÀ</a:t>
            </a:r>
            <a:r>
              <a:rPr lang="en-US" sz="1600" dirty="0" smtClean="0">
                <a:latin typeface="Nudi Akshar" pitchFamily="2" charset="0"/>
              </a:rPr>
              <a:t> ¸ÀAzÀ¨sÀðUÀ¼À°è 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¨</a:t>
            </a:r>
            <a:r>
              <a:rPr lang="en-US" sz="1600" dirty="0" err="1" smtClean="0">
                <a:latin typeface="Nudi Akshar" pitchFamily="2" charset="0"/>
              </a:rPr>
              <a:t>sÀvÉå</a:t>
            </a:r>
            <a:r>
              <a:rPr lang="en-US" sz="1600" dirty="0" smtClean="0">
                <a:latin typeface="Nudi Akshar" pitchFamily="2" charset="0"/>
              </a:rPr>
              <a:t> ®¨</a:t>
            </a:r>
            <a:r>
              <a:rPr lang="en-US" sz="1600" dirty="0" err="1" smtClean="0">
                <a:latin typeface="Nudi Akshar" pitchFamily="2" charset="0"/>
              </a:rPr>
              <a:t>sÀåªÁUÀÄvÀÛzÉ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latin typeface="Nudi Akshar" pitchFamily="2" charset="0"/>
              </a:rPr>
              <a:t>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ËPÀgÀ£ÀÄ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ÀPÁðgÀzÀ</a:t>
            </a:r>
            <a:r>
              <a:rPr lang="en-US" sz="1600" dirty="0" smtClean="0">
                <a:latin typeface="Nudi Akshar" pitchFamily="2" charset="0"/>
              </a:rPr>
              <a:t> »</a:t>
            </a:r>
            <a:r>
              <a:rPr lang="en-US" sz="1600" dirty="0" err="1" smtClean="0">
                <a:latin typeface="Nudi Akshar" pitchFamily="2" charset="0"/>
              </a:rPr>
              <a:t>vÀzÀÈ¶Ö¬ÄAzÀ</a:t>
            </a:r>
            <a:r>
              <a:rPr lang="en-US" sz="1600" dirty="0" smtClean="0">
                <a:latin typeface="Nudi Akshar" pitchFamily="2" charset="0"/>
              </a:rPr>
              <a:t> 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ÀiÁrzÁUÀ</a:t>
            </a:r>
            <a:endParaRPr lang="en-US" sz="1600" dirty="0" smtClean="0">
              <a:latin typeface="Nudi Akshar" pitchFamily="2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latin typeface="Nudi Akshar" pitchFamily="2" charset="0"/>
              </a:rPr>
              <a:t>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ËPÀgÀ£ÀÄ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MAzÀÄ</a:t>
            </a:r>
            <a:r>
              <a:rPr lang="en-US" sz="1600" dirty="0" smtClean="0">
                <a:latin typeface="Nudi Akshar" pitchFamily="2" charset="0"/>
              </a:rPr>
              <a:t> ¸ÀÜ¼À¢AzÀ </a:t>
            </a:r>
            <a:r>
              <a:rPr lang="en-US" sz="1600" dirty="0" err="1" smtClean="0">
                <a:latin typeface="Nudi Akshar" pitchFamily="2" charset="0"/>
              </a:rPr>
              <a:t>E£ÉÆßAzÀÄ</a:t>
            </a:r>
            <a:r>
              <a:rPr lang="en-US" sz="1600" dirty="0" smtClean="0">
                <a:latin typeface="Nudi Akshar" pitchFamily="2" charset="0"/>
              </a:rPr>
              <a:t>  ¸ÀÜ¼ÀPÉÌ  ¸</a:t>
            </a:r>
            <a:r>
              <a:rPr lang="en-US" sz="1600" dirty="0" err="1" smtClean="0">
                <a:latin typeface="Nudi Akshar" pitchFamily="2" charset="0"/>
              </a:rPr>
              <a:t>ÁªÀðd¤PÀ</a:t>
            </a:r>
            <a:r>
              <a:rPr lang="en-US" sz="1600" dirty="0" smtClean="0">
                <a:latin typeface="Nudi Akshar" pitchFamily="2" charset="0"/>
              </a:rPr>
              <a:t> »</a:t>
            </a:r>
            <a:r>
              <a:rPr lang="en-US" sz="1600" dirty="0" err="1" smtClean="0">
                <a:latin typeface="Nudi Akshar" pitchFamily="2" charset="0"/>
              </a:rPr>
              <a:t>vÀzÀÈ¶Ö¬ÄAzÀ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ÀUÁðªÀuÉAiÀiÁzÁUÀ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ÀUÁðªÀuÉ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C£ÀÄzÁ£À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latin typeface="Nudi Akshar" pitchFamily="2" charset="0"/>
              </a:rPr>
              <a:t>¥</a:t>
            </a:r>
            <a:r>
              <a:rPr lang="en-US" sz="1600" dirty="0" err="1" smtClean="0">
                <a:latin typeface="Nudi Akshar" pitchFamily="2" charset="0"/>
              </a:rPr>
              <a:t>ÀæAiÀiÁtªÀ£ÀÄß</a:t>
            </a:r>
            <a:r>
              <a:rPr lang="en-US" sz="1600" dirty="0" smtClean="0">
                <a:latin typeface="Nudi Akshar" pitchFamily="2" charset="0"/>
              </a:rPr>
              <a:t> CUÀvÀåªÉ¤¹zÀ ¸</a:t>
            </a:r>
            <a:r>
              <a:rPr lang="en-US" sz="1600" dirty="0" err="1" smtClean="0">
                <a:latin typeface="Nudi Akshar" pitchFamily="2" charset="0"/>
              </a:rPr>
              <a:t>ÀAzÀ¨sÀðzÀ°è</a:t>
            </a:r>
            <a:r>
              <a:rPr lang="en-US" sz="1600" dirty="0" smtClean="0">
                <a:latin typeface="Nudi Akshar" pitchFamily="2" charset="0"/>
              </a:rPr>
              <a:t> CUÀÎªÉ¤¹zÀ ª</a:t>
            </a:r>
            <a:r>
              <a:rPr lang="en-US" sz="1600" dirty="0" err="1" smtClean="0">
                <a:latin typeface="Nudi Akshar" pitchFamily="2" charset="0"/>
              </a:rPr>
              <a:t>ÀÄvÀÄÛ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CwÃ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PÀrªÉÄ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zÀÆgÀ«gÀÄªÀ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ÀiÁUÀðzÀ°è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ÀæAiÀiÁtÂ¸À¨ÉÃPÀÄ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latin typeface="Nudi Akshar" pitchFamily="2" charset="0"/>
              </a:rPr>
              <a:t>¸</a:t>
            </a:r>
            <a:r>
              <a:rPr lang="en-US" sz="1600" dirty="0" err="1" smtClean="0">
                <a:latin typeface="Nudi Akshar" pitchFamily="2" charset="0"/>
              </a:rPr>
              <a:t>ÀPÁðgÀªÀÅ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DVAzÁUÉÎ</a:t>
            </a:r>
            <a:r>
              <a:rPr lang="en-US" sz="1600" dirty="0" smtClean="0">
                <a:latin typeface="Nudi Akshar" pitchFamily="2" charset="0"/>
              </a:rPr>
              <a:t> ¤UÀ¢¥Àr¹zÀ </a:t>
            </a:r>
            <a:r>
              <a:rPr lang="en-US" sz="1600" dirty="0" err="1" smtClean="0">
                <a:latin typeface="Nudi Akshar" pitchFamily="2" charset="0"/>
              </a:rPr>
              <a:t>zÀgÀzÀ°è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ÀæAiÀiÁtzÀ</a:t>
            </a:r>
            <a:r>
              <a:rPr lang="en-US" sz="1600" dirty="0" smtClean="0">
                <a:latin typeface="Nudi Akshar" pitchFamily="2" charset="0"/>
              </a:rPr>
              <a:t> ªÁºÀ£À ¨</a:t>
            </a:r>
            <a:r>
              <a:rPr lang="en-US" sz="1600" dirty="0" err="1" smtClean="0">
                <a:latin typeface="Nudi Akshar" pitchFamily="2" charset="0"/>
              </a:rPr>
              <a:t>sÀvÉå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ÀÄvÀÄÛ</a:t>
            </a:r>
            <a:r>
              <a:rPr lang="en-US" sz="1600" dirty="0" smtClean="0">
                <a:latin typeface="Nudi Akshar" pitchFamily="2" charset="0"/>
              </a:rPr>
              <a:t> ¢£</a:t>
            </a:r>
            <a:r>
              <a:rPr lang="en-US" sz="1600" dirty="0" err="1" smtClean="0">
                <a:latin typeface="Nudi Akshar" pitchFamily="2" charset="0"/>
              </a:rPr>
              <a:t>À¨sÀvÉåAiÀÄ£ÀÄß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ÀÄAdÆgÀÄ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ÀiÁqÀ¯ÁUÀÄªÀÅzÀÄ</a:t>
            </a:r>
            <a:r>
              <a:rPr lang="en-US" sz="1600" dirty="0" smtClean="0">
                <a:latin typeface="Nudi Akshar" pitchFamily="2" charset="0"/>
              </a:rPr>
              <a:t>. ¤AiÀÄªÀÄ-451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latin typeface="Nudi Akshar" pitchFamily="2" charset="0"/>
              </a:rPr>
              <a:t>ªÁ¸ÀÛªÁV ¥</a:t>
            </a:r>
            <a:r>
              <a:rPr lang="en-US" sz="1600" dirty="0" err="1" smtClean="0">
                <a:latin typeface="Nudi Akshar" pitchFamily="2" charset="0"/>
              </a:rPr>
              <a:t>ÀæAiÀiÁtzÀ</a:t>
            </a:r>
            <a:r>
              <a:rPr lang="en-US" sz="1600" dirty="0" smtClean="0">
                <a:latin typeface="Nudi Akshar" pitchFamily="2" charset="0"/>
              </a:rPr>
              <a:t> ¨</a:t>
            </a:r>
            <a:r>
              <a:rPr lang="en-US" sz="1600" dirty="0" err="1" smtClean="0">
                <a:latin typeface="Nudi Akshar" pitchFamily="2" charset="0"/>
              </a:rPr>
              <a:t>sÀvÉåAiÀÄ£ÀÄß</a:t>
            </a:r>
            <a:r>
              <a:rPr lang="en-US" sz="1600" dirty="0" smtClean="0">
                <a:latin typeface="Nudi Akshar" pitchFamily="2" charset="0"/>
              </a:rPr>
              <a:t>  ¥</a:t>
            </a:r>
            <a:r>
              <a:rPr lang="en-US" sz="1600" dirty="0" err="1" smtClean="0">
                <a:latin typeface="Nudi Akshar" pitchFamily="2" charset="0"/>
              </a:rPr>
              <a:t>ÀqÉzÀ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ÀAvÀgÀ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ÀÆªÁð£ÀéAiÀÄªÁV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ÉÃvÀ£À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ÀjµÀÌgÀuÉ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CxÀªÁ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ÉÃvÀ£ÀzÀ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ÀÄ£Àgï</a:t>
            </a:r>
            <a:r>
              <a:rPr lang="en-US" sz="1600" dirty="0" smtClean="0">
                <a:latin typeface="Nudi Akshar" pitchFamily="2" charset="0"/>
              </a:rPr>
              <a:t> ¤</a:t>
            </a:r>
            <a:r>
              <a:rPr lang="en-US" sz="1600" dirty="0" err="1" smtClean="0">
                <a:latin typeface="Nudi Akshar" pitchFamily="2" charset="0"/>
              </a:rPr>
              <a:t>UÀ¢üAiÀiÁzÀ°è</a:t>
            </a:r>
            <a:r>
              <a:rPr lang="en-US" sz="1600" dirty="0" smtClean="0">
                <a:latin typeface="Nudi Akshar" pitchFamily="2" charset="0"/>
              </a:rPr>
              <a:t>  ¥ÀjµÀÌj¹zÀ 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¨</a:t>
            </a:r>
            <a:r>
              <a:rPr lang="en-US" sz="1600" dirty="0" err="1" smtClean="0">
                <a:latin typeface="Nudi Akshar" pitchFamily="2" charset="0"/>
              </a:rPr>
              <a:t>sÀvÉåAiÀÄ£ÀÄß</a:t>
            </a:r>
            <a:r>
              <a:rPr lang="en-US" sz="1600" dirty="0" smtClean="0">
                <a:latin typeface="Nudi Akshar" pitchFamily="2" charset="0"/>
              </a:rPr>
              <a:t>  ¥</a:t>
            </a:r>
            <a:r>
              <a:rPr lang="en-US" sz="1600" dirty="0" err="1" smtClean="0">
                <a:latin typeface="Nudi Akshar" pitchFamily="2" charset="0"/>
              </a:rPr>
              <a:t>ÁªÀw¸À¯ÁUÀÄªÀÅ</a:t>
            </a:r>
            <a:r>
              <a:rPr lang="en-US" sz="1600" dirty="0" smtClean="0">
                <a:latin typeface="Nudi Akshar" pitchFamily="2" charset="0"/>
              </a:rPr>
              <a:t>¢®è ¤AiÀÄªÀÄ-461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latin typeface="Nudi Akshar" pitchFamily="2" charset="0"/>
              </a:rPr>
              <a:t>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ÀiÁrzÀ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MAzÀÄ</a:t>
            </a:r>
            <a:r>
              <a:rPr lang="en-US" sz="1600" dirty="0" smtClean="0">
                <a:latin typeface="Nudi Akshar" pitchFamily="2" charset="0"/>
              </a:rPr>
              <a:t> ªÀµÀðzÉÆ¼ÀUÉ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ÉZÀÑªÀ£ÀÄß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PÉèÃªÀÄÄ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ÀiÁqÀ¢zÀÝ°è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ÉZÀÑªÀ£ÀÄß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ÀPÁðgÀPÉÌ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ÀÄÄlÄÖUÉÆÃ®Ä</a:t>
            </a:r>
            <a:r>
              <a:rPr lang="en-US" sz="1600" dirty="0" smtClean="0">
                <a:latin typeface="Nudi Akshar" pitchFamily="2" charset="0"/>
              </a:rPr>
              <a:t> ºÁQPÉÆ¼Àî¯ÁUÀÄªÀÅzÀÄ(PÉ.J¥sï.¹-22)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latin typeface="Nudi Akshar" pitchFamily="2" charset="0"/>
              </a:rPr>
              <a:t>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¨</a:t>
            </a:r>
            <a:r>
              <a:rPr lang="en-US" sz="1600" dirty="0" err="1" smtClean="0">
                <a:latin typeface="Nudi Akshar" pitchFamily="2" charset="0"/>
              </a:rPr>
              <a:t>sÀvÉå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ÀÄÄAUÀqÀ</a:t>
            </a:r>
            <a:r>
              <a:rPr lang="en-US" sz="1600" dirty="0" smtClean="0">
                <a:latin typeface="Nudi Akshar" pitchFamily="2" charset="0"/>
              </a:rPr>
              <a:t>  ¥</a:t>
            </a:r>
            <a:r>
              <a:rPr lang="en-US" sz="1600" dirty="0" err="1" smtClean="0">
                <a:latin typeface="Nudi Akshar" pitchFamily="2" charset="0"/>
              </a:rPr>
              <a:t>ÀqÉzÀÄ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ªÉZÀÑ </a:t>
            </a:r>
            <a:r>
              <a:rPr lang="en-US" sz="1600" dirty="0" err="1" smtClean="0">
                <a:latin typeface="Nudi Akshar" pitchFamily="2" charset="0"/>
              </a:rPr>
              <a:t>PÉèÃªÀÄÄ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ÀiÁqÀ¢zÀÝ°è</a:t>
            </a:r>
            <a:r>
              <a:rPr lang="en-US" sz="1600" dirty="0" smtClean="0">
                <a:latin typeface="Nudi Akshar" pitchFamily="2" charset="0"/>
              </a:rPr>
              <a:t> (</a:t>
            </a:r>
            <a:r>
              <a:rPr lang="en-US" sz="1600" dirty="0" err="1" smtClean="0">
                <a:latin typeface="Nudi Akshar" pitchFamily="2" charset="0"/>
              </a:rPr>
              <a:t>PÉÃAzÀæ</a:t>
            </a:r>
            <a:r>
              <a:rPr lang="en-US" sz="1600" dirty="0" smtClean="0">
                <a:latin typeface="Nudi Akshar" pitchFamily="2" charset="0"/>
              </a:rPr>
              <a:t> ¸ÁÜ£ÀPÉÌ) »</a:t>
            </a:r>
            <a:r>
              <a:rPr lang="en-US" sz="1600" dirty="0" err="1" smtClean="0">
                <a:latin typeface="Nudi Akshar" pitchFamily="2" charset="0"/>
              </a:rPr>
              <a:t>AwgÀÄVzÀ</a:t>
            </a:r>
            <a:r>
              <a:rPr lang="en-US" sz="1600" dirty="0" smtClean="0">
                <a:latin typeface="Nudi Akshar" pitchFamily="2" charset="0"/>
              </a:rPr>
              <a:t> wAUÀ½£À ª</a:t>
            </a:r>
            <a:r>
              <a:rPr lang="en-US" sz="1600" dirty="0" err="1" smtClean="0">
                <a:latin typeface="Nudi Akshar" pitchFamily="2" charset="0"/>
              </a:rPr>
              <a:t>ÀÄgÀÄ</a:t>
            </a:r>
            <a:r>
              <a:rPr lang="en-US" sz="1600" dirty="0" smtClean="0">
                <a:latin typeface="Nudi Akshar" pitchFamily="2" charset="0"/>
              </a:rPr>
              <a:t> wAUÀ¼À </a:t>
            </a:r>
            <a:r>
              <a:rPr lang="en-US" sz="1600" dirty="0" err="1" smtClean="0">
                <a:latin typeface="Nudi Akshar" pitchFamily="2" charset="0"/>
              </a:rPr>
              <a:t>PÀqÉAiÀÄ</a:t>
            </a:r>
            <a:r>
              <a:rPr lang="en-US" sz="1600" dirty="0" smtClean="0">
                <a:latin typeface="Nudi Akshar" pitchFamily="2" charset="0"/>
              </a:rPr>
              <a:t> ¢£</a:t>
            </a:r>
            <a:r>
              <a:rPr lang="en-US" sz="1600" dirty="0" err="1" smtClean="0">
                <a:latin typeface="Nudi Akshar" pitchFamily="2" charset="0"/>
              </a:rPr>
              <a:t>ÁAPÀzÀ</a:t>
            </a:r>
            <a:r>
              <a:rPr lang="en-US" sz="1600" dirty="0" smtClean="0">
                <a:latin typeface="Nudi Akshar" pitchFamily="2" charset="0"/>
              </a:rPr>
              <a:t> M¼ÀUÉ ¸</a:t>
            </a:r>
            <a:r>
              <a:rPr lang="en-US" sz="1600" dirty="0" err="1" smtClean="0">
                <a:latin typeface="Nudi Akshar" pitchFamily="2" charset="0"/>
              </a:rPr>
              <a:t>ÀPÁðgÀPÉÌ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ÀÄÄlÄÖUÉÆÃ®Ä</a:t>
            </a:r>
            <a:r>
              <a:rPr lang="en-US" sz="1600" dirty="0" smtClean="0">
                <a:latin typeface="Nudi Akshar" pitchFamily="2" charset="0"/>
              </a:rPr>
              <a:t> ºÁQPÉÆ¼Àî¯ÁUÀÄªÀÅzÀÄ(PÉ.J¥sï.¹-22J). 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latin typeface="Nudi Akshar" pitchFamily="2" charset="0"/>
              </a:rPr>
              <a:t>E¯ÁSÁ ¥ÀjÃPÉëUÀ½UÉ º</a:t>
            </a:r>
            <a:r>
              <a:rPr lang="en-US" sz="1600" dirty="0" err="1" smtClean="0">
                <a:latin typeface="Nudi Akshar" pitchFamily="2" charset="0"/>
              </a:rPr>
              <a:t>ÁdgÁUÀ®Ä</a:t>
            </a:r>
            <a:r>
              <a:rPr lang="en-US" sz="1600" dirty="0" smtClean="0">
                <a:latin typeface="Nudi Akshar" pitchFamily="2" charset="0"/>
              </a:rPr>
              <a:t>   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latin typeface="Nudi Akshar" pitchFamily="2" charset="0"/>
              </a:rPr>
              <a:t>¸</a:t>
            </a:r>
            <a:r>
              <a:rPr lang="en-US" sz="1600" dirty="0" err="1" smtClean="0">
                <a:latin typeface="Nudi Akshar" pitchFamily="2" charset="0"/>
              </a:rPr>
              <a:t>ÁPÀë</a:t>
            </a:r>
            <a:r>
              <a:rPr lang="en-US" sz="1600" dirty="0" smtClean="0">
                <a:latin typeface="Nudi Akshar" pitchFamily="2" charset="0"/>
              </a:rPr>
              <a:t> ¤</a:t>
            </a:r>
            <a:r>
              <a:rPr lang="en-US" sz="1600" dirty="0" err="1" smtClean="0">
                <a:latin typeface="Nudi Akshar" pitchFamily="2" charset="0"/>
              </a:rPr>
              <a:t>ÃqÀ®Ä</a:t>
            </a:r>
            <a:r>
              <a:rPr lang="en-US" sz="1600" dirty="0" smtClean="0">
                <a:latin typeface="Nudi Akshar" pitchFamily="2" charset="0"/>
              </a:rPr>
              <a:t> </a:t>
            </a:r>
            <a:endParaRPr lang="en-IN" sz="1600" dirty="0">
              <a:latin typeface="Nudi Akshar" pitchFamily="2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0610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192" y="476672"/>
            <a:ext cx="8229600" cy="583264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600" dirty="0" smtClean="0">
                <a:latin typeface="Nudi 01 e" pitchFamily="2" charset="0"/>
              </a:rPr>
              <a:t>¤</a:t>
            </a:r>
            <a:r>
              <a:rPr lang="en-US" sz="1600" dirty="0" smtClean="0">
                <a:latin typeface="Nudi Akshar" pitchFamily="2" charset="0"/>
              </a:rPr>
              <a:t>ª</a:t>
            </a:r>
            <a:r>
              <a:rPr lang="en-US" sz="1600" dirty="0" err="1" smtClean="0">
                <a:latin typeface="Nudi Akshar" pitchFamily="2" charset="0"/>
              </a:rPr>
              <a:t>ÀÈvÀÛgÁzÀ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ËPÀgÀjUÉ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ÀéAvÀ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HjUÉ</a:t>
            </a:r>
            <a:r>
              <a:rPr lang="en-US" sz="1600" dirty="0" smtClean="0">
                <a:latin typeface="Nudi Akshar" pitchFamily="2" charset="0"/>
              </a:rPr>
              <a:t> ºÉÆÃUÀ®Ä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latin typeface="Nudi Akshar" pitchFamily="2" charset="0"/>
              </a:rPr>
              <a:t>¸</a:t>
            </a:r>
            <a:r>
              <a:rPr lang="en-US" sz="1600" dirty="0" err="1" smtClean="0">
                <a:latin typeface="Nudi Akshar" pitchFamily="2" charset="0"/>
              </a:rPr>
              <a:t>ÉÃªÉAiÀÄ°ègÀÄªÁUÀ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ÀÄÈvÀgÁzÀ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ËPÀgÀgÀ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PÀÄlÄA§zÀªÀgÀÄ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ÀéAvÀ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HjUÉ</a:t>
            </a:r>
            <a:r>
              <a:rPr lang="en-US" sz="1600" dirty="0" smtClean="0">
                <a:latin typeface="Nudi Akshar" pitchFamily="2" charset="0"/>
              </a:rPr>
              <a:t> ºÉÆÃUÀ®Ä 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latin typeface="Nudi Akshar" pitchFamily="2" charset="0"/>
              </a:rPr>
              <a:t>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ËPÀgÀ£ÀÄ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ÀéAvÀ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HjUÉ</a:t>
            </a:r>
            <a:r>
              <a:rPr lang="en-US" sz="1600" dirty="0" smtClean="0">
                <a:latin typeface="Nudi Akshar" pitchFamily="2" charset="0"/>
              </a:rPr>
              <a:t>  ºÉÆÃUÀ®Ä 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 err="1" smtClean="0">
                <a:latin typeface="Nudi Akshar" pitchFamily="2" charset="0"/>
              </a:rPr>
              <a:t>gÀeÁ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PÁ®zÀ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ÀæªÁ¸À</a:t>
            </a:r>
            <a:r>
              <a:rPr lang="en-US" sz="1600" dirty="0" smtClean="0">
                <a:latin typeface="Nudi Akshar" pitchFamily="2" charset="0"/>
              </a:rPr>
              <a:t> ¸Ë®¨</a:t>
            </a:r>
            <a:r>
              <a:rPr lang="en-US" sz="1600" dirty="0" err="1" smtClean="0">
                <a:latin typeface="Nudi Akshar" pitchFamily="2" charset="0"/>
              </a:rPr>
              <a:t>sÀå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EvÀgÉ</a:t>
            </a:r>
            <a:r>
              <a:rPr lang="en-US" sz="1600" dirty="0" smtClean="0">
                <a:latin typeface="Nudi Akshar" pitchFamily="2" charset="0"/>
              </a:rPr>
              <a:t> ¸ÀAzÀ¨sÀðUÀ¼ÀÄ. 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latin typeface="Nudi Akshar" pitchFamily="2" charset="0"/>
              </a:rPr>
              <a:t>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¨</a:t>
            </a:r>
            <a:r>
              <a:rPr lang="en-US" sz="1600" dirty="0" err="1" smtClean="0">
                <a:latin typeface="Nudi Akshar" pitchFamily="2" charset="0"/>
              </a:rPr>
              <a:t>sÀvÉå</a:t>
            </a:r>
            <a:r>
              <a:rPr lang="en-US" sz="1600" dirty="0" smtClean="0">
                <a:latin typeface="Nudi Akshar" pitchFamily="2" charset="0"/>
              </a:rPr>
              <a:t> GzÉÝÃ±ÀUÀ½UÁV 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ËPÀgÀ£À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ÉÃvÀ£ÀzÀ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DzsÁgÀzÀ</a:t>
            </a:r>
            <a:r>
              <a:rPr lang="en-US" sz="1600" dirty="0" smtClean="0">
                <a:latin typeface="Nudi Akshar" pitchFamily="2" charset="0"/>
              </a:rPr>
              <a:t> ªÉÄÃ¯É ª</a:t>
            </a:r>
            <a:r>
              <a:rPr lang="en-US" sz="1600" dirty="0" err="1" smtClean="0">
                <a:latin typeface="Nudi Akshar" pitchFamily="2" charset="0"/>
              </a:rPr>
              <a:t>ÀVðPÀj¸À¯ÁUÀÄªÀÅzÀÄ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latin typeface="Nudi Akshar" pitchFamily="2" charset="0"/>
              </a:rPr>
              <a:t>ªÀÄÆ® ª</a:t>
            </a:r>
            <a:r>
              <a:rPr lang="en-US" sz="1600" dirty="0" err="1" smtClean="0">
                <a:latin typeface="Nudi Akshar" pitchFamily="2" charset="0"/>
              </a:rPr>
              <a:t>ÉÃvÀ£À</a:t>
            </a:r>
            <a:r>
              <a:rPr lang="en-US" sz="1600" dirty="0" smtClean="0">
                <a:latin typeface="Nudi Akshar" pitchFamily="2" charset="0"/>
              </a:rPr>
              <a:t> (PÀ.£Á.¸ÉÃ.¤.8 (32)  ) 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latin typeface="Nudi Akshar" pitchFamily="2" charset="0"/>
              </a:rPr>
              <a:t>ªÀÄÆ® ª</a:t>
            </a:r>
            <a:r>
              <a:rPr lang="en-US" sz="1600" dirty="0" err="1" smtClean="0">
                <a:latin typeface="Nudi Akshar" pitchFamily="2" charset="0"/>
              </a:rPr>
              <a:t>ÉÃvÀ£À</a:t>
            </a:r>
            <a:r>
              <a:rPr lang="en-US" sz="1600" dirty="0" smtClean="0">
                <a:latin typeface="Nudi Akshar" pitchFamily="2" charset="0"/>
              </a:rPr>
              <a:t>, ¸</a:t>
            </a:r>
            <a:r>
              <a:rPr lang="en-US" sz="1600" dirty="0" err="1" smtClean="0">
                <a:latin typeface="Nudi Akshar" pitchFamily="2" charset="0"/>
              </a:rPr>
              <a:t>ÁÜ£À¥À£Àß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ÉÃvÀ£À</a:t>
            </a:r>
            <a:r>
              <a:rPr lang="en-US" sz="1600" dirty="0" smtClean="0">
                <a:latin typeface="Nudi Akshar" pitchFamily="2" charset="0"/>
              </a:rPr>
              <a:t> 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latin typeface="Nudi Akshar" pitchFamily="2" charset="0"/>
              </a:rPr>
              <a:t>¸</a:t>
            </a:r>
            <a:r>
              <a:rPr lang="en-US" sz="1600" dirty="0" err="1" smtClean="0">
                <a:latin typeface="Nudi Akshar" pitchFamily="2" charset="0"/>
              </a:rPr>
              <a:t>ÀÜVvÀ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ÉÃvÀ£À</a:t>
            </a:r>
            <a:r>
              <a:rPr lang="en-US" sz="1600" dirty="0" smtClean="0">
                <a:latin typeface="Nudi Akshar" pitchFamily="2" charset="0"/>
              </a:rPr>
              <a:t> §</a:t>
            </a:r>
            <a:r>
              <a:rPr lang="en-US" sz="1600" dirty="0" err="1" smtClean="0">
                <a:latin typeface="Nudi Akshar" pitchFamily="2" charset="0"/>
              </a:rPr>
              <a:t>rÛ</a:t>
            </a:r>
            <a:r>
              <a:rPr lang="en-US" sz="1600" dirty="0" smtClean="0">
                <a:latin typeface="Nudi Akshar" pitchFamily="2" charset="0"/>
              </a:rPr>
              <a:t> </a:t>
            </a:r>
          </a:p>
          <a:p>
            <a:pPr>
              <a:buFont typeface="Wingdings" pitchFamily="2" charset="2"/>
              <a:buChar char="v"/>
            </a:pPr>
            <a:r>
              <a:rPr lang="en-US" sz="1600" dirty="0" smtClean="0">
                <a:latin typeface="Nudi Akshar" pitchFamily="2" charset="0"/>
              </a:rPr>
              <a:t>«±ÉÃ±À ª</a:t>
            </a:r>
            <a:r>
              <a:rPr lang="en-US" sz="1600" dirty="0" err="1" smtClean="0">
                <a:latin typeface="Nudi Akshar" pitchFamily="2" charset="0"/>
              </a:rPr>
              <a:t>ÉÃvÀ£À</a:t>
            </a:r>
            <a:r>
              <a:rPr lang="en-US" sz="1600" dirty="0" smtClean="0">
                <a:latin typeface="Nudi Akshar" pitchFamily="2" charset="0"/>
              </a:rPr>
              <a:t> §</a:t>
            </a:r>
            <a:r>
              <a:rPr lang="en-US" sz="1600" dirty="0" err="1" smtClean="0">
                <a:latin typeface="Nudi Akshar" pitchFamily="2" charset="0"/>
              </a:rPr>
              <a:t>rÛ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pPr marL="0" indent="0">
              <a:buNone/>
            </a:pPr>
            <a:r>
              <a:rPr lang="en-US" sz="1600" b="1" dirty="0" smtClean="0">
                <a:latin typeface="Nudi Akshar" pitchFamily="2" charset="0"/>
              </a:rPr>
              <a:t>                                           </a:t>
            </a:r>
            <a:r>
              <a:rPr lang="en-US" sz="1800" b="1" dirty="0" smtClean="0">
                <a:latin typeface="Nudi Akshar" pitchFamily="2" charset="0"/>
              </a:rPr>
              <a:t>£</a:t>
            </a:r>
            <a:r>
              <a:rPr lang="en-US" sz="1800" b="1" dirty="0" err="1" smtClean="0">
                <a:latin typeface="Nudi Akshar" pitchFamily="2" charset="0"/>
              </a:rPr>
              <a:t>ËPÀgÀgÀ</a:t>
            </a:r>
            <a:r>
              <a:rPr lang="en-US" sz="1800" b="1" dirty="0" smtClean="0">
                <a:latin typeface="Nudi Akshar" pitchFamily="2" charset="0"/>
              </a:rPr>
              <a:t> ª</a:t>
            </a:r>
            <a:r>
              <a:rPr lang="en-US" sz="1800" b="1" dirty="0" err="1" smtClean="0">
                <a:latin typeface="Nudi Akshar" pitchFamily="2" charset="0"/>
              </a:rPr>
              <a:t>ÀVðÃPÀgÀt</a:t>
            </a:r>
            <a:r>
              <a:rPr lang="en-US" sz="1800" b="1" dirty="0" smtClean="0">
                <a:latin typeface="Nudi Akshar" pitchFamily="2" charset="0"/>
              </a:rPr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217020692"/>
              </p:ext>
            </p:extLst>
          </p:nvPr>
        </p:nvGraphicFramePr>
        <p:xfrm>
          <a:off x="1979712" y="3501008"/>
          <a:ext cx="5949874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280"/>
                <a:gridCol w="4500594"/>
              </a:tblGrid>
              <a:tr h="14401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udi Akshar" pitchFamily="2" charset="0"/>
                        </a:rPr>
                        <a:t>¥</a:t>
                      </a:r>
                      <a:r>
                        <a:rPr lang="en-US" dirty="0" err="1" smtClean="0">
                          <a:latin typeface="Nudi Akshar" pitchFamily="2" charset="0"/>
                        </a:rPr>
                        <a:t>ÀæªÀUÀð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</a:t>
                      </a:r>
                      <a:endParaRPr lang="en-IN" dirty="0" smtClean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udi Akshar" pitchFamily="2" charset="0"/>
                        </a:rPr>
                        <a:t>¸ÀªÀÄÆºÀ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udi Akshar" pitchFamily="2" charset="0"/>
                        </a:rPr>
                        <a:t>(1) 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udi Akshar" pitchFamily="2" charset="0"/>
                        </a:rPr>
                        <a:t>(2)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  <a:cs typeface="Times New Roman" pitchFamily="18" charset="0"/>
                        </a:rPr>
                        <a:t>IA </a:t>
                      </a:r>
                      <a:endParaRPr lang="en-IN" dirty="0">
                        <a:latin typeface="Arial Black" pitchFamily="34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Nudi Akshar" pitchFamily="2" charset="0"/>
                        </a:rPr>
                        <a:t>¸ÀªÀÄÆºÀ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J (»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jAiÀÄ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±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ÉæÃtÂ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ª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ÀÄvÀÄÛ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º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ÉaÑ£À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) £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ËPÀgÀgÀÄ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Arial Black" pitchFamily="34" charset="0"/>
                          <a:cs typeface="Times New Roman" pitchFamily="18" charset="0"/>
                        </a:rPr>
                        <a:t>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Nudi Akshar" pitchFamily="2" charset="0"/>
                        </a:rPr>
                        <a:t>¸ÀªÀÄÆºÀ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J (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QjAiÀÄ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±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ÉæÃtÂ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) £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ËPÀgÀgÀÄ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  <a:cs typeface="Times New Roman" pitchFamily="18" charset="0"/>
                        </a:rPr>
                        <a:t>II </a:t>
                      </a:r>
                      <a:endParaRPr lang="en-IN" dirty="0">
                        <a:latin typeface="Arial Black" pitchFamily="34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udi Akshar" pitchFamily="2" charset="0"/>
                        </a:rPr>
                        <a:t>¸ÀªÀÄÆºÀ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©  £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ËPÀgÀgÀÄ</a:t>
                      </a:r>
                      <a:endParaRPr lang="en-IN" dirty="0" smtClean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  <a:cs typeface="Times New Roman" pitchFamily="18" charset="0"/>
                        </a:rPr>
                        <a:t>III</a:t>
                      </a:r>
                      <a:endParaRPr lang="en-IN" dirty="0">
                        <a:latin typeface="Arial Black" pitchFamily="34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udi Akshar" pitchFamily="2" charset="0"/>
                        </a:rPr>
                        <a:t>¸ÀªÀÄÆºÀ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¹ £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ËPÀgÀgÀÄ</a:t>
                      </a:r>
                      <a:endParaRPr lang="en-IN" dirty="0" smtClean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Arial Black" pitchFamily="34" charset="0"/>
                          <a:cs typeface="Times New Roman" pitchFamily="18" charset="0"/>
                        </a:rPr>
                        <a:t>IV</a:t>
                      </a:r>
                      <a:endParaRPr lang="en-IN" dirty="0" smtClean="0">
                        <a:latin typeface="Arial Black" pitchFamily="34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udi Akshar" pitchFamily="2" charset="0"/>
                        </a:rPr>
                        <a:t>¸ÀªÀÄÆºÀ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r £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ËPÀgÀgÀÄ</a:t>
                      </a:r>
                      <a:endParaRPr lang="en-IN" dirty="0" smtClean="0">
                        <a:latin typeface="Nudi Akshar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42994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r>
              <a:rPr lang="en-US" sz="1600" dirty="0" err="1" smtClean="0">
                <a:latin typeface="Nudi Akshar" pitchFamily="2" charset="0"/>
              </a:rPr>
              <a:t>MAzÀÄ</a:t>
            </a:r>
            <a:r>
              <a:rPr lang="en-US" sz="1600" dirty="0" smtClean="0">
                <a:latin typeface="Nudi Akshar" pitchFamily="2" charset="0"/>
              </a:rPr>
              <a:t> ¸ÀÜ¼ÀzÀ ¥</a:t>
            </a:r>
            <a:r>
              <a:rPr lang="en-US" sz="1600" dirty="0" err="1" smtClean="0">
                <a:latin typeface="Nudi Akshar" pitchFamily="2" charset="0"/>
              </a:rPr>
              <a:t>ÀÄgÀ¸À¨sÉ</a:t>
            </a:r>
            <a:r>
              <a:rPr lang="en-US" sz="1600" dirty="0" smtClean="0">
                <a:latin typeface="Nudi Akshar" pitchFamily="2" charset="0"/>
              </a:rPr>
              <a:t>, £</a:t>
            </a:r>
            <a:r>
              <a:rPr lang="en-US" sz="1600" dirty="0" err="1" smtClean="0">
                <a:latin typeface="Nudi Akshar" pitchFamily="2" charset="0"/>
              </a:rPr>
              <a:t>ÀUÀgÀ¸À¨sÉ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CxÀªÁ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EvÀgÀ</a:t>
            </a:r>
            <a:r>
              <a:rPr lang="en-US" sz="1600" dirty="0" smtClean="0">
                <a:latin typeface="Nudi Akshar" pitchFamily="2" charset="0"/>
              </a:rPr>
              <a:t> DqÀ½vÀ ¥Àj«ÄwUÀ¼À£ÀÄß «</a:t>
            </a:r>
            <a:r>
              <a:rPr lang="en-US" sz="1600" dirty="0" err="1" smtClean="0">
                <a:latin typeface="Nudi Akshar" pitchFamily="2" charset="0"/>
              </a:rPr>
              <a:t>ÄÃjzÀ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ÀæAiÀiÁtªÀÅ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CAzÀgÉ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ËPÀgÀ£ÀÄ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AiÀiÁªÀ</a:t>
            </a:r>
            <a:r>
              <a:rPr lang="en-US" sz="1600" dirty="0" smtClean="0">
                <a:latin typeface="Nudi Akshar" pitchFamily="2" charset="0"/>
              </a:rPr>
              <a:t>¢£</a:t>
            </a:r>
            <a:r>
              <a:rPr lang="en-US" sz="1600" dirty="0" err="1" smtClean="0">
                <a:latin typeface="Nudi Akshar" pitchFamily="2" charset="0"/>
              </a:rPr>
              <a:t>ÀzÀAzÀÄ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PÉÃAzÀæ</a:t>
            </a:r>
            <a:r>
              <a:rPr lang="en-US" sz="1600" dirty="0" smtClean="0">
                <a:latin typeface="Nudi Akshar" pitchFamily="2" charset="0"/>
              </a:rPr>
              <a:t> PÁAiÀÄð¸ÀÜ¼À¢AzÀ 8 QÃ.«ÄÃ. «</a:t>
            </a:r>
            <a:r>
              <a:rPr lang="en-US" sz="1600" dirty="0" err="1" smtClean="0">
                <a:latin typeface="Nudi Akshar" pitchFamily="2" charset="0"/>
              </a:rPr>
              <a:t>ÄÃgÀÄªÀ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zÀÆgÀªÀ£ÀÄß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vÀ®Ä¥ÀÄªÀ</a:t>
            </a:r>
            <a:r>
              <a:rPr lang="en-US" sz="1600" dirty="0" smtClean="0">
                <a:latin typeface="Nudi Akshar" pitchFamily="2" charset="0"/>
              </a:rPr>
              <a:t>¢®</a:t>
            </a:r>
            <a:r>
              <a:rPr lang="en-US" sz="1600" dirty="0" err="1" smtClean="0">
                <a:latin typeface="Nudi Akshar" pitchFamily="2" charset="0"/>
              </a:rPr>
              <a:t>èªÉÇÃ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CAxÀºÀ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ËPÀgÀ¤UÉ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AiÀiÁªÀÅzÉÃ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vÀgÀºÀzÀ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¨</a:t>
            </a:r>
            <a:r>
              <a:rPr lang="en-US" sz="1600" dirty="0" err="1" smtClean="0">
                <a:latin typeface="Nudi Akshar" pitchFamily="2" charset="0"/>
              </a:rPr>
              <a:t>sÀvÉå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zÉÆgÀPÀÄªÀÅ</a:t>
            </a:r>
            <a:r>
              <a:rPr lang="en-US" sz="1600" dirty="0" smtClean="0">
                <a:latin typeface="Nudi Akshar" pitchFamily="2" charset="0"/>
              </a:rPr>
              <a:t>¢®è.  </a:t>
            </a:r>
          </a:p>
          <a:p>
            <a:r>
              <a:rPr lang="en-US" sz="1600" dirty="0" err="1" smtClean="0">
                <a:latin typeface="Nudi Akshar" pitchFamily="2" charset="0"/>
              </a:rPr>
              <a:t>gÉÊ</a:t>
            </a:r>
            <a:r>
              <a:rPr lang="en-US" sz="1600" dirty="0" smtClean="0">
                <a:latin typeface="Nudi Akshar" pitchFamily="2" charset="0"/>
              </a:rPr>
              <a:t>°£</a:t>
            </a:r>
            <a:r>
              <a:rPr lang="en-US" sz="1600" dirty="0" err="1" smtClean="0">
                <a:latin typeface="Nudi Akshar" pitchFamily="2" charset="0"/>
              </a:rPr>
              <a:t>À°è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ÀiÁqÀ®Ä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CºÀðvÉ</a:t>
            </a:r>
            <a:r>
              <a:rPr lang="en-US" sz="1600" dirty="0" smtClean="0">
                <a:latin typeface="Nudi Akshar" pitchFamily="2" charset="0"/>
              </a:rPr>
              <a:t>: </a:t>
            </a:r>
          </a:p>
          <a:p>
            <a:r>
              <a:rPr lang="en-US" sz="1600" dirty="0" smtClean="0">
                <a:latin typeface="Nudi Akshar" pitchFamily="2" charset="0"/>
              </a:rPr>
              <a:t>¥</a:t>
            </a:r>
            <a:r>
              <a:rPr lang="en-US" sz="1600" dirty="0" err="1" smtClean="0">
                <a:latin typeface="Nudi Akshar" pitchFamily="2" charset="0"/>
              </a:rPr>
              <a:t>ÀæªÁ¸À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CxÀªÁ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ÀUÁðªÀuÉ</a:t>
            </a:r>
            <a:r>
              <a:rPr lang="en-US" sz="1600" dirty="0" smtClean="0">
                <a:latin typeface="Nudi Akshar" pitchFamily="2" charset="0"/>
              </a:rPr>
              <a:t> ªÉÄÃ°£À ¥ÀæAiÀiÁtUÀ½UÁV 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ËPÀgÀgÀ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gÉÊ¯Éé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ËPÀAiÀÄðzÀ</a:t>
            </a:r>
            <a:r>
              <a:rPr lang="en-US" sz="1600" dirty="0" smtClean="0">
                <a:latin typeface="Nudi Akshar" pitchFamily="2" charset="0"/>
              </a:rPr>
              <a:t> º</a:t>
            </a:r>
            <a:r>
              <a:rPr lang="en-US" sz="1600" dirty="0" err="1" smtClean="0">
                <a:latin typeface="Nudi Akshar" pitchFamily="2" charset="0"/>
              </a:rPr>
              <a:t>ÀPÀÌ£ÀÄß</a:t>
            </a:r>
            <a:r>
              <a:rPr lang="en-US" sz="1600" dirty="0" smtClean="0">
                <a:latin typeface="Nudi Akshar" pitchFamily="2" charset="0"/>
              </a:rPr>
              <a:t> F ªÀÄÄA¢£</a:t>
            </a:r>
            <a:r>
              <a:rPr lang="en-US" sz="1600" dirty="0" err="1" smtClean="0">
                <a:latin typeface="Nudi Akshar" pitchFamily="2" charset="0"/>
              </a:rPr>
              <a:t>ÀAvÉ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smtClean="0">
                <a:latin typeface="Nudi Akshar" pitchFamily="2" charset="0"/>
                <a:cs typeface="Times New Roman" pitchFamily="18" charset="0"/>
              </a:rPr>
              <a:t>PÀæªÀÄ§zÀÞUÉÆ½¸ÀvÀPÀÌzÀÄÝ</a:t>
            </a:r>
            <a:r>
              <a:rPr lang="en-US" sz="1600" dirty="0" smtClean="0">
                <a:latin typeface="Nudi 01 e" pitchFamily="2" charset="0"/>
              </a:rPr>
              <a:t>. </a:t>
            </a:r>
          </a:p>
          <a:p>
            <a:endParaRPr lang="en-IN" sz="1600" dirty="0">
              <a:latin typeface="Nudi 01 e" pitchFamily="2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90334617"/>
              </p:ext>
            </p:extLst>
          </p:nvPr>
        </p:nvGraphicFramePr>
        <p:xfrm>
          <a:off x="611559" y="2276872"/>
          <a:ext cx="7776865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597"/>
                <a:gridCol w="3612868"/>
                <a:gridCol w="3600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Nudi Akshar" pitchFamily="2" charset="0"/>
                        </a:rPr>
                        <a:t>PÀæ</a:t>
                      </a:r>
                      <a:r>
                        <a:rPr lang="en-US" dirty="0" smtClean="0">
                          <a:latin typeface="Nudi Akshar" pitchFamily="2" charset="0"/>
                        </a:rPr>
                        <a:t>.¸ÀA.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udi Akshar" pitchFamily="2" charset="0"/>
                        </a:rPr>
                        <a:t>¥</a:t>
                      </a:r>
                      <a:r>
                        <a:rPr lang="en-US" dirty="0" err="1" smtClean="0">
                          <a:latin typeface="Nudi Akshar" pitchFamily="2" charset="0"/>
                        </a:rPr>
                        <a:t>ÀæªÀUÀð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Nudi Akshar" pitchFamily="2" charset="0"/>
                        </a:rPr>
                        <a:t>CºÀðvÉ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udi Akshar" pitchFamily="2" charset="0"/>
                        </a:rPr>
                        <a:t>1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 smtClean="0">
                          <a:latin typeface="Arial Rounded MT Bold" pitchFamily="34" charset="0"/>
                          <a:cs typeface="Times New Roman" pitchFamily="18" charset="0"/>
                        </a:rPr>
                        <a:t>IA</a:t>
                      </a:r>
                      <a:r>
                        <a:rPr lang="en-US" sz="1400" baseline="0" dirty="0" smtClean="0">
                          <a:latin typeface="Arial Rounded MT Bold" pitchFamily="34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Nudi Akshar" pitchFamily="2" charset="0"/>
                          <a:cs typeface="Times New Roman" pitchFamily="18" charset="0"/>
                        </a:rPr>
                        <a:t>gÀÆ¥Á¬Ä</a:t>
                      </a:r>
                      <a:r>
                        <a:rPr lang="en-US" sz="1400" baseline="0" dirty="0" smtClean="0">
                          <a:latin typeface="Nudi Akshar" pitchFamily="2" charset="0"/>
                          <a:cs typeface="Times New Roman" pitchFamily="18" charset="0"/>
                        </a:rPr>
                        <a:t> 74,400/- </a:t>
                      </a:r>
                      <a:r>
                        <a:rPr lang="en-US" sz="1400" baseline="0" dirty="0" err="1" smtClean="0">
                          <a:latin typeface="Nudi Akshar" pitchFamily="2" charset="0"/>
                          <a:cs typeface="Times New Roman" pitchFamily="18" charset="0"/>
                        </a:rPr>
                        <a:t>CxÀªÁ</a:t>
                      </a:r>
                      <a:r>
                        <a:rPr lang="en-US" sz="1400" baseline="0" dirty="0" smtClean="0">
                          <a:latin typeface="Nudi Akshar" pitchFamily="2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Nudi Akshar" pitchFamily="2" charset="0"/>
                          <a:cs typeface="Times New Roman" pitchFamily="18" charset="0"/>
                        </a:rPr>
                        <a:t>CzÀPÀÆÌ</a:t>
                      </a:r>
                      <a:r>
                        <a:rPr lang="en-US" sz="1400" baseline="0" dirty="0" smtClean="0">
                          <a:latin typeface="Nudi Akshar" pitchFamily="2" charset="0"/>
                          <a:cs typeface="Times New Roman" pitchFamily="18" charset="0"/>
                        </a:rPr>
                        <a:t> ª</a:t>
                      </a:r>
                      <a:r>
                        <a:rPr lang="en-US" sz="1400" baseline="0" dirty="0" err="1" smtClean="0">
                          <a:latin typeface="Nudi Akshar" pitchFamily="2" charset="0"/>
                          <a:cs typeface="Times New Roman" pitchFamily="18" charset="0"/>
                        </a:rPr>
                        <a:t>ÉÄÃ®àlÄÖ</a:t>
                      </a:r>
                      <a:r>
                        <a:rPr lang="en-US" sz="1400" baseline="0" dirty="0" smtClean="0">
                          <a:latin typeface="Nudi Akshar" pitchFamily="2" charset="0"/>
                          <a:cs typeface="Times New Roman" pitchFamily="18" charset="0"/>
                        </a:rPr>
                        <a:t> ª</a:t>
                      </a:r>
                      <a:r>
                        <a:rPr lang="en-US" sz="1400" baseline="0" dirty="0" err="1" smtClean="0">
                          <a:latin typeface="Nudi Akshar" pitchFamily="2" charset="0"/>
                          <a:cs typeface="Times New Roman" pitchFamily="18" charset="0"/>
                        </a:rPr>
                        <a:t>ÉÃvÀ£À</a:t>
                      </a:r>
                      <a:r>
                        <a:rPr lang="en-US" sz="1400" baseline="0" dirty="0" smtClean="0">
                          <a:latin typeface="Nudi Akshar" pitchFamily="2" charset="0"/>
                          <a:cs typeface="Times New Roman" pitchFamily="18" charset="0"/>
                        </a:rPr>
                        <a:t> ¥</a:t>
                      </a:r>
                      <a:r>
                        <a:rPr lang="en-US" sz="1400" baseline="0" dirty="0" err="1" smtClean="0">
                          <a:latin typeface="Nudi Akshar" pitchFamily="2" charset="0"/>
                          <a:cs typeface="Times New Roman" pitchFamily="18" charset="0"/>
                        </a:rPr>
                        <a:t>ÀqÉAiÀÄÄªÀªÀgÀÄ</a:t>
                      </a:r>
                      <a:r>
                        <a:rPr lang="en-US" sz="1400" baseline="0" dirty="0" smtClean="0">
                          <a:latin typeface="Nudi Akshar" pitchFamily="2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algn="just"/>
                      <a:r>
                        <a:rPr lang="en-US" sz="1400" dirty="0" smtClean="0">
                          <a:latin typeface="Arial Rounded MT Bold" pitchFamily="34" charset="0"/>
                          <a:cs typeface="Times New Roman" pitchFamily="18" charset="0"/>
                        </a:rPr>
                        <a:t>IB</a:t>
                      </a:r>
                      <a:r>
                        <a:rPr lang="en-US" sz="1400" baseline="0" dirty="0" smtClean="0">
                          <a:latin typeface="Arial Rounded MT Bold" pitchFamily="34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Nudi Akshar" pitchFamily="2" charset="0"/>
                          <a:cs typeface="Times New Roman" pitchFamily="18" charset="0"/>
                        </a:rPr>
                        <a:t>gÀÆ¥Á¬Ä</a:t>
                      </a:r>
                      <a:r>
                        <a:rPr lang="en-US" sz="1400" baseline="0" dirty="0" smtClean="0">
                          <a:latin typeface="Nudi Akshar" pitchFamily="2" charset="0"/>
                          <a:cs typeface="Times New Roman" pitchFamily="18" charset="0"/>
                        </a:rPr>
                        <a:t> 52,650/- </a:t>
                      </a:r>
                      <a:r>
                        <a:rPr lang="en-US" sz="1400" baseline="0" dirty="0" err="1" smtClean="0">
                          <a:latin typeface="Nudi Akshar" pitchFamily="2" charset="0"/>
                          <a:cs typeface="Times New Roman" pitchFamily="18" charset="0"/>
                        </a:rPr>
                        <a:t>CxÀªÁ</a:t>
                      </a:r>
                      <a:r>
                        <a:rPr lang="en-US" sz="1400" baseline="0" dirty="0" smtClean="0">
                          <a:latin typeface="Nudi Akshar" pitchFamily="2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Nudi Akshar" pitchFamily="2" charset="0"/>
                          <a:cs typeface="Times New Roman" pitchFamily="18" charset="0"/>
                        </a:rPr>
                        <a:t>CzÀPÀÆÌ</a:t>
                      </a:r>
                      <a:r>
                        <a:rPr lang="en-US" sz="1400" baseline="0" dirty="0" smtClean="0">
                          <a:latin typeface="Nudi Akshar" pitchFamily="2" charset="0"/>
                          <a:cs typeface="Times New Roman" pitchFamily="18" charset="0"/>
                        </a:rPr>
                        <a:t> ª</a:t>
                      </a:r>
                      <a:r>
                        <a:rPr lang="en-US" sz="1400" baseline="0" dirty="0" err="1" smtClean="0">
                          <a:latin typeface="Nudi Akshar" pitchFamily="2" charset="0"/>
                          <a:cs typeface="Times New Roman" pitchFamily="18" charset="0"/>
                        </a:rPr>
                        <a:t>ÉÄÃ®àlÄÖ</a:t>
                      </a:r>
                      <a:r>
                        <a:rPr lang="en-US" sz="1400" baseline="0" dirty="0" smtClean="0">
                          <a:latin typeface="Nudi Akshar" pitchFamily="2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Nudi Akshar" pitchFamily="2" charset="0"/>
                          <a:cs typeface="Times New Roman" pitchFamily="18" charset="0"/>
                        </a:rPr>
                        <a:t>CAzÀgÉ</a:t>
                      </a:r>
                      <a:r>
                        <a:rPr lang="en-US" sz="1400" baseline="0" dirty="0" smtClean="0">
                          <a:latin typeface="Nudi Akshar" pitchFamily="2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Nudi Akshar" pitchFamily="2" charset="0"/>
                          <a:cs typeface="Times New Roman" pitchFamily="18" charset="0"/>
                        </a:rPr>
                        <a:t>gÀÆ¥Á¬Ä</a:t>
                      </a:r>
                      <a:r>
                        <a:rPr lang="en-US" sz="1400" baseline="0" dirty="0" smtClean="0">
                          <a:latin typeface="Nudi Akshar" pitchFamily="2" charset="0"/>
                          <a:cs typeface="Times New Roman" pitchFamily="18" charset="0"/>
                        </a:rPr>
                        <a:t> 74,400/- UÀ½VAvÀ </a:t>
                      </a:r>
                      <a:r>
                        <a:rPr lang="en-US" sz="1400" baseline="0" dirty="0" err="1" smtClean="0">
                          <a:latin typeface="Nudi Akshar" pitchFamily="2" charset="0"/>
                          <a:cs typeface="Times New Roman" pitchFamily="18" charset="0"/>
                        </a:rPr>
                        <a:t>PÀrªÉÄ</a:t>
                      </a:r>
                      <a:r>
                        <a:rPr lang="en-US" sz="1400" baseline="0" dirty="0" smtClean="0">
                          <a:latin typeface="Nudi Akshar" pitchFamily="2" charset="0"/>
                          <a:cs typeface="Times New Roman" pitchFamily="18" charset="0"/>
                        </a:rPr>
                        <a:t> ª</a:t>
                      </a:r>
                      <a:r>
                        <a:rPr lang="en-US" sz="1400" baseline="0" dirty="0" err="1" smtClean="0">
                          <a:latin typeface="Nudi Akshar" pitchFamily="2" charset="0"/>
                          <a:cs typeface="Times New Roman" pitchFamily="18" charset="0"/>
                        </a:rPr>
                        <a:t>ÉÃvÀ£À</a:t>
                      </a:r>
                      <a:r>
                        <a:rPr lang="en-US" sz="1400" baseline="0" dirty="0" smtClean="0">
                          <a:latin typeface="Nudi Akshar" pitchFamily="2" charset="0"/>
                          <a:cs typeface="Times New Roman" pitchFamily="18" charset="0"/>
                        </a:rPr>
                        <a:t> ¥</a:t>
                      </a:r>
                      <a:r>
                        <a:rPr lang="en-US" sz="1400" baseline="0" dirty="0" err="1" smtClean="0">
                          <a:latin typeface="Nudi Akshar" pitchFamily="2" charset="0"/>
                          <a:cs typeface="Times New Roman" pitchFamily="18" charset="0"/>
                        </a:rPr>
                        <a:t>ÀqÉAiÀÄÄªÀgÀÄ</a:t>
                      </a:r>
                      <a:r>
                        <a:rPr lang="en-US" sz="1400" baseline="0" dirty="0" smtClean="0">
                          <a:latin typeface="Nudi Akshar" pitchFamily="2" charset="0"/>
                          <a:cs typeface="Times New Roman" pitchFamily="18" charset="0"/>
                        </a:rPr>
                        <a:t>. </a:t>
                      </a:r>
                      <a:endParaRPr lang="en-IN" sz="1400" dirty="0">
                        <a:latin typeface="Nudi Akshar" pitchFamily="2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 smtClean="0">
                          <a:latin typeface="Nudi Akshar" pitchFamily="2" charset="0"/>
                        </a:rPr>
                        <a:t>±</a:t>
                      </a:r>
                      <a:r>
                        <a:rPr lang="en-US" sz="1400" dirty="0" err="1" smtClean="0">
                          <a:latin typeface="Nudi Akshar" pitchFamily="2" charset="0"/>
                        </a:rPr>
                        <a:t>ÀvÁ©Ý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JPïì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¥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Éæ¸ï£À°è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JQìPÀÆånªï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PÁè¸ï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ª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ÀÄvÀÄÛ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EvÀgÉ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gÉÊ®ÄUÀ¼À°è J.¹.¥sÀ¸ïÖ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PÁè¸ï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. </a:t>
                      </a:r>
                    </a:p>
                    <a:p>
                      <a:pPr algn="just"/>
                      <a:r>
                        <a:rPr lang="en-US" sz="1400" baseline="0" dirty="0" smtClean="0">
                          <a:latin typeface="Nudi Akshar" pitchFamily="2" charset="0"/>
                        </a:rPr>
                        <a:t>±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ÀvÁ©Ý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JPïì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¥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Éæ¸ï£À°è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J.¹.ZÉÃgï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PÁgï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ª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ÀÄvÀÄÛ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EvÀgÉ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gÉÊ®ÄUÀ¼À°è J.¹.2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lAiÀÄgï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. </a:t>
                      </a:r>
                      <a:endParaRPr lang="en-IN" sz="1400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udi Akshar" pitchFamily="2" charset="0"/>
                        </a:rPr>
                        <a:t>2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 Black" pitchFamily="34" charset="0"/>
                          <a:cs typeface="Times New Roman" pitchFamily="18" charset="0"/>
                        </a:rPr>
                        <a:t>II</a:t>
                      </a:r>
                      <a:r>
                        <a:rPr lang="en-US" sz="1400" baseline="0" dirty="0" smtClean="0">
                          <a:latin typeface="Arial Black" pitchFamily="34" charset="0"/>
                          <a:cs typeface="Times New Roman" pitchFamily="18" charset="0"/>
                        </a:rPr>
                        <a:t> </a:t>
                      </a:r>
                      <a:endParaRPr lang="en-IN" sz="1400" dirty="0">
                        <a:latin typeface="Arial Black" pitchFamily="34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Nudi Akshar" pitchFamily="2" charset="0"/>
                        </a:rPr>
                        <a:t>J.¹.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ZÉÃgï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PÁgï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/¥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sÀ¸ïÖ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PÁè¸ï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/J.¹. 3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lAiÀÄgï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. </a:t>
                      </a:r>
                      <a:endParaRPr lang="en-IN" sz="1400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udi Akshar" pitchFamily="2" charset="0"/>
                        </a:rPr>
                        <a:t>3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 Black" pitchFamily="34" charset="0"/>
                          <a:cs typeface="Times New Roman" pitchFamily="18" charset="0"/>
                        </a:rPr>
                        <a:t>II</a:t>
                      </a:r>
                      <a:r>
                        <a:rPr lang="en-US" sz="1400" baseline="0" dirty="0" smtClean="0">
                          <a:latin typeface="Arial Black" pitchFamily="34" charset="0"/>
                          <a:cs typeface="Times New Roman" pitchFamily="18" charset="0"/>
                        </a:rPr>
                        <a:t>I </a:t>
                      </a:r>
                      <a:endParaRPr lang="en-IN" sz="1400" dirty="0" smtClean="0">
                        <a:latin typeface="Arial Black" pitchFamily="34" charset="0"/>
                        <a:cs typeface="Times New Roman" pitchFamily="18" charset="0"/>
                      </a:endParaRPr>
                    </a:p>
                    <a:p>
                      <a:endParaRPr lang="en-IN" sz="1400" dirty="0">
                        <a:latin typeface="Arial Black" pitchFamily="34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Nudi Akshar" pitchFamily="2" charset="0"/>
                        </a:rPr>
                        <a:t>J.¹.ZÉÃgï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PÁgï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/¥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sÀ¸ïÖ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PÁè¸ï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/J.¹. 3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lAiÀÄgï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. </a:t>
                      </a:r>
                      <a:endParaRPr lang="en-IN" sz="1400" dirty="0" smtClean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udi Akshar" pitchFamily="2" charset="0"/>
                        </a:rPr>
                        <a:t>4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 Black" pitchFamily="34" charset="0"/>
                          <a:cs typeface="Times New Roman" pitchFamily="18" charset="0"/>
                        </a:rPr>
                        <a:t>IV</a:t>
                      </a:r>
                      <a:endParaRPr lang="en-IN" sz="1400" dirty="0" smtClean="0">
                        <a:latin typeface="Arial Black" pitchFamily="34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IN" sz="1400" dirty="0">
                        <a:latin typeface="Arial Black" pitchFamily="34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Nudi Akshar" pitchFamily="2" charset="0"/>
                        </a:rPr>
                        <a:t>±</a:t>
                      </a:r>
                      <a:r>
                        <a:rPr lang="en-US" sz="1400" dirty="0" err="1" smtClean="0">
                          <a:latin typeface="Nudi Akshar" pitchFamily="2" charset="0"/>
                        </a:rPr>
                        <a:t>ÀvÁ©Ý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ºÁUÀÆ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gÁdzsÁ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¤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JPïì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¥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Éæ¸ï£À°è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 J.¹.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ZÉÃgï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PÁgï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ª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ÀÄvÀÄÛ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EvÀgÉ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 gÉÊ®ÄUÀ¼À°è ¹èÃ¥Àgï </a:t>
                      </a:r>
                      <a:r>
                        <a:rPr lang="en-US" sz="1400" baseline="0" dirty="0" err="1" smtClean="0">
                          <a:latin typeface="Nudi Akshar" pitchFamily="2" charset="0"/>
                        </a:rPr>
                        <a:t>PÁè¸ï</a:t>
                      </a:r>
                      <a:r>
                        <a:rPr lang="en-US" sz="1400" baseline="0" dirty="0" smtClean="0">
                          <a:latin typeface="Nudi Akshar" pitchFamily="2" charset="0"/>
                        </a:rPr>
                        <a:t>. </a:t>
                      </a:r>
                      <a:endParaRPr lang="en-IN" sz="1400" dirty="0" smtClean="0">
                        <a:latin typeface="Nudi Akshar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417064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>
            <a:normAutofit/>
          </a:bodyPr>
          <a:lstStyle/>
          <a:p>
            <a:r>
              <a:rPr lang="en-US" sz="1600" dirty="0" err="1" smtClean="0">
                <a:latin typeface="Nudi Akshar" pitchFamily="2" charset="0"/>
              </a:rPr>
              <a:t>gÀ¸ÉÛAiÀÄ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ÀÄÄSÁAvÀgÀ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ÀæAiÀiÁtÂ¸À®Ä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CºÀðvÉ</a:t>
            </a:r>
            <a:r>
              <a:rPr lang="en-US" sz="1600" dirty="0" smtClean="0">
                <a:latin typeface="Nudi Akshar" pitchFamily="2" charset="0"/>
              </a:rPr>
              <a:t> </a:t>
            </a:r>
          </a:p>
          <a:p>
            <a:r>
              <a:rPr lang="en-US" sz="1600" dirty="0" smtClean="0">
                <a:latin typeface="Nudi Akshar" pitchFamily="2" charset="0"/>
              </a:rPr>
              <a:t>(¸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DzÉÃ±À</a:t>
            </a:r>
            <a:r>
              <a:rPr lang="en-US" sz="1600" dirty="0" smtClean="0">
                <a:latin typeface="Nudi Akshar" pitchFamily="2" charset="0"/>
              </a:rPr>
              <a:t> ¸ÀA J¥sï.r.05 J¸ï.Dgï.J.2009 ¨ÉAUÀ¼ÀÆgÀÄ ¢:01.01.2010) </a:t>
            </a:r>
          </a:p>
          <a:p>
            <a:pPr algn="just"/>
            <a:r>
              <a:rPr lang="en-US" sz="1600" dirty="0" smtClean="0">
                <a:latin typeface="Nudi Akshar" pitchFamily="2" charset="0"/>
              </a:rPr>
              <a:t>PÀ.£Á.¸ÉÃ.¤. 485 (a) </a:t>
            </a:r>
            <a:r>
              <a:rPr lang="en-US" sz="1600" dirty="0" err="1" smtClean="0">
                <a:latin typeface="Nudi Akshar" pitchFamily="2" charset="0"/>
              </a:rPr>
              <a:t>gÀ°è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ÀéAvÀ</a:t>
            </a:r>
            <a:r>
              <a:rPr lang="en-US" sz="1600" dirty="0" smtClean="0">
                <a:latin typeface="Nudi Akshar" pitchFamily="2" charset="0"/>
              </a:rPr>
              <a:t> PÁgÀÄUÀ¼À£ÀÄß ºÉÆA¢®</a:t>
            </a:r>
            <a:r>
              <a:rPr lang="en-US" sz="1600" dirty="0" err="1" smtClean="0">
                <a:latin typeface="Nudi Akshar" pitchFamily="2" charset="0"/>
              </a:rPr>
              <a:t>èzÀ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J¯Áè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ÀvÁæAQvÀ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ÀÄvÀÄÛ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C¥ÀvÁæAQvÀ</a:t>
            </a:r>
            <a:r>
              <a:rPr lang="en-US" sz="1600" dirty="0" smtClean="0">
                <a:latin typeface="Nudi Akshar" pitchFamily="2" charset="0"/>
              </a:rPr>
              <a:t>  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ËPÀgÀgÀÄ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gÉÊ</a:t>
            </a:r>
            <a:r>
              <a:rPr lang="en-US" sz="1600" dirty="0" smtClean="0">
                <a:latin typeface="Nudi Akshar" pitchFamily="2" charset="0"/>
              </a:rPr>
              <a:t>°£À ¸</a:t>
            </a:r>
            <a:r>
              <a:rPr lang="en-US" sz="1600" dirty="0" err="1" smtClean="0">
                <a:latin typeface="Nudi Akshar" pitchFamily="2" charset="0"/>
              </a:rPr>
              <a:t>ÀA¥ÀPÀð</a:t>
            </a:r>
            <a:r>
              <a:rPr lang="en-US" sz="1600" dirty="0" smtClean="0">
                <a:latin typeface="Nudi Akshar" pitchFamily="2" charset="0"/>
              </a:rPr>
              <a:t>«®</a:t>
            </a:r>
            <a:r>
              <a:rPr lang="en-US" sz="1600" dirty="0" err="1" smtClean="0">
                <a:latin typeface="Nudi Akshar" pitchFamily="2" charset="0"/>
              </a:rPr>
              <a:t>èzÀ</a:t>
            </a:r>
            <a:r>
              <a:rPr lang="en-US" sz="1600" dirty="0" smtClean="0">
                <a:latin typeface="Nudi Akshar" pitchFamily="2" charset="0"/>
              </a:rPr>
              <a:t> ¸ÀÜ¼ÀUÀ¼À £</a:t>
            </a:r>
            <a:r>
              <a:rPr lang="en-US" sz="1600" dirty="0" err="1" smtClean="0">
                <a:latin typeface="Nudi Akshar" pitchFamily="2" charset="0"/>
              </a:rPr>
              <a:t>ÀqÀÄªÉ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ÁªÀðd¤PÀ</a:t>
            </a:r>
            <a:r>
              <a:rPr lang="en-US" sz="1600" dirty="0" smtClean="0">
                <a:latin typeface="Nudi Akshar" pitchFamily="2" charset="0"/>
              </a:rPr>
              <a:t> §¸ÀÄìUÀ¼À ªÀÄÆ®PÀ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ÀiÁqÀ¨ÉÃPÉAzÀÄ</a:t>
            </a:r>
            <a:r>
              <a:rPr lang="en-US" sz="1600" dirty="0" smtClean="0">
                <a:latin typeface="Nudi Akshar" pitchFamily="2" charset="0"/>
              </a:rPr>
              <a:t> ¤</a:t>
            </a:r>
            <a:r>
              <a:rPr lang="en-US" sz="1600" dirty="0" err="1" smtClean="0">
                <a:latin typeface="Nudi Akshar" pitchFamily="2" charset="0"/>
              </a:rPr>
              <a:t>jÃQë¸À¯ÁVzÉ</a:t>
            </a:r>
            <a:r>
              <a:rPr lang="en-US" sz="1600" dirty="0" smtClean="0">
                <a:latin typeface="Nudi Akshar" pitchFamily="2" charset="0"/>
              </a:rPr>
              <a:t>. ºÁUÀÆ ¤</a:t>
            </a:r>
            <a:r>
              <a:rPr lang="en-US" sz="1600" dirty="0" err="1" smtClean="0">
                <a:latin typeface="Nudi Akshar" pitchFamily="2" charset="0"/>
              </a:rPr>
              <a:t>AiÀÄªÀÄzÀ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n¥ÀàtÂ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ÀæPÁgÀ</a:t>
            </a:r>
            <a:r>
              <a:rPr lang="en-US" sz="1600" dirty="0" smtClean="0">
                <a:latin typeface="Nudi Akshar" pitchFamily="2" charset="0"/>
              </a:rPr>
              <a:t> ®</a:t>
            </a:r>
            <a:r>
              <a:rPr lang="en-US" sz="1600" dirty="0" err="1" smtClean="0">
                <a:latin typeface="Nudi Akshar" pitchFamily="2" charset="0"/>
              </a:rPr>
              <a:t>PÀÄìj</a:t>
            </a:r>
            <a:r>
              <a:rPr lang="en-US" sz="1600" dirty="0" smtClean="0">
                <a:latin typeface="Nudi Akshar" pitchFamily="2" charset="0"/>
              </a:rPr>
              <a:t> §¸ÀÄìUÀ¼À ªÀÄÆ®PÀ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ÀiÁqÀÄªÀ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ËPÀgÀgÀÄ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CªÀgÀÄ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CAxÀ</a:t>
            </a:r>
            <a:r>
              <a:rPr lang="en-US" sz="1600" dirty="0" smtClean="0">
                <a:latin typeface="Nudi Akshar" pitchFamily="2" charset="0"/>
              </a:rPr>
              <a:t> §¸ÀÄÛUÀ¼À°è ªÁ¸ÀÛªÀªÁV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ÀiÁrzÁÝgÉAzÀÄ</a:t>
            </a:r>
            <a:r>
              <a:rPr lang="en-US" sz="1600" dirty="0" smtClean="0">
                <a:latin typeface="Nudi Akshar" pitchFamily="2" charset="0"/>
              </a:rPr>
              <a:t> ©°</a:t>
            </a:r>
            <a:r>
              <a:rPr lang="en-US" sz="1600" dirty="0" err="1" smtClean="0">
                <a:latin typeface="Nudi Akshar" pitchFamily="2" charset="0"/>
              </a:rPr>
              <a:t>è£À°è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ÀæªÀiÁt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ÀvÀæªÀ£ÀÄß</a:t>
            </a:r>
            <a:r>
              <a:rPr lang="en-US" sz="1600" dirty="0" smtClean="0">
                <a:latin typeface="Nudi Akshar" pitchFamily="2" charset="0"/>
              </a:rPr>
              <a:t> MzÀV¹zÀÝgÉ </a:t>
            </a:r>
            <a:r>
              <a:rPr lang="en-US" sz="1600" dirty="0" err="1" smtClean="0">
                <a:latin typeface="Nudi Akshar" pitchFamily="2" charset="0"/>
              </a:rPr>
              <a:t>CªÀjUÉ</a:t>
            </a:r>
            <a:r>
              <a:rPr lang="en-US" sz="1600" dirty="0" smtClean="0">
                <a:latin typeface="Nudi Akshar" pitchFamily="2" charset="0"/>
              </a:rPr>
              <a:t> ®</a:t>
            </a:r>
            <a:r>
              <a:rPr lang="en-US" sz="1600" dirty="0" err="1" smtClean="0">
                <a:latin typeface="Nudi Akshar" pitchFamily="2" charset="0"/>
              </a:rPr>
              <a:t>PÀÄìj</a:t>
            </a:r>
            <a:r>
              <a:rPr lang="en-US" sz="1600" dirty="0" smtClean="0">
                <a:latin typeface="Nudi Akshar" pitchFamily="2" charset="0"/>
              </a:rPr>
              <a:t> §¸ÀÄìUÀ¼À zÀgÀUÀ¼À£ÀÄß  </a:t>
            </a:r>
            <a:r>
              <a:rPr lang="en-US" sz="1600" dirty="0" err="1" smtClean="0">
                <a:latin typeface="Nudi Akshar" pitchFamily="2" charset="0"/>
              </a:rPr>
              <a:t>PÉÆgÀ</a:t>
            </a:r>
            <a:r>
              <a:rPr lang="en-US" sz="1600" dirty="0" smtClean="0">
                <a:latin typeface="Nudi Akshar" pitchFamily="2" charset="0"/>
              </a:rPr>
              <a:t>§º</a:t>
            </a:r>
            <a:r>
              <a:rPr lang="en-US" sz="1600" dirty="0" err="1" smtClean="0">
                <a:latin typeface="Nudi Akshar" pitchFamily="2" charset="0"/>
              </a:rPr>
              <a:t>ÀÄzÁVzÉ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pPr algn="just"/>
            <a:r>
              <a:rPr lang="en-US" sz="1600" dirty="0" smtClean="0">
                <a:latin typeface="Nudi Akshar" pitchFamily="2" charset="0"/>
              </a:rPr>
              <a:t>««</a:t>
            </a:r>
            <a:r>
              <a:rPr lang="en-US" sz="1600" dirty="0" err="1" smtClean="0">
                <a:latin typeface="Nudi Akshar" pitchFamily="2" charset="0"/>
              </a:rPr>
              <a:t>zsÀ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ÀæªÀUÀðPÉÌ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ÉÃjzÀ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ËPÀgÀgÀÄ</a:t>
            </a:r>
            <a:r>
              <a:rPr lang="en-US" sz="1600" dirty="0" smtClean="0">
                <a:latin typeface="Nudi Akshar" pitchFamily="2" charset="0"/>
              </a:rPr>
              <a:t> F PÉ¼ÀPÀAqÀ </a:t>
            </a:r>
            <a:r>
              <a:rPr lang="en-US" sz="1600" dirty="0" err="1" smtClean="0">
                <a:latin typeface="Nudi Akshar" pitchFamily="2" charset="0"/>
              </a:rPr>
              <a:t>PÉÆÃµÀÖPÀzÀ°è</a:t>
            </a:r>
            <a:r>
              <a:rPr lang="en-US" sz="1600" dirty="0" smtClean="0">
                <a:latin typeface="Nudi Akshar" pitchFamily="2" charset="0"/>
              </a:rPr>
              <a:t> £ÀªÀÄÆ¢¹gÀÄªÀAvÉ </a:t>
            </a:r>
            <a:r>
              <a:rPr lang="en-US" sz="1600" dirty="0" err="1" smtClean="0">
                <a:latin typeface="Nudi Akshar" pitchFamily="2" charset="0"/>
              </a:rPr>
              <a:t>PÀ£ÁðlPÀ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gÁdå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gÀ¸ÉÛ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ÁjUÉ</a:t>
            </a:r>
            <a:r>
              <a:rPr lang="en-US" sz="1600" dirty="0" smtClean="0">
                <a:latin typeface="Nudi Akshar" pitchFamily="2" charset="0"/>
              </a:rPr>
              <a:t> ¤UÀªÀÄ ª</a:t>
            </a:r>
            <a:r>
              <a:rPr lang="en-US" sz="1600" dirty="0" err="1" smtClean="0">
                <a:latin typeface="Nudi Akshar" pitchFamily="2" charset="0"/>
              </a:rPr>
              <a:t>ÀÄvÀÄÛ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EvÀgÉ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gÁdå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ÁéªÀÄåzÀ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ÁjUÉ</a:t>
            </a:r>
            <a:r>
              <a:rPr lang="en-US" sz="1600" dirty="0" smtClean="0">
                <a:latin typeface="Nudi Akshar" pitchFamily="2" charset="0"/>
              </a:rPr>
              <a:t> ¤</a:t>
            </a:r>
            <a:r>
              <a:rPr lang="en-US" sz="1600" dirty="0" err="1" smtClean="0">
                <a:latin typeface="Nudi Akshar" pitchFamily="2" charset="0"/>
              </a:rPr>
              <a:t>UÀªÀÄzÀ</a:t>
            </a:r>
            <a:r>
              <a:rPr lang="en-US" sz="1600" dirty="0" smtClean="0">
                <a:latin typeface="Nudi Akshar" pitchFamily="2" charset="0"/>
              </a:rPr>
              <a:t> §¸ÀÄìUÀ½UÉ ¤UÀ¢¥Àr¹zÀ zÀgÀUÀ¼À£ÀÄß ¥</a:t>
            </a:r>
            <a:r>
              <a:rPr lang="en-US" sz="1600" dirty="0" err="1" smtClean="0">
                <a:latin typeface="Nudi Akshar" pitchFamily="2" charset="0"/>
              </a:rPr>
              <a:t>ÀqÉAiÀÄ®Ä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CºÀðjgÀÄvÁÛgÉ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pPr algn="just"/>
            <a:endParaRPr lang="en-IN" sz="1800" dirty="0">
              <a:latin typeface="Nudi Akshar" pitchFamily="2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317097858"/>
              </p:ext>
            </p:extLst>
          </p:nvPr>
        </p:nvGraphicFramePr>
        <p:xfrm>
          <a:off x="1403648" y="3573016"/>
          <a:ext cx="6408712" cy="214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/>
                <a:gridCol w="1080120"/>
                <a:gridCol w="4680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Nudi Akshar" pitchFamily="2" charset="0"/>
                        </a:rPr>
                        <a:t>PÀæ</a:t>
                      </a:r>
                      <a:r>
                        <a:rPr lang="en-US" dirty="0" smtClean="0">
                          <a:latin typeface="Nudi Akshar" pitchFamily="2" charset="0"/>
                        </a:rPr>
                        <a:t>.¸ÀA.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udi Akshar" pitchFamily="2" charset="0"/>
                        </a:rPr>
                        <a:t>¥</a:t>
                      </a:r>
                      <a:r>
                        <a:rPr lang="en-US" dirty="0" err="1" smtClean="0">
                          <a:latin typeface="Nudi Akshar" pitchFamily="2" charset="0"/>
                        </a:rPr>
                        <a:t>ÀæªÀUÀð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Nudi Akshar" pitchFamily="2" charset="0"/>
                        </a:rPr>
                        <a:t>CºÀðvÉ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udi Akshar" pitchFamily="2" charset="0"/>
                        </a:rPr>
                        <a:t>1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IA</a:t>
                      </a: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  &amp;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IB</a:t>
                      </a: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endParaRPr lang="en-IN" sz="18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Nudi Akshar" pitchFamily="2" charset="0"/>
                        </a:rPr>
                        <a:t>ª</a:t>
                      </a:r>
                      <a:r>
                        <a:rPr lang="en-US" sz="1600" dirty="0" err="1" smtClean="0">
                          <a:latin typeface="Nudi Akshar" pitchFamily="2" charset="0"/>
                        </a:rPr>
                        <a:t>ÉÇÃ¯ÉÆéÃ</a:t>
                      </a:r>
                      <a:r>
                        <a:rPr lang="en-US" sz="1600" baseline="0" dirty="0" smtClean="0">
                          <a:latin typeface="Nudi Akshar" pitchFamily="2" charset="0"/>
                        </a:rPr>
                        <a:t> (</a:t>
                      </a:r>
                      <a:r>
                        <a:rPr lang="en-US" sz="1600" baseline="0" dirty="0" err="1" smtClean="0">
                          <a:latin typeface="Nudi Akshar" pitchFamily="2" charset="0"/>
                        </a:rPr>
                        <a:t>LgÁªÀvÀ</a:t>
                      </a:r>
                      <a:r>
                        <a:rPr lang="en-US" sz="1600" baseline="0" dirty="0" smtClean="0">
                          <a:latin typeface="Nudi Akshar" pitchFamily="2" charset="0"/>
                        </a:rPr>
                        <a:t>)-º</a:t>
                      </a:r>
                      <a:r>
                        <a:rPr lang="en-US" sz="1600" baseline="0" dirty="0" err="1" smtClean="0">
                          <a:latin typeface="Nudi Akshar" pitchFamily="2" charset="0"/>
                        </a:rPr>
                        <a:t>ÀªÁ¤AiÀÄAwævÀ</a:t>
                      </a:r>
                      <a:r>
                        <a:rPr lang="en-US" sz="1600" baseline="0" dirty="0" smtClean="0">
                          <a:latin typeface="Nudi Akshar" pitchFamily="2" charset="0"/>
                        </a:rPr>
                        <a:t> ¹Ãlgï </a:t>
                      </a:r>
                    </a:p>
                    <a:p>
                      <a:r>
                        <a:rPr lang="en-US" sz="1600" baseline="0" dirty="0" err="1" smtClean="0">
                          <a:latin typeface="Nudi Akshar" pitchFamily="2" charset="0"/>
                        </a:rPr>
                        <a:t>PÀgÉÆÃ£À</a:t>
                      </a:r>
                      <a:r>
                        <a:rPr lang="en-US" sz="1600" baseline="0" dirty="0" smtClean="0">
                          <a:latin typeface="Nudi Akshar" pitchFamily="2" charset="0"/>
                        </a:rPr>
                        <a:t> (</a:t>
                      </a:r>
                      <a:r>
                        <a:rPr lang="en-US" sz="1600" baseline="0" dirty="0" err="1" smtClean="0">
                          <a:latin typeface="Nudi Akshar" pitchFamily="2" charset="0"/>
                        </a:rPr>
                        <a:t>CA¨Áj</a:t>
                      </a:r>
                      <a:r>
                        <a:rPr lang="en-US" sz="1600" baseline="0" dirty="0" smtClean="0">
                          <a:latin typeface="Nudi Akshar" pitchFamily="2" charset="0"/>
                        </a:rPr>
                        <a:t>)-º</a:t>
                      </a:r>
                      <a:r>
                        <a:rPr lang="en-US" sz="1600" baseline="0" dirty="0" err="1" smtClean="0">
                          <a:latin typeface="Nudi Akshar" pitchFamily="2" charset="0"/>
                        </a:rPr>
                        <a:t>ÀªÁ¤AiÀÄAwævÀªÀ®èzÀ</a:t>
                      </a:r>
                      <a:r>
                        <a:rPr lang="en-US" sz="1600" baseline="0" dirty="0" smtClean="0">
                          <a:latin typeface="Nudi Akshar" pitchFamily="2" charset="0"/>
                        </a:rPr>
                        <a:t> ¹Ãlgï </a:t>
                      </a:r>
                    </a:p>
                    <a:p>
                      <a:r>
                        <a:rPr lang="en-US" sz="1600" dirty="0" smtClean="0">
                          <a:latin typeface="Nudi Akshar" pitchFamily="2" charset="0"/>
                        </a:rPr>
                        <a:t>º</a:t>
                      </a:r>
                      <a:r>
                        <a:rPr lang="en-US" sz="1600" dirty="0" err="1" smtClean="0">
                          <a:latin typeface="Nudi Akshar" pitchFamily="2" charset="0"/>
                        </a:rPr>
                        <a:t>ÀªÁ¤AiÀÄAwævÀªÀ®èzÀ</a:t>
                      </a:r>
                      <a:r>
                        <a:rPr lang="en-US" sz="1600" baseline="0" dirty="0" smtClean="0">
                          <a:latin typeface="Nudi Akshar" pitchFamily="2" charset="0"/>
                        </a:rPr>
                        <a:t> ¹èÃ¥Àgï </a:t>
                      </a:r>
                      <a:endParaRPr lang="en-IN" sz="1600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udi Akshar" pitchFamily="2" charset="0"/>
                        </a:rPr>
                        <a:t>2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II</a:t>
                      </a:r>
                      <a:endParaRPr lang="en-IN" sz="18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Nudi Akshar" pitchFamily="2" charset="0"/>
                        </a:rPr>
                        <a:t>²ÃvÀ¯ï-º</a:t>
                      </a:r>
                      <a:r>
                        <a:rPr lang="en-US" sz="1600" dirty="0" err="1" smtClean="0">
                          <a:latin typeface="Nudi Akshar" pitchFamily="2" charset="0"/>
                        </a:rPr>
                        <a:t>ÀªÁ¤AiÀÄAwævÀ</a:t>
                      </a:r>
                      <a:r>
                        <a:rPr lang="en-US" sz="1600" baseline="0" dirty="0" smtClean="0">
                          <a:latin typeface="Nudi Akshar" pitchFamily="2" charset="0"/>
                        </a:rPr>
                        <a:t> ¹Ãlgï </a:t>
                      </a:r>
                    </a:p>
                    <a:p>
                      <a:r>
                        <a:rPr lang="en-US" sz="1600" baseline="0" dirty="0" err="1" smtClean="0">
                          <a:latin typeface="Nudi Akshar" pitchFamily="2" charset="0"/>
                        </a:rPr>
                        <a:t>C¯ÁÖç</a:t>
                      </a:r>
                      <a:r>
                        <a:rPr lang="en-US" sz="1600" baseline="0" dirty="0" smtClean="0">
                          <a:latin typeface="Nudi Akshar" pitchFamily="2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Nudi Akshar" pitchFamily="2" charset="0"/>
                        </a:rPr>
                        <a:t>r®Pïì</a:t>
                      </a:r>
                      <a:r>
                        <a:rPr lang="en-US" sz="1600" baseline="0" dirty="0" smtClean="0">
                          <a:latin typeface="Nudi Akshar" pitchFamily="2" charset="0"/>
                        </a:rPr>
                        <a:t>(</a:t>
                      </a:r>
                      <a:r>
                        <a:rPr lang="en-US" sz="1600" baseline="0" dirty="0" err="1" smtClean="0">
                          <a:latin typeface="Nudi Akshar" pitchFamily="2" charset="0"/>
                        </a:rPr>
                        <a:t>gÁdºÀA¸À</a:t>
                      </a:r>
                      <a:r>
                        <a:rPr lang="en-US" sz="1600" baseline="0" dirty="0" smtClean="0">
                          <a:latin typeface="Nudi Akshar" pitchFamily="2" charset="0"/>
                        </a:rPr>
                        <a:t>)-¸</a:t>
                      </a:r>
                      <a:r>
                        <a:rPr lang="en-US" sz="1600" baseline="0" dirty="0" err="1" smtClean="0">
                          <a:latin typeface="Nudi Akshar" pitchFamily="2" charset="0"/>
                        </a:rPr>
                        <a:t>ÀªÁ¤AiÀÄAwævÀªÀ®èzÀ</a:t>
                      </a:r>
                      <a:r>
                        <a:rPr lang="en-US" sz="1600" baseline="0" dirty="0" smtClean="0">
                          <a:latin typeface="Nudi Akshar" pitchFamily="2" charset="0"/>
                        </a:rPr>
                        <a:t> ¹èÃ¥Àgï</a:t>
                      </a:r>
                      <a:endParaRPr lang="en-IN" sz="1600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udi Akshar" pitchFamily="2" charset="0"/>
                        </a:rPr>
                        <a:t>3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II</a:t>
                      </a:r>
                      <a:r>
                        <a:rPr lang="en-US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I  &amp; 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Nudi Akshar" pitchFamily="2" charset="0"/>
                        </a:rPr>
                        <a:t>¸</a:t>
                      </a:r>
                      <a:r>
                        <a:rPr lang="en-US" sz="1600" dirty="0" err="1" smtClean="0">
                          <a:latin typeface="Nudi Akshar" pitchFamily="2" charset="0"/>
                        </a:rPr>
                        <a:t>ÁªÀiÁ£Àå</a:t>
                      </a:r>
                      <a:r>
                        <a:rPr lang="en-US" sz="1600" dirty="0" smtClean="0">
                          <a:latin typeface="Nudi Akshar" pitchFamily="2" charset="0"/>
                        </a:rPr>
                        <a:t>/</a:t>
                      </a:r>
                      <a:r>
                        <a:rPr lang="en-US" sz="1600" dirty="0" err="1" smtClean="0">
                          <a:latin typeface="Nudi Akshar" pitchFamily="2" charset="0"/>
                        </a:rPr>
                        <a:t>JPïì</a:t>
                      </a:r>
                      <a:r>
                        <a:rPr lang="en-US" sz="1600" baseline="0" dirty="0" err="1" smtClean="0">
                          <a:latin typeface="Nudi Akshar" pitchFamily="2" charset="0"/>
                        </a:rPr>
                        <a:t>¥Éæ¸ï</a:t>
                      </a:r>
                      <a:r>
                        <a:rPr lang="en-US" sz="1600" baseline="0" dirty="0" smtClean="0">
                          <a:latin typeface="Nudi Akshar" pitchFamily="2" charset="0"/>
                        </a:rPr>
                        <a:t>-º</a:t>
                      </a:r>
                      <a:r>
                        <a:rPr lang="en-US" sz="1600" baseline="0" dirty="0" err="1" smtClean="0">
                          <a:latin typeface="Nudi Akshar" pitchFamily="2" charset="0"/>
                        </a:rPr>
                        <a:t>ÀªÁ¤AiÀÄAwævÀªÀ®èzÀ</a:t>
                      </a:r>
                      <a:r>
                        <a:rPr lang="en-US" sz="1600" baseline="0" dirty="0" smtClean="0">
                          <a:latin typeface="Nudi Akshar" pitchFamily="2" charset="0"/>
                        </a:rPr>
                        <a:t> ¹Ãlgï. </a:t>
                      </a:r>
                      <a:endParaRPr lang="en-IN" sz="1600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71514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pPr algn="just"/>
            <a:r>
              <a:rPr lang="en-US" sz="1600" dirty="0" smtClean="0">
                <a:latin typeface="Nudi Akshar" pitchFamily="2" charset="0"/>
              </a:rPr>
              <a:t>«ª</a:t>
            </a:r>
            <a:r>
              <a:rPr lang="en-US" sz="1600" dirty="0" err="1" smtClean="0">
                <a:latin typeface="Nudi Akshar" pitchFamily="2" charset="0"/>
              </a:rPr>
              <a:t>ÀiÁ£ÀzÀ°è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ÀiÁqÀ®Ä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CºÀðvÉ</a:t>
            </a:r>
            <a:r>
              <a:rPr lang="en-US" sz="1600" dirty="0" smtClean="0">
                <a:latin typeface="Nudi Akshar" pitchFamily="2" charset="0"/>
              </a:rPr>
              <a:t> </a:t>
            </a:r>
          </a:p>
          <a:p>
            <a:pPr algn="just"/>
            <a:r>
              <a:rPr lang="en-US" sz="1600" dirty="0" smtClean="0">
                <a:latin typeface="Nudi Akshar" pitchFamily="2" charset="0"/>
              </a:rPr>
              <a:t>1.¥ÀæªÁ¸À </a:t>
            </a:r>
            <a:r>
              <a:rPr lang="en-US" sz="1600" dirty="0" err="1" smtClean="0">
                <a:latin typeface="Nudi Akshar" pitchFamily="2" charset="0"/>
              </a:rPr>
              <a:t>PÁ®zÀ°è</a:t>
            </a:r>
            <a:r>
              <a:rPr lang="en-US" sz="1600" dirty="0" smtClean="0">
                <a:latin typeface="Nudi Akshar" pitchFamily="2" charset="0"/>
              </a:rPr>
              <a:t> «ª</a:t>
            </a:r>
            <a:r>
              <a:rPr lang="en-US" sz="1600" dirty="0" err="1" smtClean="0">
                <a:latin typeface="Nudi Akshar" pitchFamily="2" charset="0"/>
              </a:rPr>
              <a:t>ÀiÁ£À</a:t>
            </a:r>
            <a:r>
              <a:rPr lang="en-US" sz="1600" dirty="0" smtClean="0">
                <a:latin typeface="Nudi Akshar" pitchFamily="2" charset="0"/>
              </a:rPr>
              <a:t> ªÀÄÆ®PÀ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(¤</a:t>
            </a:r>
            <a:r>
              <a:rPr lang="en-US" sz="1600" dirty="0" err="1" smtClean="0">
                <a:latin typeface="Nudi Akshar" pitchFamily="2" charset="0"/>
              </a:rPr>
              <a:t>AiÀÄªÀÄ</a:t>
            </a:r>
            <a:r>
              <a:rPr lang="en-US" sz="1600" dirty="0" smtClean="0">
                <a:latin typeface="Nudi Akshar" pitchFamily="2" charset="0"/>
              </a:rPr>
              <a:t> 532) </a:t>
            </a:r>
          </a:p>
          <a:p>
            <a:pPr algn="just"/>
            <a:r>
              <a:rPr lang="en-US" sz="1600" dirty="0" smtClean="0">
                <a:latin typeface="Nudi Akshar" pitchFamily="2" charset="0"/>
              </a:rPr>
              <a:t>2.gÀÆ. 40,050/- </a:t>
            </a:r>
            <a:r>
              <a:rPr lang="en-US" sz="1600" dirty="0" err="1" smtClean="0">
                <a:latin typeface="Nudi Akshar" pitchFamily="2" charset="0"/>
              </a:rPr>
              <a:t>CxÀªÁ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ÉÄÃ®àlÄÖ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ÉÃvÀ£À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ÀqÉAiÀÄÄªÀ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ËPÀgÀ£ÀÄ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gÁdåzÀ</a:t>
            </a:r>
            <a:r>
              <a:rPr lang="en-US" sz="1600" dirty="0" smtClean="0">
                <a:latin typeface="Nudi Akshar" pitchFamily="2" charset="0"/>
              </a:rPr>
              <a:t> º</a:t>
            </a:r>
            <a:r>
              <a:rPr lang="en-US" sz="1600" dirty="0" err="1" smtClean="0">
                <a:latin typeface="Nudi Akshar" pitchFamily="2" charset="0"/>
              </a:rPr>
              <a:t>ÉÆgÀV£À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ÀæªÁ¸ÀzÀ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ÀAzÀ¨sÀðzÀ°è</a:t>
            </a:r>
            <a:r>
              <a:rPr lang="en-US" sz="1600" dirty="0" smtClean="0">
                <a:latin typeface="Nudi Akshar" pitchFamily="2" charset="0"/>
              </a:rPr>
              <a:t>  ª</a:t>
            </a:r>
            <a:r>
              <a:rPr lang="en-US" sz="1600" dirty="0" err="1" smtClean="0">
                <a:latin typeface="Nudi Akshar" pitchFamily="2" charset="0"/>
              </a:rPr>
              <a:t>ÀiÁqÀÄªÀ</a:t>
            </a:r>
            <a:r>
              <a:rPr lang="en-US" sz="1600" dirty="0" smtClean="0">
                <a:latin typeface="Nudi Akshar" pitchFamily="2" charset="0"/>
              </a:rPr>
              <a:t>  ¥</a:t>
            </a:r>
            <a:r>
              <a:rPr lang="en-US" sz="1600" dirty="0" err="1" smtClean="0">
                <a:latin typeface="Nudi Akshar" pitchFamily="2" charset="0"/>
              </a:rPr>
              <a:t>ÀæAiÀiÁtªÀ£ÀÄß</a:t>
            </a:r>
            <a:r>
              <a:rPr lang="en-US" sz="1600" dirty="0" smtClean="0">
                <a:latin typeface="Nudi Akshar" pitchFamily="2" charset="0"/>
              </a:rPr>
              <a:t> «ª</a:t>
            </a:r>
            <a:r>
              <a:rPr lang="en-US" sz="1600" dirty="0" err="1" smtClean="0">
                <a:latin typeface="Nudi Akshar" pitchFamily="2" charset="0"/>
              </a:rPr>
              <a:t>ÀiÁ£À</a:t>
            </a:r>
            <a:r>
              <a:rPr lang="en-US" sz="1600" dirty="0" smtClean="0">
                <a:latin typeface="Nudi Akshar" pitchFamily="2" charset="0"/>
              </a:rPr>
              <a:t> ªÀÄÆ®PÀ PÉÊUÉÆ¼Àî®Ä </a:t>
            </a:r>
            <a:r>
              <a:rPr lang="en-US" sz="1600" dirty="0" err="1" smtClean="0">
                <a:latin typeface="Nudi Akshar" pitchFamily="2" charset="0"/>
              </a:rPr>
              <a:t>CªÀPÁ±À«zÉ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pPr algn="just"/>
            <a:r>
              <a:rPr lang="en-US" sz="1600" dirty="0" smtClean="0">
                <a:latin typeface="Nudi Akshar" pitchFamily="2" charset="0"/>
              </a:rPr>
              <a:t>3.gÀÆ.34,500/- </a:t>
            </a:r>
            <a:r>
              <a:rPr lang="en-US" sz="1600" dirty="0" err="1" smtClean="0">
                <a:latin typeface="Nudi Akshar" pitchFamily="2" charset="0"/>
              </a:rPr>
              <a:t>CxÀªÁ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CzÀPÀÆÌ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ÉÄÃ®àlÄÖ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ÉÃvÀ£À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ÀqÉAiÀÄÄªÀ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ËPÀgÀ£ÀÄ</a:t>
            </a:r>
            <a:r>
              <a:rPr lang="en-US" sz="1600" dirty="0" smtClean="0">
                <a:latin typeface="Nudi Akshar" pitchFamily="2" charset="0"/>
              </a:rPr>
              <a:t> gÁdåzÉÆ¼ÀV£À ¥</a:t>
            </a:r>
            <a:r>
              <a:rPr lang="en-US" sz="1600" dirty="0" err="1" smtClean="0">
                <a:latin typeface="Nudi Akshar" pitchFamily="2" charset="0"/>
              </a:rPr>
              <a:t>ÀæªÁ¸ÀzÀ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ÀAzÀ¨sÀðzÀ°è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ÀiÁqÀÄªÀ</a:t>
            </a:r>
            <a:r>
              <a:rPr lang="en-US" sz="1600" dirty="0" smtClean="0">
                <a:latin typeface="Nudi Akshar" pitchFamily="2" charset="0"/>
              </a:rPr>
              <a:t>  ¥</a:t>
            </a:r>
            <a:r>
              <a:rPr lang="en-US" sz="1600" dirty="0" err="1" smtClean="0">
                <a:latin typeface="Nudi Akshar" pitchFamily="2" charset="0"/>
              </a:rPr>
              <a:t>ÀæAiÀiÁtªÀ£ÀÄß</a:t>
            </a:r>
            <a:r>
              <a:rPr lang="en-US" sz="1600" dirty="0" smtClean="0">
                <a:latin typeface="Nudi Akshar" pitchFamily="2" charset="0"/>
              </a:rPr>
              <a:t> «ª</a:t>
            </a:r>
            <a:r>
              <a:rPr lang="en-US" sz="1600" dirty="0" err="1" smtClean="0">
                <a:latin typeface="Nudi Akshar" pitchFamily="2" charset="0"/>
              </a:rPr>
              <a:t>ÀiÁ£À</a:t>
            </a:r>
            <a:r>
              <a:rPr lang="en-US" sz="1600" dirty="0" smtClean="0">
                <a:latin typeface="Nudi Akshar" pitchFamily="2" charset="0"/>
              </a:rPr>
              <a:t> ªÀÄÆ®PÀ PÉÊUÉÆ¼Àî®Ä </a:t>
            </a:r>
            <a:r>
              <a:rPr lang="en-US" sz="1600" dirty="0" err="1" smtClean="0">
                <a:latin typeface="Nudi Akshar" pitchFamily="2" charset="0"/>
              </a:rPr>
              <a:t>CªÀPÁ±À«zÉ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pPr algn="just"/>
            <a:r>
              <a:rPr lang="en-US" sz="1600" dirty="0" smtClean="0">
                <a:latin typeface="Nudi Akshar" pitchFamily="2" charset="0"/>
              </a:rPr>
              <a:t>4. gÀÆ.34,500 </a:t>
            </a:r>
            <a:r>
              <a:rPr lang="en-US" sz="1600" dirty="0" err="1" smtClean="0">
                <a:latin typeface="Nudi Akshar" pitchFamily="2" charset="0"/>
              </a:rPr>
              <a:t>CxÀªÁ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CzÀPÀÆÌ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ÉÄÃ®àlÄÖ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ÉÃvÀ£ÀªÀ£ÀÄß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ÀqÉAiÀÄÄªÀ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ËPÀgÀ£ÀÄ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PÀvÀðªÀåzÀ</a:t>
            </a:r>
            <a:r>
              <a:rPr lang="en-US" sz="1600" dirty="0" smtClean="0">
                <a:latin typeface="Nudi Akshar" pitchFamily="2" charset="0"/>
              </a:rPr>
              <a:t>  ªÉÄÃ¯É ¨ÉAUÀ¼ÀÆj¤AzÀ ©</a:t>
            </a:r>
            <a:r>
              <a:rPr lang="en-US" sz="1600" dirty="0" err="1" smtClean="0">
                <a:latin typeface="Nudi Akshar" pitchFamily="2" charset="0"/>
              </a:rPr>
              <a:t>ÃzÀgï</a:t>
            </a:r>
            <a:r>
              <a:rPr lang="en-US" sz="1600" dirty="0" smtClean="0">
                <a:latin typeface="Nudi Akshar" pitchFamily="2" charset="0"/>
              </a:rPr>
              <a:t>  </a:t>
            </a:r>
            <a:r>
              <a:rPr lang="en-US" sz="1600" dirty="0" err="1" smtClean="0">
                <a:latin typeface="Nudi Akshar" pitchFamily="2" charset="0"/>
              </a:rPr>
              <a:t>f¯ÉèAiÀÄ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AiÀiÁªÀÅzÉÃ</a:t>
            </a:r>
            <a:r>
              <a:rPr lang="en-US" sz="1600" dirty="0" smtClean="0">
                <a:latin typeface="Nudi Akshar" pitchFamily="2" charset="0"/>
              </a:rPr>
              <a:t> ¸ÀÜ¼ÀPÉÌ/¨ÉAUÀ¼ÀÆj¤AzÀ  </a:t>
            </a:r>
            <a:r>
              <a:rPr lang="en-US" sz="1600" dirty="0" err="1" smtClean="0">
                <a:latin typeface="Nudi Akshar" pitchFamily="2" charset="0"/>
              </a:rPr>
              <a:t>UÀÄ®âUÀðPÉÌ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ÀÄvÉÛ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CzÉÃ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jÃwAiÀiÁV</a:t>
            </a:r>
            <a:r>
              <a:rPr lang="en-US" sz="1600" dirty="0" smtClean="0">
                <a:latin typeface="Nudi Akshar" pitchFamily="2" charset="0"/>
              </a:rPr>
              <a:t> »</a:t>
            </a:r>
            <a:r>
              <a:rPr lang="en-US" sz="1600" dirty="0" err="1" smtClean="0">
                <a:latin typeface="Nudi Akshar" pitchFamily="2" charset="0"/>
              </a:rPr>
              <a:t>AzÀPÉÌ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ÀæªÁ¸ÀªÀ£ÀÄß</a:t>
            </a:r>
            <a:r>
              <a:rPr lang="en-US" sz="1600" dirty="0" smtClean="0">
                <a:latin typeface="Nudi Akshar" pitchFamily="2" charset="0"/>
              </a:rPr>
              <a:t> PÉÊUÉÆ¼Àî®Ä </a:t>
            </a:r>
          </a:p>
          <a:p>
            <a:pPr algn="just"/>
            <a:r>
              <a:rPr lang="en-US" sz="1600" dirty="0" smtClean="0">
                <a:latin typeface="Nudi Akshar" pitchFamily="2" charset="0"/>
              </a:rPr>
              <a:t>¢£</a:t>
            </a:r>
            <a:r>
              <a:rPr lang="en-US" sz="1600" dirty="0" err="1" smtClean="0">
                <a:latin typeface="Nudi Akshar" pitchFamily="2" charset="0"/>
              </a:rPr>
              <a:t>À¨sÀvÉå</a:t>
            </a:r>
            <a:r>
              <a:rPr lang="en-US" sz="1600" dirty="0" smtClean="0">
                <a:latin typeface="Nudi Akshar" pitchFamily="2" charset="0"/>
              </a:rPr>
              <a:t> zÀgÀUÀ¼ÀÄ (¤</a:t>
            </a:r>
            <a:r>
              <a:rPr lang="en-US" sz="1600" dirty="0" err="1" smtClean="0">
                <a:latin typeface="Nudi Akshar" pitchFamily="2" charset="0"/>
              </a:rPr>
              <a:t>AiÀÄªÀÄ</a:t>
            </a:r>
            <a:r>
              <a:rPr lang="en-US" sz="1600" dirty="0" smtClean="0">
                <a:latin typeface="Nudi Akshar" pitchFamily="2" charset="0"/>
              </a:rPr>
              <a:t> 514) </a:t>
            </a:r>
          </a:p>
          <a:p>
            <a:pPr algn="just"/>
            <a:r>
              <a:rPr lang="en-US" sz="1600" dirty="0" smtClean="0">
                <a:latin typeface="Nudi Akshar" pitchFamily="2" charset="0"/>
              </a:rPr>
              <a:t>6 UÀAmÉUÀ¼ÀªÀgÉUÉ - ¢£</a:t>
            </a:r>
            <a:r>
              <a:rPr lang="en-US" sz="1600" dirty="0" err="1" smtClean="0">
                <a:latin typeface="Nudi Akshar" pitchFamily="2" charset="0"/>
              </a:rPr>
              <a:t>À¨sÀvÉå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E®è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pPr algn="just"/>
            <a:r>
              <a:rPr lang="en-US" sz="1600" dirty="0" smtClean="0">
                <a:latin typeface="Nudi Akshar" pitchFamily="2" charset="0"/>
              </a:rPr>
              <a:t>6 UÀAmÉUÀ¼À ª</a:t>
            </a:r>
            <a:r>
              <a:rPr lang="en-US" sz="1600" dirty="0" err="1" smtClean="0">
                <a:latin typeface="Nudi Akshar" pitchFamily="2" charset="0"/>
              </a:rPr>
              <a:t>ÉÄÃ®àlÄÖ</a:t>
            </a:r>
            <a:r>
              <a:rPr lang="en-US" sz="1600" dirty="0" smtClean="0">
                <a:latin typeface="Nudi Akshar" pitchFamily="2" charset="0"/>
              </a:rPr>
              <a:t> 12 UÀAmÉUÀ¼ÀªÀgÉUÉ – </a:t>
            </a:r>
            <a:r>
              <a:rPr lang="en-US" sz="1600" dirty="0" err="1" smtClean="0">
                <a:latin typeface="Nudi Akshar" pitchFamily="2" charset="0"/>
              </a:rPr>
              <a:t>CzsÀð</a:t>
            </a:r>
            <a:r>
              <a:rPr lang="en-US" sz="1600" dirty="0" smtClean="0">
                <a:latin typeface="Nudi Akshar" pitchFamily="2" charset="0"/>
              </a:rPr>
              <a:t> ¢£</a:t>
            </a:r>
            <a:r>
              <a:rPr lang="en-US" sz="1600" dirty="0" err="1" smtClean="0">
                <a:latin typeface="Nudi Akshar" pitchFamily="2" charset="0"/>
              </a:rPr>
              <a:t>À¨sÀvÉå</a:t>
            </a:r>
            <a:r>
              <a:rPr lang="en-US" sz="1600" dirty="0" smtClean="0">
                <a:latin typeface="Nudi Akshar" pitchFamily="2" charset="0"/>
              </a:rPr>
              <a:t> </a:t>
            </a:r>
          </a:p>
          <a:p>
            <a:pPr algn="just"/>
            <a:r>
              <a:rPr lang="en-US" sz="1600" dirty="0" smtClean="0">
                <a:latin typeface="Nudi Akshar" pitchFamily="2" charset="0"/>
              </a:rPr>
              <a:t>12 UÀAmÉUÀ¼À  ª</a:t>
            </a:r>
            <a:r>
              <a:rPr lang="en-US" sz="1600" dirty="0" err="1" smtClean="0">
                <a:latin typeface="Nudi Akshar" pitchFamily="2" charset="0"/>
              </a:rPr>
              <a:t>ÉÄÃ®àlÄÖ</a:t>
            </a:r>
            <a:r>
              <a:rPr lang="en-US" sz="1600" dirty="0" smtClean="0">
                <a:latin typeface="Nudi Akshar" pitchFamily="2" charset="0"/>
              </a:rPr>
              <a:t>-¥</a:t>
            </a:r>
            <a:r>
              <a:rPr lang="en-US" sz="1600" dirty="0" err="1" smtClean="0">
                <a:latin typeface="Nudi Akshar" pitchFamily="2" charset="0"/>
              </a:rPr>
              <a:t>ÀÆwð</a:t>
            </a:r>
            <a:r>
              <a:rPr lang="en-US" sz="1600" dirty="0" smtClean="0">
                <a:latin typeface="Nudi Akshar" pitchFamily="2" charset="0"/>
              </a:rPr>
              <a:t> ¢£</a:t>
            </a:r>
            <a:r>
              <a:rPr lang="en-US" sz="1600" dirty="0" err="1" smtClean="0">
                <a:latin typeface="Nudi Akshar" pitchFamily="2" charset="0"/>
              </a:rPr>
              <a:t>À¨sÀvÉå</a:t>
            </a:r>
            <a:endParaRPr lang="en-US" sz="1600" dirty="0" smtClean="0">
              <a:latin typeface="Nudi Akshar" pitchFamily="2" charset="0"/>
            </a:endParaRPr>
          </a:p>
          <a:p>
            <a:pPr algn="just"/>
            <a:r>
              <a:rPr lang="en-US" sz="1600" dirty="0" err="1" smtClean="0">
                <a:latin typeface="Nudi Akshar" pitchFamily="2" charset="0"/>
              </a:rPr>
              <a:t>vÀAUÀÄªÀ</a:t>
            </a:r>
            <a:r>
              <a:rPr lang="en-US" sz="1600" dirty="0" smtClean="0">
                <a:latin typeface="Nudi Akshar" pitchFamily="2" charset="0"/>
              </a:rPr>
              <a:t>/Hl </a:t>
            </a:r>
            <a:r>
              <a:rPr lang="en-US" sz="1600" dirty="0" err="1" smtClean="0">
                <a:latin typeface="Nudi Akshar" pitchFamily="2" charset="0"/>
              </a:rPr>
              <a:t>G¥ÀºÁgÀ</a:t>
            </a:r>
            <a:r>
              <a:rPr lang="en-US" sz="1600" dirty="0" smtClean="0">
                <a:latin typeface="Nudi Akshar" pitchFamily="2" charset="0"/>
              </a:rPr>
              <a:t> ¸Ë®¨</a:t>
            </a:r>
            <a:r>
              <a:rPr lang="en-US" sz="1600" dirty="0" err="1" smtClean="0">
                <a:latin typeface="Nudi Akshar" pitchFamily="2" charset="0"/>
              </a:rPr>
              <a:t>sÀå</a:t>
            </a:r>
            <a:r>
              <a:rPr lang="en-US" sz="1600" dirty="0" smtClean="0">
                <a:latin typeface="Nudi Akshar" pitchFamily="2" charset="0"/>
              </a:rPr>
              <a:t> MzÀV¹®è¢zÀÝgÉ-¥</a:t>
            </a:r>
            <a:r>
              <a:rPr lang="en-US" sz="1600" dirty="0" err="1" smtClean="0">
                <a:latin typeface="Nudi Akshar" pitchFamily="2" charset="0"/>
              </a:rPr>
              <a:t>ÀÆwð</a:t>
            </a:r>
            <a:r>
              <a:rPr lang="en-US" sz="1600" dirty="0" smtClean="0">
                <a:latin typeface="Nudi Akshar" pitchFamily="2" charset="0"/>
              </a:rPr>
              <a:t> ¢£</a:t>
            </a:r>
            <a:r>
              <a:rPr lang="en-US" sz="1600" dirty="0" err="1" smtClean="0">
                <a:latin typeface="Nudi Akshar" pitchFamily="2" charset="0"/>
              </a:rPr>
              <a:t>À¨sÀvÉå</a:t>
            </a:r>
            <a:r>
              <a:rPr lang="en-US" sz="1600" dirty="0" smtClean="0">
                <a:latin typeface="Nudi Akshar" pitchFamily="2" charset="0"/>
              </a:rPr>
              <a:t>, </a:t>
            </a:r>
          </a:p>
          <a:p>
            <a:pPr algn="just"/>
            <a:r>
              <a:rPr lang="en-US" sz="1600" dirty="0" err="1" smtClean="0">
                <a:latin typeface="Nudi Akshar" pitchFamily="2" charset="0"/>
              </a:rPr>
              <a:t>vÀAUÀÄªÀ</a:t>
            </a:r>
            <a:r>
              <a:rPr lang="en-US" sz="1600" dirty="0" smtClean="0">
                <a:latin typeface="Nudi Akshar" pitchFamily="2" charset="0"/>
              </a:rPr>
              <a:t>/Hl </a:t>
            </a:r>
            <a:r>
              <a:rPr lang="en-US" sz="1600" dirty="0" err="1" smtClean="0">
                <a:latin typeface="Nudi Akshar" pitchFamily="2" charset="0"/>
              </a:rPr>
              <a:t>G¥ÀºÁgÀ</a:t>
            </a:r>
            <a:r>
              <a:rPr lang="en-US" sz="1600" dirty="0" smtClean="0">
                <a:latin typeface="Nudi Akshar" pitchFamily="2" charset="0"/>
              </a:rPr>
              <a:t> ¸Ë®¨sÀåUÀ¼À°è </a:t>
            </a:r>
            <a:r>
              <a:rPr lang="en-US" sz="1600" dirty="0" err="1" smtClean="0">
                <a:latin typeface="Nudi Akshar" pitchFamily="2" charset="0"/>
              </a:rPr>
              <a:t>MAzÀÄ</a:t>
            </a:r>
            <a:r>
              <a:rPr lang="en-US" sz="1600" dirty="0" smtClean="0">
                <a:latin typeface="Nudi Akshar" pitchFamily="2" charset="0"/>
              </a:rPr>
              <a:t> MzÀV¹zÀÝgÉ – </a:t>
            </a:r>
            <a:r>
              <a:rPr lang="en-US" sz="1600" dirty="0" err="1" smtClean="0">
                <a:latin typeface="Nudi Akshar" pitchFamily="2" charset="0"/>
              </a:rPr>
              <a:t>CzsÀð</a:t>
            </a:r>
            <a:r>
              <a:rPr lang="en-US" sz="1600" dirty="0" smtClean="0">
                <a:latin typeface="Nudi Akshar" pitchFamily="2" charset="0"/>
              </a:rPr>
              <a:t> ¢£</a:t>
            </a:r>
            <a:r>
              <a:rPr lang="en-US" sz="1600" dirty="0" err="1" smtClean="0">
                <a:latin typeface="Nudi Akshar" pitchFamily="2" charset="0"/>
              </a:rPr>
              <a:t>À¨sÀvÉå</a:t>
            </a:r>
            <a:r>
              <a:rPr lang="en-US" sz="1600" dirty="0" smtClean="0">
                <a:latin typeface="Nudi Akshar" pitchFamily="2" charset="0"/>
              </a:rPr>
              <a:t> </a:t>
            </a:r>
          </a:p>
          <a:p>
            <a:pPr algn="just"/>
            <a:r>
              <a:rPr lang="en-US" sz="1600" dirty="0" smtClean="0">
                <a:latin typeface="Nudi Akshar" pitchFamily="2" charset="0"/>
              </a:rPr>
              <a:t>ªÉÄÃ°£À </a:t>
            </a:r>
            <a:r>
              <a:rPr lang="en-US" sz="1600" dirty="0" err="1" smtClean="0">
                <a:latin typeface="Nudi Akshar" pitchFamily="2" charset="0"/>
              </a:rPr>
              <a:t>JgÀqÀ£ÀÄß</a:t>
            </a:r>
            <a:r>
              <a:rPr lang="en-US" sz="1600" dirty="0" smtClean="0">
                <a:latin typeface="Nudi Akshar" pitchFamily="2" charset="0"/>
              </a:rPr>
              <a:t> MzÀV¹zÀÝgÉ -1/4 ¢£</a:t>
            </a:r>
            <a:r>
              <a:rPr lang="en-US" sz="1600" dirty="0" err="1" smtClean="0">
                <a:latin typeface="Nudi Akshar" pitchFamily="2" charset="0"/>
              </a:rPr>
              <a:t>À¨sÀvÉå</a:t>
            </a:r>
            <a:r>
              <a:rPr lang="en-US" sz="1600" dirty="0" smtClean="0">
                <a:latin typeface="Nudi Akshar" pitchFamily="2" charset="0"/>
              </a:rPr>
              <a:t> </a:t>
            </a:r>
          </a:p>
          <a:p>
            <a:pPr algn="just"/>
            <a:r>
              <a:rPr lang="en-US" sz="1600" dirty="0" err="1" smtClean="0">
                <a:latin typeface="Nudi Akshar" pitchFamily="2" charset="0"/>
              </a:rPr>
              <a:t>gÁdåzÀ</a:t>
            </a:r>
            <a:r>
              <a:rPr lang="en-US" sz="1600" dirty="0" smtClean="0">
                <a:latin typeface="Nudi Akshar" pitchFamily="2" charset="0"/>
              </a:rPr>
              <a:t> M¼ÀUÉ ª</a:t>
            </a:r>
            <a:r>
              <a:rPr lang="en-US" sz="1600" dirty="0" err="1" smtClean="0">
                <a:latin typeface="Nudi Akshar" pitchFamily="2" charset="0"/>
              </a:rPr>
              <a:t>ÀÄvÀÄÛ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gÁdåzÀ</a:t>
            </a:r>
            <a:r>
              <a:rPr lang="en-US" sz="1600" dirty="0" smtClean="0">
                <a:latin typeface="Nudi Akshar" pitchFamily="2" charset="0"/>
              </a:rPr>
              <a:t> º</a:t>
            </a:r>
            <a:r>
              <a:rPr lang="en-US" sz="1600" dirty="0" err="1" smtClean="0">
                <a:latin typeface="Nudi Akshar" pitchFamily="2" charset="0"/>
              </a:rPr>
              <a:t>ÉÆgÀUÉ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ÀiÁqÀÄªÀ</a:t>
            </a:r>
            <a:r>
              <a:rPr lang="en-US" sz="1600" dirty="0" smtClean="0">
                <a:latin typeface="Nudi Akshar" pitchFamily="2" charset="0"/>
              </a:rPr>
              <a:t> ¥ÀæAiÀiÁtUÀ¼À ¸</a:t>
            </a:r>
            <a:r>
              <a:rPr lang="en-US" sz="1600" dirty="0" err="1" smtClean="0">
                <a:latin typeface="Nudi Akshar" pitchFamily="2" charset="0"/>
              </a:rPr>
              <a:t>ÀAzÀ¨sÀðzÀ°è£À</a:t>
            </a:r>
            <a:r>
              <a:rPr lang="en-US" sz="1600" dirty="0" smtClean="0">
                <a:latin typeface="Nudi Akshar" pitchFamily="2" charset="0"/>
              </a:rPr>
              <a:t> vÀAUÀÄ«PÉUÀ½UÉ ¸ÀA§A¢ü¹zÀ ¢£</a:t>
            </a:r>
            <a:r>
              <a:rPr lang="en-US" sz="1600" dirty="0" err="1" smtClean="0">
                <a:latin typeface="Nudi Akshar" pitchFamily="2" charset="0"/>
              </a:rPr>
              <a:t>À¨sÀvÉåAiÀÄ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ÀjµÀÌøvÀ</a:t>
            </a:r>
            <a:r>
              <a:rPr lang="en-US" sz="1600" dirty="0" smtClean="0">
                <a:latin typeface="Nudi Akshar" pitchFamily="2" charset="0"/>
              </a:rPr>
              <a:t> zÀgÀUÀ¼ÀÄ ª</a:t>
            </a:r>
            <a:r>
              <a:rPr lang="en-US" sz="1600" dirty="0" err="1" smtClean="0">
                <a:latin typeface="Nudi Akshar" pitchFamily="2" charset="0"/>
              </a:rPr>
              <a:t>ÀÄvÀÄÛ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ÀjµÀÌøvÀ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ÀVÃðPÀgÀtªÀÅ</a:t>
            </a:r>
            <a:r>
              <a:rPr lang="en-US" sz="1600" dirty="0" smtClean="0">
                <a:latin typeface="Nudi Akshar" pitchFamily="2" charset="0"/>
              </a:rPr>
              <a:t> F PÉ¼ÀV£ÀAwgÀvÀPÀÌzÀÄÝ</a:t>
            </a:r>
            <a:r>
              <a:rPr lang="en-US" sz="1600" dirty="0" smtClean="0">
                <a:latin typeface="Nudi 01 e" pitchFamily="2" charset="0"/>
              </a:rPr>
              <a:t>. </a:t>
            </a:r>
            <a:endParaRPr lang="en-IN" sz="1600" dirty="0">
              <a:latin typeface="Nudi 01 e" pitchFamily="2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7926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207953566"/>
              </p:ext>
            </p:extLst>
          </p:nvPr>
        </p:nvGraphicFramePr>
        <p:xfrm>
          <a:off x="467544" y="980728"/>
          <a:ext cx="8229600" cy="4121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464"/>
                <a:gridCol w="1080120"/>
                <a:gridCol w="1296144"/>
                <a:gridCol w="994918"/>
                <a:gridCol w="2091082"/>
                <a:gridCol w="1676872"/>
              </a:tblGrid>
              <a:tr h="434847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Nudi Akshar" pitchFamily="2" charset="0"/>
                        </a:rPr>
                        <a:t>¸</a:t>
                      </a:r>
                      <a:r>
                        <a:rPr lang="en-US" sz="1600" b="1" dirty="0" err="1" smtClean="0">
                          <a:latin typeface="Nudi Akshar" pitchFamily="2" charset="0"/>
                        </a:rPr>
                        <a:t>ÀPÁðj</a:t>
                      </a:r>
                      <a:r>
                        <a:rPr lang="en-US" sz="1600" b="1" baseline="0" dirty="0" smtClean="0">
                          <a:latin typeface="Nudi Akshar" pitchFamily="2" charset="0"/>
                        </a:rPr>
                        <a:t> £</a:t>
                      </a:r>
                      <a:r>
                        <a:rPr lang="en-US" sz="1600" b="1" baseline="0" dirty="0" err="1" smtClean="0">
                          <a:latin typeface="Nudi Akshar" pitchFamily="2" charset="0"/>
                        </a:rPr>
                        <a:t>ËPÀgÀ£ÀÄ</a:t>
                      </a:r>
                      <a:r>
                        <a:rPr lang="en-US" sz="1600" b="1" baseline="0" dirty="0" smtClean="0">
                          <a:latin typeface="Nudi Akshar" pitchFamily="2" charset="0"/>
                        </a:rPr>
                        <a:t> </a:t>
                      </a:r>
                      <a:r>
                        <a:rPr lang="en-US" sz="1600" b="1" baseline="0" dirty="0" err="1" smtClean="0">
                          <a:latin typeface="Nudi Akshar" pitchFamily="2" charset="0"/>
                        </a:rPr>
                        <a:t>AiÀiÁªÀ</a:t>
                      </a:r>
                      <a:r>
                        <a:rPr lang="en-US" sz="1600" b="1" baseline="0" dirty="0" smtClean="0">
                          <a:latin typeface="Nudi Akshar" pitchFamily="2" charset="0"/>
                        </a:rPr>
                        <a:t> ª</a:t>
                      </a:r>
                      <a:r>
                        <a:rPr lang="en-US" sz="1600" b="1" baseline="0" dirty="0" err="1" smtClean="0">
                          <a:latin typeface="Nudi Akshar" pitchFamily="2" charset="0"/>
                        </a:rPr>
                        <a:t>ÀUÀðPÉÌ</a:t>
                      </a:r>
                      <a:r>
                        <a:rPr lang="en-US" sz="1600" b="1" baseline="0" dirty="0" smtClean="0">
                          <a:latin typeface="Nudi Akshar" pitchFamily="2" charset="0"/>
                        </a:rPr>
                        <a:t> ¸</a:t>
                      </a:r>
                      <a:r>
                        <a:rPr lang="en-US" sz="1600" b="1" baseline="0" dirty="0" err="1" smtClean="0">
                          <a:latin typeface="Nudi Akshar" pitchFamily="2" charset="0"/>
                        </a:rPr>
                        <a:t>ÉÃjgÀÄªÀ£ÉÆÃ</a:t>
                      </a:r>
                      <a:r>
                        <a:rPr lang="en-US" sz="1600" b="1" baseline="0" dirty="0" smtClean="0">
                          <a:latin typeface="Nudi Akshar" pitchFamily="2" charset="0"/>
                        </a:rPr>
                        <a:t> D ª</a:t>
                      </a:r>
                      <a:r>
                        <a:rPr lang="en-US" sz="1600" b="1" baseline="0" dirty="0" err="1" smtClean="0">
                          <a:latin typeface="Nudi Akshar" pitchFamily="2" charset="0"/>
                        </a:rPr>
                        <a:t>ÀUÀð</a:t>
                      </a:r>
                      <a:endParaRPr lang="en-IN" sz="1600" b="1" dirty="0">
                        <a:latin typeface="Nudi Akshar" pitchFamily="2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Nudi Akshar" pitchFamily="2" charset="0"/>
                        </a:rPr>
                        <a:t>gÁdåzÀ°è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vÀAUÀÄ«PÉUÀ¼ÀÄ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>
                        <a:latin typeface="Nudi 01 e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>
                        <a:latin typeface="Nudi 01 e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latin typeface="Nudi Akshar" pitchFamily="2" charset="0"/>
                        </a:rPr>
                        <a:t>gÁdåzÀ</a:t>
                      </a:r>
                      <a:r>
                        <a:rPr lang="en-US" sz="1600" baseline="0" dirty="0" smtClean="0">
                          <a:latin typeface="Nudi Akshar" pitchFamily="2" charset="0"/>
                        </a:rPr>
                        <a:t> º</a:t>
                      </a:r>
                      <a:r>
                        <a:rPr lang="en-US" sz="1600" baseline="0" dirty="0" err="1" smtClean="0">
                          <a:latin typeface="Nudi Akshar" pitchFamily="2" charset="0"/>
                        </a:rPr>
                        <a:t>ÉÆgÀUÀqÉ</a:t>
                      </a:r>
                      <a:r>
                        <a:rPr lang="en-US" sz="1600" baseline="0" dirty="0" smtClean="0">
                          <a:latin typeface="Nudi Akshar" pitchFamily="2" charset="0"/>
                        </a:rPr>
                        <a:t> vÀAUÀÄ«PÉUÀ¼ÀÄ </a:t>
                      </a:r>
                      <a:endParaRPr lang="en-IN" sz="1600" dirty="0">
                        <a:latin typeface="Nudi Akshar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>
                        <a:latin typeface="Nudi 01 e" pitchFamily="2" charset="0"/>
                      </a:endParaRPr>
                    </a:p>
                  </a:txBody>
                  <a:tcPr/>
                </a:tc>
              </a:tr>
              <a:tr h="1536857">
                <a:tc vMerge="1">
                  <a:txBody>
                    <a:bodyPr/>
                    <a:lstStyle/>
                    <a:p>
                      <a:endParaRPr lang="en-IN" dirty="0">
                        <a:latin typeface="Nudi 01 e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Nudi Akshar" pitchFamily="2" charset="0"/>
                        </a:rPr>
                        <a:t>¨ÉAUÀ¼ÀÆgÀÄ</a:t>
                      </a:r>
                      <a:endParaRPr lang="en-IN" sz="16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Nudi Akshar" pitchFamily="2" charset="0"/>
                        </a:rPr>
                        <a:t>ª</a:t>
                      </a:r>
                      <a:r>
                        <a:rPr lang="en-US" sz="1600" b="1" dirty="0" err="1" smtClean="0">
                          <a:latin typeface="Nudi Akshar" pitchFamily="2" charset="0"/>
                        </a:rPr>
                        <a:t>ÀÄºÁ£ÀUÀgÀ</a:t>
                      </a:r>
                      <a:r>
                        <a:rPr lang="en-US" sz="1600" b="1" baseline="0" dirty="0" smtClean="0">
                          <a:latin typeface="Nudi Akshar" pitchFamily="2" charset="0"/>
                        </a:rPr>
                        <a:t> ¥Á°PÉUÀ½gÀÄªÀ £ÀUÀgÀUÀ¼ÀÄ</a:t>
                      </a:r>
                      <a:endParaRPr lang="en-IN" sz="16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 smtClean="0">
                          <a:latin typeface="Nudi Akshar" pitchFamily="2" charset="0"/>
                        </a:rPr>
                        <a:t>EvÀgÀ</a:t>
                      </a:r>
                      <a:r>
                        <a:rPr lang="en-US" sz="1600" b="1" dirty="0" smtClean="0">
                          <a:latin typeface="Nudi Akshar" pitchFamily="2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1600" b="1" dirty="0" smtClean="0">
                          <a:latin typeface="Nudi Akshar" pitchFamily="2" charset="0"/>
                        </a:rPr>
                        <a:t>¸ÀÜ¼ÀUÀ¼ÀÄ</a:t>
                      </a:r>
                      <a:endParaRPr lang="en-IN" sz="16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 smtClean="0">
                          <a:latin typeface="Nudi Akshar" pitchFamily="2" charset="0"/>
                        </a:rPr>
                        <a:t>zÉºÀ</a:t>
                      </a:r>
                      <a:r>
                        <a:rPr lang="en-US" sz="1600" b="1" dirty="0" smtClean="0">
                          <a:latin typeface="Nudi Akshar" pitchFamily="2" charset="0"/>
                        </a:rPr>
                        <a:t>°,</a:t>
                      </a:r>
                      <a:r>
                        <a:rPr lang="en-US" sz="1600" b="1" baseline="0" dirty="0" smtClean="0">
                          <a:latin typeface="Nudi Akshar" pitchFamily="2" charset="0"/>
                        </a:rPr>
                        <a:t> ªÀÄÄA§¬Ä, </a:t>
                      </a:r>
                      <a:r>
                        <a:rPr lang="en-US" sz="1600" b="1" baseline="0" dirty="0" err="1" smtClean="0">
                          <a:latin typeface="Nudi Akshar" pitchFamily="2" charset="0"/>
                        </a:rPr>
                        <a:t>PÀ®ÌvÁÛ</a:t>
                      </a:r>
                      <a:r>
                        <a:rPr lang="en-US" sz="1600" b="1" baseline="0" dirty="0" smtClean="0">
                          <a:latin typeface="Nudi Akshar" pitchFamily="2" charset="0"/>
                        </a:rPr>
                        <a:t>, </a:t>
                      </a:r>
                      <a:r>
                        <a:rPr lang="en-US" sz="1600" b="1" baseline="0" dirty="0" err="1" smtClean="0">
                          <a:latin typeface="Nudi Akshar" pitchFamily="2" charset="0"/>
                        </a:rPr>
                        <a:t>ZÉ£ÉßöÊ</a:t>
                      </a:r>
                      <a:r>
                        <a:rPr lang="en-US" sz="1600" b="1" baseline="0" dirty="0" smtClean="0">
                          <a:latin typeface="Nudi Akshar" pitchFamily="2" charset="0"/>
                        </a:rPr>
                        <a:t>,  ª</a:t>
                      </a:r>
                      <a:r>
                        <a:rPr lang="en-US" sz="1600" b="1" baseline="0" dirty="0" err="1" smtClean="0">
                          <a:latin typeface="Nudi Akshar" pitchFamily="2" charset="0"/>
                        </a:rPr>
                        <a:t>ÀÄvÀÄÛ</a:t>
                      </a:r>
                      <a:r>
                        <a:rPr lang="en-US" sz="1600" b="1" baseline="0" dirty="0" smtClean="0">
                          <a:latin typeface="Nudi Akshar" pitchFamily="2" charset="0"/>
                        </a:rPr>
                        <a:t> º</a:t>
                      </a:r>
                      <a:r>
                        <a:rPr lang="en-US" sz="1600" b="1" baseline="0" dirty="0" err="1" smtClean="0">
                          <a:latin typeface="Nudi Akshar" pitchFamily="2" charset="0"/>
                        </a:rPr>
                        <a:t>ÉÊzÀgÀ¨Ázï</a:t>
                      </a:r>
                      <a:r>
                        <a:rPr lang="en-US" sz="1600" b="1" baseline="0" dirty="0" smtClean="0">
                          <a:latin typeface="Nudi Akshar" pitchFamily="2" charset="0"/>
                        </a:rPr>
                        <a:t>,  </a:t>
                      </a:r>
                      <a:endParaRPr lang="en-IN" sz="16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 smtClean="0">
                          <a:latin typeface="Nudi Akshar" pitchFamily="2" charset="0"/>
                        </a:rPr>
                        <a:t>EvÀgÉ</a:t>
                      </a:r>
                      <a:r>
                        <a:rPr lang="en-US" sz="1600" b="1" dirty="0" smtClean="0">
                          <a:latin typeface="Nudi Akshar" pitchFamily="2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1600" b="1" dirty="0" smtClean="0">
                          <a:latin typeface="Nudi Akshar" pitchFamily="2" charset="0"/>
                        </a:rPr>
                        <a:t>¸ÀÜ¼ÀUÀ¼ÀÄ</a:t>
                      </a:r>
                      <a:endParaRPr lang="en-IN" sz="1600" b="1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4348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latin typeface="Arial Rounded MT Bold" pitchFamily="34" charset="0"/>
                          <a:cs typeface="Times New Roman" pitchFamily="18" charset="0"/>
                        </a:rPr>
                        <a:t>IA</a:t>
                      </a:r>
                      <a:r>
                        <a:rPr lang="en-US" sz="1800" b="1" baseline="0" dirty="0" smtClean="0">
                          <a:latin typeface="Arial Rounded MT Bold" pitchFamily="34" charset="0"/>
                          <a:cs typeface="Times New Roman" pitchFamily="18" charset="0"/>
                        </a:rPr>
                        <a:t>   &amp; </a:t>
                      </a:r>
                      <a:r>
                        <a:rPr lang="en-US" sz="1800" b="1" dirty="0" smtClean="0">
                          <a:latin typeface="Arial Rounded MT Bold" pitchFamily="34" charset="0"/>
                          <a:cs typeface="Times New Roman" pitchFamily="18" charset="0"/>
                        </a:rPr>
                        <a:t>IB</a:t>
                      </a:r>
                      <a:r>
                        <a:rPr lang="en-US" sz="1800" b="1" baseline="0" dirty="0" smtClean="0">
                          <a:latin typeface="Arial Rounded MT Bold" pitchFamily="34" charset="0"/>
                          <a:cs typeface="Times New Roman" pitchFamily="18" charset="0"/>
                        </a:rPr>
                        <a:t>  </a:t>
                      </a:r>
                      <a:endParaRPr lang="en-IN" sz="1800" b="1" dirty="0" smtClean="0"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 smtClean="0">
                          <a:latin typeface="Nudi Akshar" pitchFamily="2" charset="0"/>
                        </a:rPr>
                        <a:t>gÀÆ</a:t>
                      </a:r>
                      <a:r>
                        <a:rPr lang="en-US" sz="1800" b="1" dirty="0" smtClean="0">
                          <a:latin typeface="Nudi Akshar" pitchFamily="2" charset="0"/>
                        </a:rPr>
                        <a:t>. 600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Nudi Akshar" pitchFamily="2" charset="0"/>
                        </a:rPr>
                        <a:t>gÀÆ.500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Nudi Akshar" pitchFamily="2" charset="0"/>
                        </a:rPr>
                        <a:t>gÀÆ.400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Nudi Akshar" pitchFamily="2" charset="0"/>
                        </a:rPr>
                        <a:t>gÀÆ.800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Nudi Akshar" pitchFamily="2" charset="0"/>
                        </a:rPr>
                        <a:t>gÀÆ.600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43484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Arial Rounded MT Bold" pitchFamily="34" charset="0"/>
                          <a:cs typeface="Times New Roman" pitchFamily="18" charset="0"/>
                        </a:rPr>
                        <a:t>II</a:t>
                      </a:r>
                      <a:endParaRPr lang="en-IN" sz="1800" b="1" dirty="0">
                        <a:latin typeface="Arial Rounded MT Bol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Nudi Akshar" pitchFamily="2" charset="0"/>
                        </a:rPr>
                        <a:t>gÀÆ.400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Nudi Akshar" pitchFamily="2" charset="0"/>
                        </a:rPr>
                        <a:t>gÀÆ.400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Nudi Akshar" pitchFamily="2" charset="0"/>
                        </a:rPr>
                        <a:t>gÀÆ.300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Nudi Akshar" pitchFamily="2" charset="0"/>
                        </a:rPr>
                        <a:t>gÀÆ.600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Nudi Akshar" pitchFamily="2" charset="0"/>
                        </a:rPr>
                        <a:t>gÀÆ.400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53611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latin typeface="Arial Rounded MT Bold" pitchFamily="34" charset="0"/>
                          <a:cs typeface="Times New Roman" pitchFamily="18" charset="0"/>
                        </a:rPr>
                        <a:t>III</a:t>
                      </a:r>
                      <a:endParaRPr lang="en-IN" sz="1800" b="1" dirty="0" smtClean="0">
                        <a:latin typeface="Arial Rounded MT Bold" pitchFamily="34" charset="0"/>
                      </a:endParaRPr>
                    </a:p>
                    <a:p>
                      <a:pPr algn="ctr"/>
                      <a:endParaRPr lang="en-IN" sz="1800" b="1" dirty="0">
                        <a:latin typeface="Arial Rounded MT Bol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Nudi Akshar" pitchFamily="2" charset="0"/>
                        </a:rPr>
                        <a:t>gÀÆ.300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Nudi Akshar" pitchFamily="2" charset="0"/>
                        </a:rPr>
                        <a:t>gÀÆ.300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Nudi Akshar" pitchFamily="2" charset="0"/>
                        </a:rPr>
                        <a:t>gÀÆ.200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Nudi Akshar" pitchFamily="2" charset="0"/>
                        </a:rPr>
                        <a:t>gÀÆ.500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Nudi Akshar" pitchFamily="2" charset="0"/>
                        </a:rPr>
                        <a:t>gÀÆ.300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53611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latin typeface="Arial Rounded MT Bold" pitchFamily="34" charset="0"/>
                          <a:cs typeface="Times New Roman" pitchFamily="18" charset="0"/>
                        </a:rPr>
                        <a:t>IV</a:t>
                      </a:r>
                      <a:endParaRPr lang="en-IN" sz="1800" b="1" dirty="0" smtClean="0">
                        <a:latin typeface="Arial Rounded MT Bold" pitchFamily="34" charset="0"/>
                      </a:endParaRPr>
                    </a:p>
                    <a:p>
                      <a:pPr algn="ctr"/>
                      <a:endParaRPr lang="en-IN" sz="1800" b="1" dirty="0">
                        <a:latin typeface="Arial Rounded MT Bol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Nudi Akshar" pitchFamily="2" charset="0"/>
                        </a:rPr>
                        <a:t>gÀÆ.300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Nudi Akshar" pitchFamily="2" charset="0"/>
                        </a:rPr>
                        <a:t>gÀÆ.300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Nudi Akshar" pitchFamily="2" charset="0"/>
                        </a:rPr>
                        <a:t>gÀÆ.200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Nudi Akshar" pitchFamily="2" charset="0"/>
                        </a:rPr>
                        <a:t>gÀÆ.500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Nudi Akshar" pitchFamily="2" charset="0"/>
                        </a:rPr>
                        <a:t>gÀÆ.300</a:t>
                      </a:r>
                      <a:endParaRPr lang="en-IN" sz="1800" b="1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051123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Nudi Akshar" pitchFamily="2" charset="0"/>
              </a:rPr>
              <a:t>¢£À¨sÀvÉåUÀ¼À «±ÉÃµÀ zÀgÀUÀ¼ÀÄ:- </a:t>
            </a:r>
          </a:p>
          <a:p>
            <a:pPr algn="just"/>
            <a:r>
              <a:rPr lang="en-US" sz="1800" dirty="0" err="1" smtClean="0">
                <a:latin typeface="Nudi Akshar" pitchFamily="2" charset="0"/>
              </a:rPr>
              <a:t>gÁdåzÀ</a:t>
            </a:r>
            <a:r>
              <a:rPr lang="en-US" sz="1800" dirty="0" smtClean="0">
                <a:latin typeface="Nudi Akshar" pitchFamily="2" charset="0"/>
              </a:rPr>
              <a:t> º</a:t>
            </a:r>
            <a:r>
              <a:rPr lang="en-US" sz="1800" dirty="0" err="1" smtClean="0">
                <a:latin typeface="Nudi Akshar" pitchFamily="2" charset="0"/>
              </a:rPr>
              <a:t>ÉÆgÀUÉ</a:t>
            </a:r>
            <a:r>
              <a:rPr lang="en-US" sz="1800" dirty="0" smtClean="0">
                <a:latin typeface="Nudi Akshar" pitchFamily="2" charset="0"/>
              </a:rPr>
              <a:t> </a:t>
            </a:r>
            <a:r>
              <a:rPr lang="en-US" sz="1800" dirty="0" err="1" smtClean="0">
                <a:latin typeface="Nudi Akshar" pitchFamily="2" charset="0"/>
              </a:rPr>
              <a:t>PÉÊUÉÆAqÀ</a:t>
            </a:r>
            <a:r>
              <a:rPr lang="en-US" sz="1800" dirty="0" smtClean="0">
                <a:latin typeface="Nudi Akshar" pitchFamily="2" charset="0"/>
              </a:rPr>
              <a:t> ¥</a:t>
            </a:r>
            <a:r>
              <a:rPr lang="en-US" sz="1800" dirty="0" err="1" smtClean="0">
                <a:latin typeface="Nudi Akshar" pitchFamily="2" charset="0"/>
              </a:rPr>
              <a:t>ÀæªÁ¸ÀzÀ</a:t>
            </a:r>
            <a:r>
              <a:rPr lang="en-US" sz="1800" dirty="0" smtClean="0">
                <a:latin typeface="Nudi Akshar" pitchFamily="2" charset="0"/>
              </a:rPr>
              <a:t> ¥ÀæAiÀiÁtUÀ¼À ¸ÀAzÀ¨sÀðUÀ¼À°è </a:t>
            </a:r>
            <a:r>
              <a:rPr lang="en-US" sz="1800" dirty="0" err="1" smtClean="0">
                <a:latin typeface="Nudi Akshar" pitchFamily="2" charset="0"/>
              </a:rPr>
              <a:t>C¢ü¸ÀÆavÀ</a:t>
            </a:r>
            <a:r>
              <a:rPr lang="en-US" sz="1800" dirty="0" smtClean="0">
                <a:latin typeface="Nudi Akshar" pitchFamily="2" charset="0"/>
              </a:rPr>
              <a:t> zÀgÀUÀ¼À°è ±ÀÄ®ÌUÀ¼À£ÀÄß «¢</a:t>
            </a:r>
            <a:r>
              <a:rPr lang="en-US" sz="1800" dirty="0" err="1" smtClean="0">
                <a:latin typeface="Nudi Akshar" pitchFamily="2" charset="0"/>
              </a:rPr>
              <a:t>ü¸ÀÄªÀAvÀºÀ</a:t>
            </a:r>
            <a:r>
              <a:rPr lang="en-US" sz="1800" dirty="0" smtClean="0">
                <a:latin typeface="Nudi Akshar" pitchFamily="2" charset="0"/>
              </a:rPr>
              <a:t> Hl ª</a:t>
            </a:r>
            <a:r>
              <a:rPr lang="en-US" sz="1800" dirty="0" err="1" smtClean="0">
                <a:latin typeface="Nudi Akshar" pitchFamily="2" charset="0"/>
              </a:rPr>
              <a:t>ÀÄvÀÄÛ</a:t>
            </a:r>
            <a:r>
              <a:rPr lang="en-US" sz="1800" dirty="0" smtClean="0">
                <a:latin typeface="Nudi Akshar" pitchFamily="2" charset="0"/>
              </a:rPr>
              <a:t>/</a:t>
            </a:r>
            <a:r>
              <a:rPr lang="en-US" sz="1800" dirty="0" err="1" smtClean="0">
                <a:latin typeface="Nudi Akshar" pitchFamily="2" charset="0"/>
              </a:rPr>
              <a:t>CxÀªÁ</a:t>
            </a:r>
            <a:r>
              <a:rPr lang="en-US" sz="1800" dirty="0" smtClean="0">
                <a:latin typeface="Nudi Akshar" pitchFamily="2" charset="0"/>
              </a:rPr>
              <a:t> ª</a:t>
            </a:r>
            <a:r>
              <a:rPr lang="en-US" sz="1800" dirty="0" err="1" smtClean="0">
                <a:latin typeface="Nudi Akshar" pitchFamily="2" charset="0"/>
              </a:rPr>
              <a:t>À¸Àw</a:t>
            </a:r>
            <a:r>
              <a:rPr lang="en-US" sz="1800" dirty="0" smtClean="0">
                <a:latin typeface="Nudi Akshar" pitchFamily="2" charset="0"/>
              </a:rPr>
              <a:t> ¸ËPÀAiÀÄðUÀ¼À£ÀÄß </a:t>
            </a:r>
            <a:r>
              <a:rPr lang="en-US" sz="1800" dirty="0" err="1" smtClean="0">
                <a:latin typeface="Nudi Akshar" pitchFamily="2" charset="0"/>
              </a:rPr>
              <a:t>MzÀV¸ÀÄªÀAvÀºÀ</a:t>
            </a:r>
            <a:r>
              <a:rPr lang="en-US" sz="1800" dirty="0" smtClean="0">
                <a:latin typeface="Nudi Akshar" pitchFamily="2" charset="0"/>
              </a:rPr>
              <a:t> ºÉÆÃmÉÃ¯ïUÀ¼ÀÄ </a:t>
            </a:r>
            <a:r>
              <a:rPr lang="en-US" sz="1800" dirty="0" err="1" smtClean="0">
                <a:latin typeface="Nudi Akshar" pitchFamily="2" charset="0"/>
              </a:rPr>
              <a:t>CxÀªÁ</a:t>
            </a:r>
            <a:r>
              <a:rPr lang="en-US" sz="1800" dirty="0" smtClean="0">
                <a:latin typeface="Nudi Akshar" pitchFamily="2" charset="0"/>
              </a:rPr>
              <a:t> </a:t>
            </a:r>
            <a:r>
              <a:rPr lang="en-US" sz="1800" dirty="0" err="1" smtClean="0">
                <a:latin typeface="Nudi Akshar" pitchFamily="2" charset="0"/>
              </a:rPr>
              <a:t>EvÀgÀ</a:t>
            </a:r>
            <a:r>
              <a:rPr lang="en-US" sz="1800" dirty="0" smtClean="0">
                <a:latin typeface="Nudi Akshar" pitchFamily="2" charset="0"/>
              </a:rPr>
              <a:t> £</a:t>
            </a:r>
            <a:r>
              <a:rPr lang="en-US" sz="1800" dirty="0" err="1" smtClean="0">
                <a:latin typeface="Nudi Akshar" pitchFamily="2" charset="0"/>
              </a:rPr>
              <a:t>ÉÆÃAzÁ¬ÄvÀ</a:t>
            </a:r>
            <a:r>
              <a:rPr lang="en-US" sz="1800" dirty="0" smtClean="0">
                <a:latin typeface="Nudi Akshar" pitchFamily="2" charset="0"/>
              </a:rPr>
              <a:t> ¸ÀA¸ÉÜUÀ¼À°è G½zÀÄPÉÆ¼ÀÄîªÀ §UÉÎ ¤</a:t>
            </a:r>
            <a:r>
              <a:rPr lang="en-US" sz="1800" dirty="0" err="1" smtClean="0">
                <a:latin typeface="Nudi Akshar" pitchFamily="2" charset="0"/>
              </a:rPr>
              <a:t>ÃqÀÄªÀ</a:t>
            </a:r>
            <a:r>
              <a:rPr lang="en-US" sz="1800" dirty="0" smtClean="0">
                <a:latin typeface="Nudi Akshar" pitchFamily="2" charset="0"/>
              </a:rPr>
              <a:t> ¢£À ¨</a:t>
            </a:r>
            <a:r>
              <a:rPr lang="en-US" sz="1800" dirty="0" err="1" smtClean="0">
                <a:latin typeface="Nudi Akshar" pitchFamily="2" charset="0"/>
              </a:rPr>
              <a:t>sÀvÉåAiÀÄ</a:t>
            </a:r>
            <a:r>
              <a:rPr lang="en-US" sz="1800" dirty="0" smtClean="0">
                <a:latin typeface="Nudi Akshar" pitchFamily="2" charset="0"/>
              </a:rPr>
              <a:t> «±ÉÃµÀ zÀgÀUÀ¼ÀÄ F PÉ¼ÀPÀAqÀAwzÉ. </a:t>
            </a:r>
          </a:p>
          <a:p>
            <a:pPr algn="just"/>
            <a:endParaRPr lang="en-US" sz="1800" dirty="0">
              <a:latin typeface="Nudi Akshar" pitchFamily="2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Nudi Akshar" pitchFamily="2" charset="0"/>
              </a:rPr>
              <a:t> </a:t>
            </a:r>
            <a:r>
              <a:rPr lang="en-US" sz="1600" dirty="0" smtClean="0">
                <a:latin typeface="Nudi Akshar" pitchFamily="2" charset="0"/>
              </a:rPr>
              <a:t>                               </a:t>
            </a:r>
          </a:p>
          <a:p>
            <a:pPr algn="just"/>
            <a:endParaRPr lang="en-US" sz="1600" dirty="0">
              <a:latin typeface="Nudi Akshar" pitchFamily="2" charset="0"/>
            </a:endParaRPr>
          </a:p>
          <a:p>
            <a:pPr algn="just"/>
            <a:endParaRPr lang="en-US" sz="1600" dirty="0" smtClean="0">
              <a:latin typeface="Nudi Akshar" pitchFamily="2" charset="0"/>
            </a:endParaRPr>
          </a:p>
          <a:p>
            <a:pPr algn="just"/>
            <a:endParaRPr lang="en-US" sz="1600" dirty="0">
              <a:latin typeface="Nudi Akshar" pitchFamily="2" charset="0"/>
            </a:endParaRPr>
          </a:p>
          <a:p>
            <a:pPr algn="just"/>
            <a:endParaRPr lang="en-US" sz="1600" dirty="0" smtClean="0">
              <a:latin typeface="Nudi Akshar" pitchFamily="2" charset="0"/>
            </a:endParaRPr>
          </a:p>
          <a:p>
            <a:pPr algn="just"/>
            <a:endParaRPr lang="en-US" sz="1600" dirty="0" smtClean="0">
              <a:latin typeface="Nudi Akshar" pitchFamily="2" charset="0"/>
            </a:endParaRPr>
          </a:p>
          <a:p>
            <a:pPr algn="just"/>
            <a:endParaRPr lang="en-IN" sz="1600" dirty="0">
              <a:latin typeface="Nudi Akshar" pitchFamily="2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218789886"/>
              </p:ext>
            </p:extLst>
          </p:nvPr>
        </p:nvGraphicFramePr>
        <p:xfrm>
          <a:off x="1403648" y="2204864"/>
          <a:ext cx="6096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2551832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udi Akshar" pitchFamily="2" charset="0"/>
                        </a:rPr>
                        <a:t>¥</a:t>
                      </a:r>
                      <a:r>
                        <a:rPr lang="en-US" dirty="0" err="1" smtClean="0">
                          <a:latin typeface="Nudi Akshar" pitchFamily="2" charset="0"/>
                        </a:rPr>
                        <a:t>ÀæªÀUÀð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Nudi Akshar" pitchFamily="2" charset="0"/>
                        </a:rPr>
                        <a:t>zÉºÀ</a:t>
                      </a:r>
                      <a:r>
                        <a:rPr lang="en-US" dirty="0" smtClean="0">
                          <a:latin typeface="Nudi Akshar" pitchFamily="2" charset="0"/>
                        </a:rPr>
                        <a:t>°,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ªÀÄÄA§¬Ä, 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PÀ®ÌvÀÛ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, 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ZÉ£ÉßöÊ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ª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ÀÄvÀÄÛ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º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ÉÊzÀgÁ¨Ázï£À°è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vÀAUÀÄ«PÉ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Nudi Akshar" pitchFamily="2" charset="0"/>
                        </a:rPr>
                        <a:t>gÁdåzÀ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º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ÉÆgÀV£À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EvÀgÀ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¸ÀÜ¼ÀUÀ¼ÀÄ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Arial Rounded MT Bold" pitchFamily="34" charset="0"/>
                          <a:cs typeface="Times New Roman" pitchFamily="18" charset="0"/>
                        </a:rPr>
                        <a:t>IA</a:t>
                      </a:r>
                      <a:r>
                        <a:rPr lang="en-US" sz="2400" b="1" baseline="0" dirty="0" smtClean="0">
                          <a:latin typeface="Arial Rounded MT Bold" pitchFamily="34" charset="0"/>
                          <a:cs typeface="Times New Roman" pitchFamily="18" charset="0"/>
                        </a:rPr>
                        <a:t>   &amp; </a:t>
                      </a:r>
                      <a:r>
                        <a:rPr lang="en-US" sz="2400" b="1" dirty="0" smtClean="0">
                          <a:latin typeface="Arial Rounded MT Bold" pitchFamily="34" charset="0"/>
                          <a:cs typeface="Times New Roman" pitchFamily="18" charset="0"/>
                        </a:rPr>
                        <a:t>IB</a:t>
                      </a:r>
                      <a:r>
                        <a:rPr lang="en-US" sz="2400" b="1" baseline="0" dirty="0" smtClean="0">
                          <a:latin typeface="Arial Rounded MT Bold" pitchFamily="34" charset="0"/>
                          <a:cs typeface="Times New Roman" pitchFamily="18" charset="0"/>
                        </a:rPr>
                        <a:t>  </a:t>
                      </a:r>
                      <a:endParaRPr lang="en-IN" sz="2400" b="1" dirty="0" smtClean="0"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Nudi Akshar" pitchFamily="2" charset="0"/>
                        </a:rPr>
                        <a:t>gÀÆ.3000</a:t>
                      </a:r>
                      <a:endParaRPr lang="en-IN" sz="2400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Nudi Akshar" pitchFamily="2" charset="0"/>
                        </a:rPr>
                        <a:t>gÀÆ.3000</a:t>
                      </a:r>
                      <a:endParaRPr lang="en-IN" sz="2400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latin typeface="Arial Rounded MT Bold" pitchFamily="34" charset="0"/>
                          <a:cs typeface="Times New Roman" pitchFamily="18" charset="0"/>
                        </a:rPr>
                        <a:t>II</a:t>
                      </a:r>
                      <a:endParaRPr lang="en-IN" sz="2400" b="1" dirty="0">
                        <a:latin typeface="Arial Rounded MT Bol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Nudi Akshar" pitchFamily="2" charset="0"/>
                        </a:rPr>
                        <a:t>gÀÆ.3000</a:t>
                      </a:r>
                      <a:endParaRPr lang="en-IN" sz="2400" dirty="0" smtClean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Nudi Akshar" pitchFamily="2" charset="0"/>
                        </a:rPr>
                        <a:t>gÀÆ.3000</a:t>
                      </a:r>
                      <a:endParaRPr lang="en-IN" sz="2400" dirty="0" smtClean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Arial Rounded MT Bold" pitchFamily="34" charset="0"/>
                          <a:cs typeface="Times New Roman" pitchFamily="18" charset="0"/>
                        </a:rPr>
                        <a:t>III</a:t>
                      </a:r>
                      <a:endParaRPr lang="en-IN" sz="2400" b="1" dirty="0" smtClean="0">
                        <a:latin typeface="Arial Rounded MT Bol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Nudi Akshar" pitchFamily="2" charset="0"/>
                        </a:rPr>
                        <a:t>gÀÆ.2000</a:t>
                      </a:r>
                      <a:endParaRPr lang="en-IN" sz="2400" dirty="0" smtClean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Nudi Akshar" pitchFamily="2" charset="0"/>
                        </a:rPr>
                        <a:t>gÀÆ.2000</a:t>
                      </a:r>
                      <a:endParaRPr lang="en-IN" sz="2400" dirty="0" smtClean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latin typeface="Arial Rounded MT Bold" pitchFamily="34" charset="0"/>
                          <a:cs typeface="Times New Roman" pitchFamily="18" charset="0"/>
                        </a:rPr>
                        <a:t>IV</a:t>
                      </a:r>
                      <a:endParaRPr lang="en-IN" sz="2400" b="1" dirty="0" smtClean="0">
                        <a:latin typeface="Arial Rounded MT Bol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Nudi Akshar" pitchFamily="2" charset="0"/>
                        </a:rPr>
                        <a:t>gÀÆ.2000</a:t>
                      </a:r>
                      <a:endParaRPr lang="en-IN" sz="2400" dirty="0" smtClean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Nudi Akshar" pitchFamily="2" charset="0"/>
                        </a:rPr>
                        <a:t>gÀÆ.2000</a:t>
                      </a:r>
                      <a:endParaRPr lang="en-IN" sz="2400" dirty="0" smtClean="0">
                        <a:latin typeface="Nudi Akshar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6772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lnSpcReduction="10000"/>
          </a:bodyPr>
          <a:lstStyle/>
          <a:p>
            <a:r>
              <a:rPr lang="en-US" sz="1800" b="1" u="sng" dirty="0" smtClean="0">
                <a:latin typeface="Nudi 01 e" pitchFamily="2" charset="0"/>
              </a:rPr>
              <a:t>¸</a:t>
            </a:r>
            <a:r>
              <a:rPr lang="en-US" sz="1800" b="1" u="sng" dirty="0" err="1" smtClean="0">
                <a:latin typeface="Nudi Akshar" pitchFamily="2" charset="0"/>
              </a:rPr>
              <a:t>ÁªÀðd¤PÀ</a:t>
            </a:r>
            <a:r>
              <a:rPr lang="en-US" sz="1800" b="1" u="sng" dirty="0" smtClean="0">
                <a:latin typeface="Nudi Akshar" pitchFamily="2" charset="0"/>
              </a:rPr>
              <a:t> »</a:t>
            </a:r>
            <a:r>
              <a:rPr lang="en-US" sz="1800" b="1" u="sng" dirty="0" err="1" smtClean="0">
                <a:latin typeface="Nudi Akshar" pitchFamily="2" charset="0"/>
              </a:rPr>
              <a:t>vÀzÀÈ</a:t>
            </a:r>
            <a:r>
              <a:rPr lang="en-US" sz="1800" b="1" u="sng" dirty="0" smtClean="0">
                <a:latin typeface="Nudi Akshar" pitchFamily="2" charset="0"/>
              </a:rPr>
              <a:t>¶×¬</a:t>
            </a:r>
            <a:r>
              <a:rPr lang="en-US" sz="1800" b="1" u="sng" dirty="0" err="1" smtClean="0">
                <a:latin typeface="Nudi Akshar" pitchFamily="2" charset="0"/>
              </a:rPr>
              <a:t>ÄAzÀ</a:t>
            </a:r>
            <a:r>
              <a:rPr lang="en-US" sz="1800" b="1" u="sng" dirty="0" smtClean="0">
                <a:latin typeface="Nudi Akshar" pitchFamily="2" charset="0"/>
              </a:rPr>
              <a:t> ¥</a:t>
            </a:r>
            <a:r>
              <a:rPr lang="en-US" sz="1800" b="1" u="sng" dirty="0" err="1" smtClean="0">
                <a:latin typeface="Nudi Akshar" pitchFamily="2" charset="0"/>
              </a:rPr>
              <a:t>ÀæAiÀiÁt</a:t>
            </a:r>
            <a:r>
              <a:rPr lang="en-US" sz="1800" b="1" u="sng" dirty="0" smtClean="0">
                <a:latin typeface="Nudi Akshar" pitchFamily="2" charset="0"/>
              </a:rPr>
              <a:t> ª</a:t>
            </a:r>
            <a:r>
              <a:rPr lang="en-US" sz="1800" b="1" u="sng" dirty="0" err="1" smtClean="0">
                <a:latin typeface="Nudi Akshar" pitchFamily="2" charset="0"/>
              </a:rPr>
              <a:t>ÀiÁrzÁUÀ</a:t>
            </a:r>
            <a:r>
              <a:rPr lang="en-US" sz="1800" b="1" u="sng" dirty="0" smtClean="0">
                <a:latin typeface="Nudi Akshar" pitchFamily="2" charset="0"/>
              </a:rPr>
              <a:t> </a:t>
            </a:r>
          </a:p>
          <a:p>
            <a:r>
              <a:rPr lang="en-US" sz="1600" dirty="0" smtClean="0">
                <a:latin typeface="Nudi Akshar" pitchFamily="2" charset="0"/>
              </a:rPr>
              <a:t>1.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ÁægÀA¨sÀªÁzÀ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ÀªÀÄAiÀÄ</a:t>
            </a:r>
            <a:r>
              <a:rPr lang="en-US" sz="1600" dirty="0" smtClean="0">
                <a:latin typeface="Nudi Akshar" pitchFamily="2" charset="0"/>
              </a:rPr>
              <a:t> ºÁUÀÆ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ÀÄÄVzÀ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ÀªÀÄAiÀÄªÀ£ÀÄß</a:t>
            </a:r>
            <a:r>
              <a:rPr lang="en-US" sz="1600" dirty="0" smtClean="0">
                <a:latin typeface="Nudi Akshar" pitchFamily="2" charset="0"/>
              </a:rPr>
              <a:t> £ÀªÀÄÆ¢¸À¨ÉÃPÀÄ (PÀ.C.¸ÀA. </a:t>
            </a:r>
            <a:r>
              <a:rPr lang="en-US" sz="1600" dirty="0" err="1" smtClean="0">
                <a:latin typeface="Nudi Akshar" pitchFamily="2" charset="0"/>
              </a:rPr>
              <a:t>C£ÀÄZÉÒÃzÀ</a:t>
            </a:r>
            <a:r>
              <a:rPr lang="en-US" sz="1600" dirty="0" smtClean="0">
                <a:latin typeface="Nudi Akshar" pitchFamily="2" charset="0"/>
              </a:rPr>
              <a:t> 138(1) </a:t>
            </a:r>
          </a:p>
          <a:p>
            <a:r>
              <a:rPr lang="en-US" sz="1600" dirty="0" smtClean="0">
                <a:latin typeface="Nudi Akshar" pitchFamily="2" charset="0"/>
              </a:rPr>
              <a:t>2. ¥</a:t>
            </a:r>
            <a:r>
              <a:rPr lang="en-US" sz="1600" dirty="0" err="1" smtClean="0">
                <a:latin typeface="Nudi Akshar" pitchFamily="2" charset="0"/>
              </a:rPr>
              <a:t>ÀæAiÀiÁtzÀ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GzÉÝÃ±ÀªÀ£ÀÄß</a:t>
            </a:r>
            <a:r>
              <a:rPr lang="en-US" sz="1600" dirty="0" smtClean="0">
                <a:latin typeface="Nudi Akshar" pitchFamily="2" charset="0"/>
              </a:rPr>
              <a:t> £ÀªÀÄÆ¢¸À¨ÉÃPÀÄ PÀ.D.¸ÀA. </a:t>
            </a:r>
            <a:r>
              <a:rPr lang="en-US" sz="1600" dirty="0" err="1" smtClean="0">
                <a:latin typeface="Nudi Akshar" pitchFamily="2" charset="0"/>
              </a:rPr>
              <a:t>C£ÀÄZÉÒÃzsÀ</a:t>
            </a:r>
            <a:r>
              <a:rPr lang="en-US" sz="1600" dirty="0" smtClean="0">
                <a:latin typeface="Nudi Akshar" pitchFamily="2" charset="0"/>
              </a:rPr>
              <a:t> 138 (6) </a:t>
            </a:r>
          </a:p>
          <a:p>
            <a:r>
              <a:rPr lang="en-US" sz="1600" dirty="0" smtClean="0">
                <a:latin typeface="Nudi Akshar" pitchFamily="2" charset="0"/>
              </a:rPr>
              <a:t>3. </a:t>
            </a:r>
            <a:r>
              <a:rPr lang="en-US" sz="1600" dirty="0" err="1" smtClean="0">
                <a:latin typeface="Nudi Akshar" pitchFamily="2" charset="0"/>
              </a:rPr>
              <a:t>DAiÀÄªÀåAiÀÄ</a:t>
            </a:r>
            <a:r>
              <a:rPr lang="en-US" sz="1600" dirty="0" smtClean="0">
                <a:latin typeface="Nudi Akshar" pitchFamily="2" charset="0"/>
              </a:rPr>
              <a:t> º</a:t>
            </a:r>
            <a:r>
              <a:rPr lang="en-US" sz="1600" dirty="0" err="1" smtClean="0">
                <a:latin typeface="Nudi Akshar" pitchFamily="2" charset="0"/>
              </a:rPr>
              <a:t>ÀAaPÉAiÀÄ£ÀÄß</a:t>
            </a:r>
            <a:r>
              <a:rPr lang="en-US" sz="1600" dirty="0" smtClean="0">
                <a:latin typeface="Nudi Akshar" pitchFamily="2" charset="0"/>
              </a:rPr>
              <a:t>  £ÀªÀÄÆ¢¸À¨ÉÃPÀÄ. </a:t>
            </a:r>
          </a:p>
          <a:p>
            <a:r>
              <a:rPr lang="en-US" sz="1600" dirty="0" smtClean="0">
                <a:latin typeface="Nudi Akshar" pitchFamily="2" charset="0"/>
              </a:rPr>
              <a:t>4. ¤AiÀÄAvÀæuÁ¢üPÁjUÀ½AzÀ ªÉÄÃ®Ä </a:t>
            </a:r>
            <a:r>
              <a:rPr lang="en-US" sz="1600" dirty="0" err="1" smtClean="0">
                <a:latin typeface="Nudi Akshar" pitchFamily="2" charset="0"/>
              </a:rPr>
              <a:t>gÀÄdÄ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DVgÀ¨ÉÃPÀÄ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r>
              <a:rPr lang="en-US" sz="1600" dirty="0" smtClean="0">
                <a:latin typeface="Nudi Akshar" pitchFamily="2" charset="0"/>
              </a:rPr>
              <a:t>5. ¥</a:t>
            </a:r>
            <a:r>
              <a:rPr lang="en-US" sz="1600" dirty="0" err="1" smtClean="0">
                <a:latin typeface="Nudi Akshar" pitchFamily="2" charset="0"/>
              </a:rPr>
              <a:t>ÀæªÀiÁt</a:t>
            </a:r>
            <a:r>
              <a:rPr lang="en-US" sz="1600" dirty="0" smtClean="0">
                <a:latin typeface="Nudi Akshar" pitchFamily="2" charset="0"/>
              </a:rPr>
              <a:t> ¥ÀvÀæUÀ¼ÀÄ. </a:t>
            </a:r>
          </a:p>
          <a:p>
            <a:r>
              <a:rPr lang="en-US" sz="1800" b="1" dirty="0" smtClean="0">
                <a:latin typeface="Nudi Akshar" pitchFamily="2" charset="0"/>
              </a:rPr>
              <a:t>¥</a:t>
            </a:r>
            <a:r>
              <a:rPr lang="en-US" sz="1800" b="1" dirty="0" err="1" smtClean="0">
                <a:latin typeface="Nudi Akshar" pitchFamily="2" charset="0"/>
              </a:rPr>
              <a:t>ÀæAiÀiÁt</a:t>
            </a:r>
            <a:r>
              <a:rPr lang="en-US" sz="1800" b="1" dirty="0" smtClean="0">
                <a:latin typeface="Nudi Akshar" pitchFamily="2" charset="0"/>
              </a:rPr>
              <a:t> ª</a:t>
            </a:r>
            <a:r>
              <a:rPr lang="en-US" sz="1800" b="1" dirty="0" err="1" smtClean="0">
                <a:latin typeface="Nudi Akshar" pitchFamily="2" charset="0"/>
              </a:rPr>
              <a:t>ÀÄÄAUÀqÀ</a:t>
            </a:r>
            <a:r>
              <a:rPr lang="en-US" sz="1800" b="1" dirty="0" smtClean="0">
                <a:latin typeface="Nudi Akshar" pitchFamily="2" charset="0"/>
              </a:rPr>
              <a:t> </a:t>
            </a:r>
          </a:p>
          <a:p>
            <a:r>
              <a:rPr lang="en-US" sz="1600" dirty="0" smtClean="0">
                <a:latin typeface="Nudi Akshar" pitchFamily="2" charset="0"/>
              </a:rPr>
              <a:t>1.§¸</a:t>
            </a:r>
            <a:r>
              <a:rPr lang="en-US" sz="1600" dirty="0" err="1" smtClean="0">
                <a:latin typeface="Nudi Akshar" pitchFamily="2" charset="0"/>
              </a:rPr>
              <a:t>ÀÄì</a:t>
            </a:r>
            <a:r>
              <a:rPr lang="en-US" sz="1600" dirty="0" smtClean="0">
                <a:latin typeface="Nudi Akshar" pitchFamily="2" charset="0"/>
              </a:rPr>
              <a:t>/</a:t>
            </a:r>
            <a:r>
              <a:rPr lang="en-US" sz="1600" dirty="0" err="1" smtClean="0">
                <a:latin typeface="Nudi Akshar" pitchFamily="2" charset="0"/>
              </a:rPr>
              <a:t>gÉÃ¯Éé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zÀgÀ</a:t>
            </a:r>
            <a:r>
              <a:rPr lang="en-US" sz="1600" dirty="0" smtClean="0">
                <a:latin typeface="Nudi Akshar" pitchFamily="2" charset="0"/>
              </a:rPr>
              <a:t> +¸</a:t>
            </a:r>
            <a:r>
              <a:rPr lang="en-US" sz="1600" dirty="0" err="1" smtClean="0">
                <a:latin typeface="Nudi Akshar" pitchFamily="2" charset="0"/>
              </a:rPr>
              <a:t>ÀA¨ÁªÀå</a:t>
            </a:r>
            <a:r>
              <a:rPr lang="en-US" sz="1600" dirty="0" smtClean="0">
                <a:latin typeface="Nudi Akshar" pitchFamily="2" charset="0"/>
              </a:rPr>
              <a:t>  ¢£</a:t>
            </a:r>
            <a:r>
              <a:rPr lang="en-US" sz="1600" dirty="0" err="1" smtClean="0">
                <a:latin typeface="Nudi Akshar" pitchFamily="2" charset="0"/>
              </a:rPr>
              <a:t>À¨sÀvÉåAiÀÄ</a:t>
            </a:r>
            <a:r>
              <a:rPr lang="en-US" sz="1600" dirty="0" smtClean="0">
                <a:latin typeface="Nudi Akshar" pitchFamily="2" charset="0"/>
              </a:rPr>
              <a:t> 90% </a:t>
            </a:r>
          </a:p>
          <a:p>
            <a:r>
              <a:rPr lang="en-US" sz="1600" dirty="0" smtClean="0">
                <a:latin typeface="Nudi Akshar" pitchFamily="2" charset="0"/>
              </a:rPr>
              <a:t>2. ¸</a:t>
            </a:r>
            <a:r>
              <a:rPr lang="en-US" sz="1600" dirty="0" err="1" smtClean="0">
                <a:latin typeface="Nudi Akshar" pitchFamily="2" charset="0"/>
              </a:rPr>
              <a:t>ÀPÀëªÀÄ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Áæ¢üPÁgÀ¢AzÀ</a:t>
            </a:r>
            <a:r>
              <a:rPr lang="en-US" sz="1600" dirty="0" smtClean="0">
                <a:latin typeface="Nudi Akshar" pitchFamily="2" charset="0"/>
              </a:rPr>
              <a:t> 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ÀÄÄAUÀqÀ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ÀÄAdÆgÀÄ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ÀiÁqÀ¨ÉÃPÀÄ</a:t>
            </a:r>
            <a:r>
              <a:rPr lang="en-US" sz="1600" dirty="0" smtClean="0">
                <a:latin typeface="Nudi Akshar" pitchFamily="2" charset="0"/>
              </a:rPr>
              <a:t> PÀ.D.¸ÀA. </a:t>
            </a:r>
            <a:r>
              <a:rPr lang="en-US" sz="1600" dirty="0" err="1" smtClean="0">
                <a:latin typeface="Nudi Akshar" pitchFamily="2" charset="0"/>
              </a:rPr>
              <a:t>C£ÀÄZÉÒÃzsÀ</a:t>
            </a:r>
            <a:r>
              <a:rPr lang="en-US" sz="1600" dirty="0" smtClean="0">
                <a:latin typeface="Nudi Akshar" pitchFamily="2" charset="0"/>
              </a:rPr>
              <a:t> 237(1) </a:t>
            </a:r>
            <a:r>
              <a:rPr lang="en-US" sz="1600" dirty="0" err="1" smtClean="0">
                <a:latin typeface="Nudi Akshar" pitchFamily="2" charset="0"/>
              </a:rPr>
              <a:t>n¥ÀàtÂ</a:t>
            </a:r>
            <a:r>
              <a:rPr lang="en-US" sz="1600" dirty="0" smtClean="0">
                <a:latin typeface="Nudi Akshar" pitchFamily="2" charset="0"/>
              </a:rPr>
              <a:t> 2</a:t>
            </a:r>
          </a:p>
          <a:p>
            <a:r>
              <a:rPr lang="en-US" sz="1600" dirty="0" smtClean="0">
                <a:latin typeface="Nudi Akshar" pitchFamily="2" charset="0"/>
              </a:rPr>
              <a:t>3. ªÉÄÃ®Ä </a:t>
            </a:r>
            <a:r>
              <a:rPr lang="en-US" sz="1600" dirty="0" err="1" smtClean="0">
                <a:latin typeface="Nudi Akshar" pitchFamily="2" charset="0"/>
              </a:rPr>
              <a:t>gÀÄdÄ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CªÀ±Àå«gÀÄªÀÅ</a:t>
            </a:r>
            <a:r>
              <a:rPr lang="en-US" sz="1600" dirty="0" smtClean="0">
                <a:latin typeface="Nudi Akshar" pitchFamily="2" charset="0"/>
              </a:rPr>
              <a:t>¢®è. </a:t>
            </a:r>
          </a:p>
          <a:p>
            <a:r>
              <a:rPr lang="en-US" sz="1600" dirty="0" smtClean="0">
                <a:latin typeface="Nudi Akshar" pitchFamily="2" charset="0"/>
              </a:rPr>
              <a:t>4. ¥</a:t>
            </a:r>
            <a:r>
              <a:rPr lang="en-US" sz="1600" dirty="0" err="1" smtClean="0">
                <a:latin typeface="Nudi Akshar" pitchFamily="2" charset="0"/>
              </a:rPr>
              <a:t>ÀæªÀiÁt</a:t>
            </a:r>
            <a:r>
              <a:rPr lang="en-US" sz="1600" dirty="0" smtClean="0">
                <a:latin typeface="Nudi Akshar" pitchFamily="2" charset="0"/>
              </a:rPr>
              <a:t> ¥ÀvÀæUÀ¼ÀÄ</a:t>
            </a:r>
          </a:p>
          <a:p>
            <a:r>
              <a:rPr lang="en-US" sz="1800" b="1" dirty="0" smtClean="0">
                <a:latin typeface="Nudi Akshar" pitchFamily="2" charset="0"/>
              </a:rPr>
              <a:t>ª</a:t>
            </a:r>
            <a:r>
              <a:rPr lang="en-US" sz="1800" b="1" dirty="0" err="1" smtClean="0">
                <a:latin typeface="Nudi Akshar" pitchFamily="2" charset="0"/>
              </a:rPr>
              <a:t>ÀUÁðªÀuÉ</a:t>
            </a:r>
            <a:r>
              <a:rPr lang="en-US" sz="1800" b="1" dirty="0" smtClean="0">
                <a:latin typeface="Nudi Akshar" pitchFamily="2" charset="0"/>
              </a:rPr>
              <a:t> ¥</a:t>
            </a:r>
            <a:r>
              <a:rPr lang="en-US" sz="1800" b="1" dirty="0" err="1" smtClean="0">
                <a:latin typeface="Nudi Akshar" pitchFamily="2" charset="0"/>
              </a:rPr>
              <a:t>ÀæAiÀiÁt</a:t>
            </a:r>
            <a:r>
              <a:rPr lang="en-US" sz="1800" b="1" dirty="0" smtClean="0">
                <a:latin typeface="Nudi Akshar" pitchFamily="2" charset="0"/>
              </a:rPr>
              <a:t> ¨</a:t>
            </a:r>
            <a:r>
              <a:rPr lang="en-US" sz="1800" b="1" dirty="0" err="1" smtClean="0">
                <a:latin typeface="Nudi Akshar" pitchFamily="2" charset="0"/>
              </a:rPr>
              <a:t>sÀvÉå</a:t>
            </a:r>
            <a:endParaRPr lang="en-US" sz="1800" b="1" dirty="0" smtClean="0">
              <a:latin typeface="Nudi Akshar" pitchFamily="2" charset="0"/>
            </a:endParaRPr>
          </a:p>
          <a:p>
            <a:r>
              <a:rPr lang="en-US" sz="1600" dirty="0" smtClean="0">
                <a:latin typeface="Nudi Akshar" pitchFamily="2" charset="0"/>
              </a:rPr>
              <a:t>1. ¸</a:t>
            </a:r>
            <a:r>
              <a:rPr lang="en-US" sz="1600" dirty="0" err="1" smtClean="0">
                <a:latin typeface="Nudi Akshar" pitchFamily="2" charset="0"/>
              </a:rPr>
              <a:t>ÁªÀðd¤PÀ</a:t>
            </a:r>
            <a:r>
              <a:rPr lang="en-US" sz="1600" dirty="0" smtClean="0">
                <a:latin typeface="Nudi Akshar" pitchFamily="2" charset="0"/>
              </a:rPr>
              <a:t> »</a:t>
            </a:r>
            <a:r>
              <a:rPr lang="en-US" sz="1600" dirty="0" err="1" smtClean="0">
                <a:latin typeface="Nudi Akshar" pitchFamily="2" charset="0"/>
              </a:rPr>
              <a:t>vÀzÀÈ¶Ö¬ÄAzÀ</a:t>
            </a:r>
            <a:r>
              <a:rPr lang="en-US" sz="1600" dirty="0" smtClean="0">
                <a:latin typeface="Nudi Akshar" pitchFamily="2" charset="0"/>
              </a:rPr>
              <a:t>  ª</a:t>
            </a:r>
            <a:r>
              <a:rPr lang="en-US" sz="1600" dirty="0" err="1" smtClean="0">
                <a:latin typeface="Nudi Akshar" pitchFamily="2" charset="0"/>
              </a:rPr>
              <a:t>ÀUÁðªÀuÉAiÀiÁVgÀ¨ÉÃPÀÄ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r>
              <a:rPr lang="en-US" sz="1600" dirty="0" smtClean="0">
                <a:latin typeface="Nudi Akshar" pitchFamily="2" charset="0"/>
              </a:rPr>
              <a:t>2. </a:t>
            </a:r>
            <a:r>
              <a:rPr lang="en-US" sz="1600" dirty="0" err="1" smtClean="0">
                <a:latin typeface="Nudi Akshar" pitchFamily="2" charset="0"/>
              </a:rPr>
              <a:t>PÉÆÃjPÉAiÀÄ</a:t>
            </a:r>
            <a:r>
              <a:rPr lang="en-US" sz="1600" dirty="0" smtClean="0">
                <a:latin typeface="Nudi Akshar" pitchFamily="2" charset="0"/>
              </a:rPr>
              <a:t> ªÉÄÃ¯É ª</a:t>
            </a:r>
            <a:r>
              <a:rPr lang="en-US" sz="1600" dirty="0" err="1" smtClean="0">
                <a:latin typeface="Nudi Akshar" pitchFamily="2" charset="0"/>
              </a:rPr>
              <a:t>ÀUÁðªÀuÉAiÀiÁzÀ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ÀAzÀ¨sÀðzÀ°è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C£Àé¬Ä¸ÀÄªÀÅ</a:t>
            </a:r>
            <a:r>
              <a:rPr lang="en-US" sz="1600" dirty="0" smtClean="0">
                <a:latin typeface="Nudi Akshar" pitchFamily="2" charset="0"/>
              </a:rPr>
              <a:t>¢®è. </a:t>
            </a:r>
          </a:p>
          <a:p>
            <a:r>
              <a:rPr lang="en-US" sz="1600" dirty="0" smtClean="0">
                <a:latin typeface="Nudi Akshar" pitchFamily="2" charset="0"/>
              </a:rPr>
              <a:t>3. ª</a:t>
            </a:r>
            <a:r>
              <a:rPr lang="en-US" sz="1600" dirty="0" err="1" smtClean="0">
                <a:latin typeface="Nudi Akshar" pitchFamily="2" charset="0"/>
              </a:rPr>
              <a:t>ÀUÁðªÀuÉ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ÀAzÀ¨sÀðzÀ°è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PÀÄlÄA</a:t>
            </a:r>
            <a:r>
              <a:rPr lang="en-US" sz="1600" dirty="0" smtClean="0">
                <a:latin typeface="Nudi Akshar" pitchFamily="2" charset="0"/>
              </a:rPr>
              <a:t>§ </a:t>
            </a:r>
            <a:r>
              <a:rPr lang="en-US" sz="1600" dirty="0" err="1" smtClean="0">
                <a:latin typeface="Nudi Akshar" pitchFamily="2" charset="0"/>
              </a:rPr>
              <a:t>JAzÀgÉ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</a:t>
            </a:r>
            <a:r>
              <a:rPr lang="en-US" sz="1600" dirty="0" smtClean="0">
                <a:latin typeface="Nudi Akshar" pitchFamily="2" charset="0"/>
              </a:rPr>
              <a:t>  £</a:t>
            </a:r>
            <a:r>
              <a:rPr lang="en-US" sz="1600" dirty="0" err="1" smtClean="0">
                <a:latin typeface="Nudi Akshar" pitchFamily="2" charset="0"/>
              </a:rPr>
              <a:t>ËPÀgÀ£À</a:t>
            </a:r>
            <a:r>
              <a:rPr lang="en-US" sz="1600" dirty="0" smtClean="0">
                <a:latin typeface="Nudi Akshar" pitchFamily="2" charset="0"/>
              </a:rPr>
              <a:t> º</a:t>
            </a:r>
            <a:r>
              <a:rPr lang="en-US" sz="1600" dirty="0" err="1" smtClean="0">
                <a:latin typeface="Nudi Akshar" pitchFamily="2" charset="0"/>
              </a:rPr>
              <a:t>ÉAqÀw</a:t>
            </a:r>
            <a:r>
              <a:rPr lang="en-US" sz="1600" dirty="0">
                <a:latin typeface="Nudi Akshar" pitchFamily="2" charset="0"/>
              </a:rPr>
              <a:t> </a:t>
            </a:r>
            <a:r>
              <a:rPr lang="en-US" sz="1600" dirty="0" smtClean="0">
                <a:latin typeface="Nudi Akshar" pitchFamily="2" charset="0"/>
              </a:rPr>
              <a:t>ªÀÄPÀÌ¼ÀÄ/ ªÀÄ® ªÀÄPÀÌ¼ÀÄ </a:t>
            </a:r>
            <a:r>
              <a:rPr lang="en-US" sz="1600" dirty="0" err="1" smtClean="0">
                <a:latin typeface="Nudi Akshar" pitchFamily="2" charset="0"/>
              </a:rPr>
              <a:t>CªÀ®A©vÀgÁzÀ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vÀAzÉ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vÁ¬Ä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r>
              <a:rPr lang="en-US" sz="1600" dirty="0" smtClean="0">
                <a:latin typeface="Nudi Akshar" pitchFamily="2" charset="0"/>
              </a:rPr>
              <a:t>¸</a:t>
            </a:r>
            <a:r>
              <a:rPr lang="en-US" sz="1600" dirty="0" err="1" smtClean="0">
                <a:latin typeface="Nudi Akshar" pitchFamily="2" charset="0"/>
              </a:rPr>
              <a:t>ÁUÁtÂPÉ</a:t>
            </a:r>
            <a:r>
              <a:rPr lang="en-US" sz="1600" dirty="0" smtClean="0">
                <a:latin typeface="Nudi Akshar" pitchFamily="2" charset="0"/>
              </a:rPr>
              <a:t> ªÉZÀÑ </a:t>
            </a:r>
          </a:p>
          <a:p>
            <a:r>
              <a:rPr lang="en-US" sz="1600" dirty="0" smtClean="0">
                <a:latin typeface="Nudi Akshar" pitchFamily="2" charset="0"/>
              </a:rPr>
              <a:t>1. </a:t>
            </a:r>
            <a:r>
              <a:rPr lang="en-US" sz="1600" dirty="0" err="1" smtClean="0">
                <a:latin typeface="Nudi Akshar" pitchFamily="2" charset="0"/>
              </a:rPr>
              <a:t>gÀ¸ÉÛAiÀÄ</a:t>
            </a:r>
            <a:r>
              <a:rPr lang="en-US" sz="1600" dirty="0" smtClean="0">
                <a:latin typeface="Nudi Akshar" pitchFamily="2" charset="0"/>
              </a:rPr>
              <a:t> ªÀÄÆ®PÀ,  2.  </a:t>
            </a:r>
            <a:r>
              <a:rPr lang="en-US" sz="1600" dirty="0" err="1" smtClean="0">
                <a:latin typeface="Nudi Akshar" pitchFamily="2" charset="0"/>
              </a:rPr>
              <a:t>gÉÊ</a:t>
            </a:r>
            <a:r>
              <a:rPr lang="en-US" sz="1600" dirty="0" smtClean="0">
                <a:latin typeface="Nudi Akshar" pitchFamily="2" charset="0"/>
              </a:rPr>
              <a:t>°£À ªÀÄÆ®PÀ   3. ¸ÁªÀiÁ£ÀÄUÀ¼À£ÀÄß ª</a:t>
            </a:r>
            <a:r>
              <a:rPr lang="en-US" sz="1600" dirty="0" err="1" smtClean="0">
                <a:latin typeface="Nudi Akshar" pitchFamily="2" charset="0"/>
              </a:rPr>
              <a:t>ÀÄ£ÉAiÀÄ</a:t>
            </a:r>
            <a:r>
              <a:rPr lang="en-US" sz="1600" dirty="0" smtClean="0">
                <a:latin typeface="Nudi Akshar" pitchFamily="2" charset="0"/>
              </a:rPr>
              <a:t> ¨ÁV°UÉ ª</a:t>
            </a:r>
            <a:r>
              <a:rPr lang="en-US" sz="1600" dirty="0" err="1" smtClean="0">
                <a:latin typeface="Nudi Akshar" pitchFamily="2" charset="0"/>
              </a:rPr>
              <a:t>ÀÄÄnÖ¸ÀÄªÀ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ÀåªÀ¸ÉÜ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E®è¢gÀÄªÀ</a:t>
            </a:r>
            <a:r>
              <a:rPr lang="en-US" sz="1600" dirty="0" smtClean="0">
                <a:latin typeface="Nudi Akshar" pitchFamily="2" charset="0"/>
              </a:rPr>
              <a:t> PÀqÉUÀ¼À°è. </a:t>
            </a:r>
            <a:endParaRPr lang="en-IN" sz="1600" dirty="0">
              <a:latin typeface="Nudi Akshar" pitchFamily="2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33024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/>
          </a:bodyPr>
          <a:lstStyle/>
          <a:p>
            <a:r>
              <a:rPr lang="en-US" sz="1800" b="1" dirty="0" smtClean="0">
                <a:latin typeface="Nudi Akshar" pitchFamily="2" charset="0"/>
              </a:rPr>
              <a:t>ª</a:t>
            </a:r>
            <a:r>
              <a:rPr lang="en-US" sz="1800" b="1" dirty="0" err="1" smtClean="0">
                <a:latin typeface="Nudi Akshar" pitchFamily="2" charset="0"/>
              </a:rPr>
              <a:t>ÀUÁðªÀuÉ</a:t>
            </a:r>
            <a:r>
              <a:rPr lang="en-US" sz="1800" b="1" dirty="0" smtClean="0">
                <a:latin typeface="Nudi Akshar" pitchFamily="2" charset="0"/>
              </a:rPr>
              <a:t> </a:t>
            </a:r>
            <a:r>
              <a:rPr lang="en-US" sz="1800" b="1" dirty="0" err="1" smtClean="0">
                <a:latin typeface="Nudi Akshar" pitchFamily="2" charset="0"/>
              </a:rPr>
              <a:t>C£ÀÄzÁ£À</a:t>
            </a:r>
            <a:r>
              <a:rPr lang="en-US" sz="1800" b="1" dirty="0" smtClean="0">
                <a:latin typeface="Nudi Akshar" pitchFamily="2" charset="0"/>
              </a:rPr>
              <a:t> </a:t>
            </a:r>
          </a:p>
          <a:p>
            <a:r>
              <a:rPr lang="en-US" sz="1600" dirty="0" smtClean="0">
                <a:latin typeface="Nudi Akshar" pitchFamily="2" charset="0"/>
              </a:rPr>
              <a:t>¸</a:t>
            </a:r>
            <a:r>
              <a:rPr lang="en-US" sz="1600" dirty="0" err="1" smtClean="0">
                <a:latin typeface="Nudi Akshar" pitchFamily="2" charset="0"/>
              </a:rPr>
              <a:t>ÁªÀðd¤PÀ</a:t>
            </a:r>
            <a:r>
              <a:rPr lang="en-US" sz="1600" dirty="0" smtClean="0">
                <a:latin typeface="Nudi Akshar" pitchFamily="2" charset="0"/>
              </a:rPr>
              <a:t>  »</a:t>
            </a:r>
            <a:r>
              <a:rPr lang="en-US" sz="1600" dirty="0" err="1" smtClean="0">
                <a:latin typeface="Nudi Akshar" pitchFamily="2" charset="0"/>
              </a:rPr>
              <a:t>vÀzÀÈ</a:t>
            </a:r>
            <a:r>
              <a:rPr lang="en-US" sz="1600" dirty="0" smtClean="0">
                <a:latin typeface="Nudi Akshar" pitchFamily="2" charset="0"/>
              </a:rPr>
              <a:t>¶×¬</a:t>
            </a:r>
            <a:r>
              <a:rPr lang="en-US" sz="1600" dirty="0" err="1" smtClean="0">
                <a:latin typeface="Nudi Akshar" pitchFamily="2" charset="0"/>
              </a:rPr>
              <a:t>ÄAzÀ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ÀUÁðªÀuÉAiÀiÁzÁUÀ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ËPÀgÀ¤UÉ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zÉÆgÉAiÀÄÄªÀ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ÀUÁðªÀuÉ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C£ÀÄzÁ£ÀªÀÅ</a:t>
            </a:r>
            <a:r>
              <a:rPr lang="en-US" sz="1600" dirty="0" smtClean="0">
                <a:latin typeface="Nudi Akshar" pitchFamily="2" charset="0"/>
              </a:rPr>
              <a:t> F PÉ¼ÀV£ÀAwzÉ. </a:t>
            </a:r>
          </a:p>
          <a:p>
            <a:pPr algn="just"/>
            <a:r>
              <a:rPr lang="en-US" sz="1600" dirty="0" err="1">
                <a:latin typeface="Nudi Akshar" pitchFamily="2" charset="0"/>
              </a:rPr>
              <a:t>PÉÃAzÀæ</a:t>
            </a:r>
            <a:r>
              <a:rPr lang="en-US" sz="1600" dirty="0">
                <a:latin typeface="Nudi Akshar" pitchFamily="2" charset="0"/>
              </a:rPr>
              <a:t> ¸</a:t>
            </a:r>
            <a:r>
              <a:rPr lang="en-US" sz="1600" dirty="0" err="1">
                <a:latin typeface="Nudi Akshar" pitchFamily="2" charset="0"/>
              </a:rPr>
              <a:t>ÁÜ£ÀzÀ</a:t>
            </a:r>
            <a:r>
              <a:rPr lang="en-US" sz="1600" dirty="0">
                <a:latin typeface="Nudi Akshar" pitchFamily="2" charset="0"/>
              </a:rPr>
              <a:t> §</a:t>
            </a:r>
            <a:r>
              <a:rPr lang="en-US" sz="1600" dirty="0" err="1">
                <a:latin typeface="Nudi Akshar" pitchFamily="2" charset="0"/>
              </a:rPr>
              <a:t>zÀ¯ÁªÀuÉAiÀiÁUÀÄªÀÅzÀÄ</a:t>
            </a:r>
            <a:r>
              <a:rPr lang="en-US" sz="1600" dirty="0">
                <a:latin typeface="Nudi Akshar" pitchFamily="2" charset="0"/>
              </a:rPr>
              <a:t> ¸</a:t>
            </a:r>
            <a:r>
              <a:rPr lang="en-US" sz="1600" dirty="0" err="1">
                <a:latin typeface="Nudi Akshar" pitchFamily="2" charset="0"/>
              </a:rPr>
              <a:t>ÉÃjzÀAvÉ</a:t>
            </a:r>
            <a:r>
              <a:rPr lang="en-US" sz="1600" dirty="0">
                <a:latin typeface="Nudi Akshar" pitchFamily="2" charset="0"/>
              </a:rPr>
              <a:t> </a:t>
            </a:r>
            <a:r>
              <a:rPr lang="en-US" sz="1600" dirty="0" err="1">
                <a:latin typeface="Nudi Akshar" pitchFamily="2" charset="0"/>
              </a:rPr>
              <a:t>MAzÀÄ</a:t>
            </a:r>
            <a:r>
              <a:rPr lang="en-US" sz="1600" dirty="0">
                <a:latin typeface="Nudi Akshar" pitchFamily="2" charset="0"/>
              </a:rPr>
              <a:t> ¸ÀÜ¼À¢AzÀ </a:t>
            </a:r>
            <a:r>
              <a:rPr lang="en-US" sz="1600" dirty="0" err="1">
                <a:latin typeface="Nudi Akshar" pitchFamily="2" charset="0"/>
              </a:rPr>
              <a:t>E£ÉÆßAzÀÄ</a:t>
            </a:r>
            <a:r>
              <a:rPr lang="en-US" sz="1600" dirty="0">
                <a:latin typeface="Nudi Akshar" pitchFamily="2" charset="0"/>
              </a:rPr>
              <a:t> ¸ÀÜ¼ÀPÉÌ ¸</a:t>
            </a:r>
            <a:r>
              <a:rPr lang="en-US" sz="1600" dirty="0" err="1">
                <a:latin typeface="Nudi Akshar" pitchFamily="2" charset="0"/>
              </a:rPr>
              <a:t>ÁªÀðd¤PÀ</a:t>
            </a:r>
            <a:r>
              <a:rPr lang="en-US" sz="1600" dirty="0">
                <a:latin typeface="Nudi Akshar" pitchFamily="2" charset="0"/>
              </a:rPr>
              <a:t> »</a:t>
            </a:r>
            <a:r>
              <a:rPr lang="en-US" sz="1600" dirty="0" err="1">
                <a:latin typeface="Nudi Akshar" pitchFamily="2" charset="0"/>
              </a:rPr>
              <a:t>vÀzÀÈ¶Ö¬ÄAzÀ</a:t>
            </a:r>
            <a:r>
              <a:rPr lang="en-US" sz="1600" dirty="0">
                <a:latin typeface="Nudi Akshar" pitchFamily="2" charset="0"/>
              </a:rPr>
              <a:t> ª</a:t>
            </a:r>
            <a:r>
              <a:rPr lang="en-US" sz="1600" dirty="0" err="1">
                <a:latin typeface="Nudi Akshar" pitchFamily="2" charset="0"/>
              </a:rPr>
              <a:t>ÀUÁðªÀuÉAiÀiÁVgÀÄªÀ</a:t>
            </a:r>
            <a:r>
              <a:rPr lang="en-US" sz="1600" dirty="0">
                <a:latin typeface="Nudi Akshar" pitchFamily="2" charset="0"/>
              </a:rPr>
              <a:t> ¸</a:t>
            </a:r>
            <a:r>
              <a:rPr lang="en-US" sz="1600" dirty="0" err="1">
                <a:latin typeface="Nudi Akshar" pitchFamily="2" charset="0"/>
              </a:rPr>
              <a:t>ÀPÁðj</a:t>
            </a:r>
            <a:r>
              <a:rPr lang="en-US" sz="1600" dirty="0">
                <a:latin typeface="Nudi Akshar" pitchFamily="2" charset="0"/>
              </a:rPr>
              <a:t> £</a:t>
            </a:r>
            <a:r>
              <a:rPr lang="en-US" sz="1600" dirty="0" err="1">
                <a:latin typeface="Nudi Akshar" pitchFamily="2" charset="0"/>
              </a:rPr>
              <a:t>ËPÀgÀ¤UÉ</a:t>
            </a:r>
            <a:r>
              <a:rPr lang="en-US" sz="1600" dirty="0">
                <a:latin typeface="Nudi Akshar" pitchFamily="2" charset="0"/>
              </a:rPr>
              <a:t> </a:t>
            </a:r>
            <a:r>
              <a:rPr lang="en-US" sz="1600" dirty="0" err="1">
                <a:latin typeface="Nudi Akshar" pitchFamily="2" charset="0"/>
              </a:rPr>
              <a:t>C£ÀÄªÀÄw¸À®àqÀÄªÀ</a:t>
            </a:r>
            <a:r>
              <a:rPr lang="en-US" sz="1600" dirty="0">
                <a:latin typeface="Nudi Akshar" pitchFamily="2" charset="0"/>
              </a:rPr>
              <a:t> ª</a:t>
            </a:r>
            <a:r>
              <a:rPr lang="en-US" sz="1600" dirty="0" err="1">
                <a:latin typeface="Nudi Akshar" pitchFamily="2" charset="0"/>
              </a:rPr>
              <a:t>ÀUÀð</a:t>
            </a:r>
            <a:r>
              <a:rPr lang="en-US" sz="1600" dirty="0">
                <a:latin typeface="Nudi Akshar" pitchFamily="2" charset="0"/>
              </a:rPr>
              <a:t> ª</a:t>
            </a:r>
            <a:r>
              <a:rPr lang="en-US" sz="1600" dirty="0" err="1">
                <a:latin typeface="Nudi Akshar" pitchFamily="2" charset="0"/>
              </a:rPr>
              <a:t>ÀÄvÀÄÛ</a:t>
            </a:r>
            <a:r>
              <a:rPr lang="en-US" sz="1600" dirty="0">
                <a:latin typeface="Nudi Akshar" pitchFamily="2" charset="0"/>
              </a:rPr>
              <a:t> ª</a:t>
            </a:r>
            <a:r>
              <a:rPr lang="en-US" sz="1600" dirty="0" err="1">
                <a:latin typeface="Nudi Akshar" pitchFamily="2" charset="0"/>
              </a:rPr>
              <a:t>ÀUÁðªÀuÉ</a:t>
            </a:r>
            <a:r>
              <a:rPr lang="en-US" sz="1600" dirty="0">
                <a:latin typeface="Nudi Akshar" pitchFamily="2" charset="0"/>
              </a:rPr>
              <a:t> </a:t>
            </a:r>
            <a:r>
              <a:rPr lang="en-US" sz="1600" dirty="0" err="1">
                <a:latin typeface="Nudi Akshar" pitchFamily="2" charset="0"/>
              </a:rPr>
              <a:t>C£ÀÄzÁ£ÀzÀ</a:t>
            </a:r>
            <a:r>
              <a:rPr lang="en-US" sz="1600" dirty="0">
                <a:latin typeface="Nudi Akshar" pitchFamily="2" charset="0"/>
              </a:rPr>
              <a:t> zÀgÀUÀ¼À£ÀÄß F PÉ¼ÀV£ÀAvÉ ¥</a:t>
            </a:r>
            <a:r>
              <a:rPr lang="en-US" sz="1600" dirty="0" err="1">
                <a:latin typeface="Nudi Akshar" pitchFamily="2" charset="0"/>
              </a:rPr>
              <a:t>ÀjµÀÌj¸ÀvÀPÀÌzÀÄÝ</a:t>
            </a:r>
            <a:r>
              <a:rPr lang="en-US" sz="1600" dirty="0">
                <a:latin typeface="Nudi Akshar" pitchFamily="2" charset="0"/>
              </a:rPr>
              <a:t>. </a:t>
            </a:r>
          </a:p>
          <a:p>
            <a:endParaRPr lang="en-IN" sz="1600" dirty="0">
              <a:latin typeface="Nudi Akshar" pitchFamily="2" charset="0"/>
            </a:endParaRPr>
          </a:p>
          <a:p>
            <a:endParaRPr lang="en-US" sz="1600" dirty="0" smtClean="0">
              <a:latin typeface="Nudi Akshar" pitchFamily="2" charset="0"/>
            </a:endParaRPr>
          </a:p>
          <a:p>
            <a:endParaRPr lang="en-US" sz="1600" dirty="0" smtClean="0">
              <a:latin typeface="Nudi 01 e" pitchFamily="2" charset="0"/>
            </a:endParaRPr>
          </a:p>
          <a:p>
            <a:endParaRPr lang="en-US" sz="1600" dirty="0">
              <a:latin typeface="Nudi 01 e" pitchFamily="2" charset="0"/>
            </a:endParaRPr>
          </a:p>
          <a:p>
            <a:endParaRPr lang="en-US" sz="1600" dirty="0" smtClean="0">
              <a:latin typeface="Nudi 01 e" pitchFamily="2" charset="0"/>
            </a:endParaRPr>
          </a:p>
          <a:p>
            <a:endParaRPr lang="en-US" sz="1600" dirty="0">
              <a:latin typeface="Nudi 01 e" pitchFamily="2" charset="0"/>
            </a:endParaRPr>
          </a:p>
          <a:p>
            <a:endParaRPr lang="en-US" sz="1600" dirty="0" smtClean="0">
              <a:latin typeface="Nudi 01 e" pitchFamily="2" charset="0"/>
            </a:endParaRPr>
          </a:p>
          <a:p>
            <a:endParaRPr lang="en-US" sz="1600" dirty="0">
              <a:latin typeface="Nudi 01 e" pitchFamily="2" charset="0"/>
            </a:endParaRPr>
          </a:p>
          <a:p>
            <a:endParaRPr lang="en-US" sz="1600" dirty="0" smtClean="0">
              <a:latin typeface="Nudi 01 e" pitchFamily="2" charset="0"/>
            </a:endParaRPr>
          </a:p>
          <a:p>
            <a:pPr algn="just"/>
            <a:r>
              <a:rPr lang="en-US" sz="1600" dirty="0" err="1" smtClean="0">
                <a:latin typeface="Nudi Akshar" pitchFamily="2" charset="0"/>
              </a:rPr>
              <a:t>PÀ£ÁðlPÀ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ÁUÀjÃPÀ</a:t>
            </a:r>
            <a:r>
              <a:rPr lang="en-US" sz="1600" dirty="0" smtClean="0">
                <a:latin typeface="Nudi Akshar" pitchFamily="2" charset="0"/>
              </a:rPr>
              <a:t> ¸ÉÃªÁ ¤AiÀÄªÀiÁªÀ½UÀ¼À ¤</a:t>
            </a:r>
            <a:r>
              <a:rPr lang="en-US" sz="1600" dirty="0" err="1" smtClean="0">
                <a:latin typeface="Nudi Akshar" pitchFamily="2" charset="0"/>
              </a:rPr>
              <a:t>AiÀÄªÀÄ</a:t>
            </a:r>
            <a:r>
              <a:rPr lang="en-US" sz="1600" dirty="0" smtClean="0">
                <a:latin typeface="Nudi Akshar" pitchFamily="2" charset="0"/>
              </a:rPr>
              <a:t> 539-J </a:t>
            </a:r>
            <a:r>
              <a:rPr lang="en-US" sz="1600" dirty="0" err="1" smtClean="0">
                <a:latin typeface="Nudi Akshar" pitchFamily="2" charset="0"/>
              </a:rPr>
              <a:t>gÀ</a:t>
            </a:r>
            <a:r>
              <a:rPr lang="en-US" sz="1600" dirty="0" smtClean="0">
                <a:latin typeface="Nudi Akshar" pitchFamily="2" charset="0"/>
              </a:rPr>
              <a:t> G¥À§AzsÀUÀ¼ÀÄ F ªÉÄÃ¯É w½¹gÀÄªÀµÀÖgÀ ª</a:t>
            </a:r>
            <a:r>
              <a:rPr lang="en-US" sz="1600" dirty="0" err="1" smtClean="0">
                <a:latin typeface="Nudi Akshar" pitchFamily="2" charset="0"/>
              </a:rPr>
              <a:t>ÀÄnÖUÉ</a:t>
            </a:r>
            <a:r>
              <a:rPr lang="en-US" sz="1600" dirty="0" smtClean="0">
                <a:latin typeface="Nudi Akshar" pitchFamily="2" charset="0"/>
              </a:rPr>
              <a:t>  ª</a:t>
            </a:r>
            <a:r>
              <a:rPr lang="en-US" sz="1600" dirty="0" err="1" smtClean="0">
                <a:latin typeface="Nudi Akshar" pitchFamily="2" charset="0"/>
              </a:rPr>
              <a:t>ÀiÁ¥ÁðqÁUÀvÀPÀÌzÀÄÝ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pPr algn="just"/>
            <a:r>
              <a:rPr lang="en-US" sz="1600" dirty="0" smtClean="0">
                <a:latin typeface="Nudi Akshar" pitchFamily="2" charset="0"/>
              </a:rPr>
              <a:t>ª</a:t>
            </a:r>
            <a:r>
              <a:rPr lang="en-US" sz="1600" dirty="0" err="1" smtClean="0">
                <a:latin typeface="Nudi Akshar" pitchFamily="2" charset="0"/>
              </a:rPr>
              <a:t>ÀUÁðªÀuÉAiÀiÁzÁUÀ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gÀ¸ÉÛAiÀÄ</a:t>
            </a:r>
            <a:r>
              <a:rPr lang="en-US" sz="1600" dirty="0" smtClean="0">
                <a:latin typeface="Nudi Akshar" pitchFamily="2" charset="0"/>
              </a:rPr>
              <a:t> ªÀÄÆ®PÀ ¸</a:t>
            </a:r>
            <a:r>
              <a:rPr lang="en-US" sz="1600" dirty="0" err="1" smtClean="0">
                <a:latin typeface="Nudi Akshar" pitchFamily="2" charset="0"/>
              </a:rPr>
              <a:t>ÀéAvÀ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PÁgÀÄ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CxÀªÁ</a:t>
            </a:r>
            <a:r>
              <a:rPr lang="en-US" sz="1600" dirty="0" smtClean="0">
                <a:latin typeface="Nudi Akshar" pitchFamily="2" charset="0"/>
              </a:rPr>
              <a:t> ¨</a:t>
            </a:r>
            <a:r>
              <a:rPr lang="en-US" sz="1600" dirty="0" err="1" smtClean="0">
                <a:latin typeface="Nudi Akshar" pitchFamily="2" charset="0"/>
              </a:rPr>
              <a:t>ÁrUÉ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mÁåQìAiÀÄ°è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ÀiÁrzÀ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ÀæAiÀiÁtPÁÌV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ÉÄÊ¯Éãeï</a:t>
            </a:r>
            <a:r>
              <a:rPr lang="en-US" sz="1600" dirty="0" smtClean="0">
                <a:latin typeface="Nudi Akshar" pitchFamily="2" charset="0"/>
              </a:rPr>
              <a:t> ¨</a:t>
            </a:r>
            <a:r>
              <a:rPr lang="en-US" sz="1600" dirty="0" err="1" smtClean="0">
                <a:latin typeface="Nudi Akshar" pitchFamily="2" charset="0"/>
              </a:rPr>
              <a:t>sÀvÉå</a:t>
            </a:r>
            <a:r>
              <a:rPr lang="en-US" sz="1600" dirty="0" smtClean="0">
                <a:latin typeface="Nudi Akshar" pitchFamily="2" charset="0"/>
              </a:rPr>
              <a:t>: </a:t>
            </a:r>
            <a:endParaRPr lang="en-US" sz="1600" dirty="0">
              <a:latin typeface="Nudi Akshar" pitchFamily="2" charset="0"/>
            </a:endParaRPr>
          </a:p>
          <a:p>
            <a:endParaRPr lang="en-US" sz="1600" dirty="0" smtClean="0">
              <a:latin typeface="Nudi Akshar" pitchFamily="2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62571355"/>
              </p:ext>
            </p:extLst>
          </p:nvPr>
        </p:nvGraphicFramePr>
        <p:xfrm>
          <a:off x="1714480" y="2285992"/>
          <a:ext cx="6096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/>
                <a:gridCol w="2335808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udi Akshar" pitchFamily="2" charset="0"/>
                        </a:rPr>
                        <a:t>¥</a:t>
                      </a:r>
                      <a:r>
                        <a:rPr lang="en-US" dirty="0" err="1" smtClean="0">
                          <a:latin typeface="Nudi Akshar" pitchFamily="2" charset="0"/>
                        </a:rPr>
                        <a:t>ÀæªÀUÀð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udi Akshar" pitchFamily="2" charset="0"/>
                        </a:rPr>
                        <a:t>f¯ÉèAiÉÆ¼ÀV£À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baseline="0" dirty="0" smtClean="0">
                          <a:latin typeface="Nudi Akshar" pitchFamily="2" charset="0"/>
                        </a:rPr>
                        <a:t>ª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ÀUÁðªÀuÉ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Nudi Akshar" pitchFamily="2" charset="0"/>
                        </a:rPr>
                        <a:t>f¯Éè¬ÄAzÀ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º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ÉÆgÀUÉ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baseline="0" dirty="0" smtClean="0">
                          <a:latin typeface="Nudi Akshar" pitchFamily="2" charset="0"/>
                        </a:rPr>
                        <a:t>ª</a:t>
                      </a:r>
                      <a:r>
                        <a:rPr lang="en-US" baseline="0" dirty="0" err="1" smtClean="0">
                          <a:latin typeface="Nudi Akshar" pitchFamily="2" charset="0"/>
                        </a:rPr>
                        <a:t>ÀUÁðªÀuÉ</a:t>
                      </a:r>
                      <a:r>
                        <a:rPr lang="en-US" baseline="0" dirty="0" smtClean="0">
                          <a:latin typeface="Nudi Akshar" pitchFamily="2" charset="0"/>
                        </a:rPr>
                        <a:t> </a:t>
                      </a:r>
                      <a:endParaRPr lang="en-IN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IA</a:t>
                      </a:r>
                      <a:r>
                        <a:rPr lang="en-US" sz="1800" b="1" baseline="0" dirty="0" smtClean="0"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   &amp; </a:t>
                      </a:r>
                      <a:r>
                        <a:rPr lang="en-US" sz="1800" b="1" dirty="0" smtClean="0"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IB</a:t>
                      </a:r>
                      <a:r>
                        <a:rPr lang="en-US" sz="1800" b="1" baseline="0" dirty="0" smtClean="0"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  </a:t>
                      </a:r>
                      <a:endParaRPr lang="en-IN" sz="1800" b="1" dirty="0" smtClean="0"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Nudi Akshar" pitchFamily="2" charset="0"/>
                        </a:rPr>
                        <a:t>gÀÆ.6000</a:t>
                      </a:r>
                      <a:endParaRPr lang="en-IN" sz="2400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Nudi Akshar" pitchFamily="2" charset="0"/>
                        </a:rPr>
                        <a:t>gÀÆ.10,000</a:t>
                      </a:r>
                      <a:endParaRPr lang="en-IN" sz="2400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II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Nudi Akshar" pitchFamily="2" charset="0"/>
                        </a:rPr>
                        <a:t>gÀÆ.6000</a:t>
                      </a:r>
                      <a:endParaRPr lang="en-IN" sz="2400" dirty="0" smtClean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Nudi Akshar" pitchFamily="2" charset="0"/>
                        </a:rPr>
                        <a:t>gÀÆ.10,000</a:t>
                      </a:r>
                      <a:endParaRPr lang="en-IN" sz="2400" dirty="0" smtClean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III</a:t>
                      </a:r>
                      <a:endParaRPr lang="en-IN" sz="1800" b="1" kern="1200" dirty="0" smtClean="0">
                        <a:solidFill>
                          <a:schemeClr val="dk1"/>
                        </a:solidFill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Nudi Akshar" pitchFamily="2" charset="0"/>
                        </a:rPr>
                        <a:t>gÀÆ.3000</a:t>
                      </a:r>
                      <a:endParaRPr lang="en-IN" sz="2400" dirty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Nudi Akshar" pitchFamily="2" charset="0"/>
                        </a:rPr>
                        <a:t>gÀÆ.6000</a:t>
                      </a:r>
                      <a:endParaRPr lang="en-IN" sz="2400" dirty="0">
                        <a:latin typeface="Nudi Akshar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IV</a:t>
                      </a:r>
                      <a:endParaRPr lang="en-IN" sz="1800" b="1" kern="1200" dirty="0" smtClean="0">
                        <a:solidFill>
                          <a:schemeClr val="dk1"/>
                        </a:solidFill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Nudi Akshar" pitchFamily="2" charset="0"/>
                        </a:rPr>
                        <a:t>gÀÆ.3000</a:t>
                      </a:r>
                      <a:endParaRPr lang="en-IN" sz="2400" dirty="0" smtClean="0">
                        <a:latin typeface="Nudi Aksha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Nudi Akshar" pitchFamily="2" charset="0"/>
                        </a:rPr>
                        <a:t>gÀÆ.6000</a:t>
                      </a:r>
                      <a:endParaRPr lang="en-IN" sz="2400" dirty="0" smtClean="0">
                        <a:latin typeface="Nudi Akshar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897205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pPr algn="just"/>
            <a:r>
              <a:rPr lang="en-US" sz="1600" dirty="0" smtClean="0">
                <a:latin typeface="Nudi Akshar" pitchFamily="2" charset="0"/>
              </a:rPr>
              <a:t>gÀÆ.43,100 </a:t>
            </a:r>
            <a:r>
              <a:rPr lang="en-US" sz="1600" dirty="0" err="1" smtClean="0">
                <a:latin typeface="Nudi Akshar" pitchFamily="2" charset="0"/>
              </a:rPr>
              <a:t>CxÀªÁ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CzÀPÀÆÌ</a:t>
            </a:r>
            <a:r>
              <a:rPr lang="en-US" sz="1600" dirty="0" smtClean="0">
                <a:latin typeface="Nudi Akshar" pitchFamily="2" charset="0"/>
              </a:rPr>
              <a:t>  ª</a:t>
            </a:r>
            <a:r>
              <a:rPr lang="en-US" sz="1600" dirty="0" err="1" smtClean="0">
                <a:latin typeface="Nudi Akshar" pitchFamily="2" charset="0"/>
              </a:rPr>
              <a:t>ÉÄÃ®àlÄÖ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ÉÃvÀ£À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ÀqÉAiÀÄÄªÀ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ËPÀgÀ£ÀÄ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ÁªÀðd¤PÀ</a:t>
            </a:r>
            <a:r>
              <a:rPr lang="en-US" sz="1600" dirty="0" smtClean="0">
                <a:latin typeface="Nudi Akshar" pitchFamily="2" charset="0"/>
              </a:rPr>
              <a:t> »</a:t>
            </a:r>
            <a:r>
              <a:rPr lang="en-US" sz="1600" dirty="0" err="1" smtClean="0">
                <a:latin typeface="Nudi Akshar" pitchFamily="2" charset="0"/>
              </a:rPr>
              <a:t>vÀzÀÈ¶Ö¬ÄAzÀ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ÀUÁðªÀuÉAiÀiÁzÁUÀ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ÀéAvÀ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PÁj£À°è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CxÀªÁ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mÁåQìAiÀÄ°è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PÉÊUÉÆ¼Àî§º</a:t>
            </a:r>
            <a:r>
              <a:rPr lang="en-US" sz="1600" dirty="0" err="1" smtClean="0">
                <a:latin typeface="Nudi Akshar" pitchFamily="2" charset="0"/>
              </a:rPr>
              <a:t>ÀÄzÀÄ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ÀÄvÀÄÛ</a:t>
            </a:r>
            <a:r>
              <a:rPr lang="en-US" sz="1600" dirty="0" smtClean="0">
                <a:latin typeface="Nudi Akshar" pitchFamily="2" charset="0"/>
              </a:rPr>
              <a:t> CªÀ£À </a:t>
            </a:r>
            <a:r>
              <a:rPr lang="en-US" sz="1600" dirty="0" err="1" smtClean="0">
                <a:latin typeface="Nudi Akshar" pitchFamily="2" charset="0"/>
              </a:rPr>
              <a:t>PÀÄlÄA§zÀ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ÀzÀ¸ÀågÀ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ÀASÉå</a:t>
            </a:r>
            <a:r>
              <a:rPr lang="en-US" sz="1600" dirty="0" smtClean="0">
                <a:latin typeface="Nudi Akshar" pitchFamily="2" charset="0"/>
              </a:rPr>
              <a:t> JµÉÖÃ </a:t>
            </a:r>
            <a:r>
              <a:rPr lang="en-US" sz="1600" dirty="0" err="1" smtClean="0">
                <a:latin typeface="Nudi Akshar" pitchFamily="2" charset="0"/>
              </a:rPr>
              <a:t>EgÀ</a:t>
            </a:r>
            <a:r>
              <a:rPr lang="en-US" sz="1600" dirty="0" smtClean="0">
                <a:latin typeface="Nudi Akshar" pitchFamily="2" charset="0"/>
              </a:rPr>
              <a:t>°, </a:t>
            </a:r>
            <a:r>
              <a:rPr lang="en-US" sz="1600" dirty="0" err="1" smtClean="0">
                <a:latin typeface="Nudi Akshar" pitchFamily="2" charset="0"/>
              </a:rPr>
              <a:t>PÀ£ÁðlPÀ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ÁUÀjÃPÀ</a:t>
            </a:r>
            <a:r>
              <a:rPr lang="en-US" sz="1600" dirty="0" smtClean="0">
                <a:latin typeface="Nudi Akshar" pitchFamily="2" charset="0"/>
              </a:rPr>
              <a:t> ¸ÉÃªÁ ¤AiÀÄªÀiÁªÀ½UÀ¼À 451£ÉÃ ¤</a:t>
            </a:r>
            <a:r>
              <a:rPr lang="en-US" sz="1600" dirty="0" err="1" smtClean="0">
                <a:latin typeface="Nudi Akshar" pitchFamily="2" charset="0"/>
              </a:rPr>
              <a:t>AiÀÄªÀÄzÀ°è£À</a:t>
            </a:r>
            <a:r>
              <a:rPr lang="en-US" sz="1600" dirty="0" smtClean="0">
                <a:latin typeface="Nudi Akshar" pitchFamily="2" charset="0"/>
              </a:rPr>
              <a:t> (4) £ÉÃ </a:t>
            </a:r>
            <a:r>
              <a:rPr lang="en-US" sz="1600" dirty="0" err="1" smtClean="0">
                <a:latin typeface="Nudi Akshar" pitchFamily="2" charset="0"/>
              </a:rPr>
              <a:t>G¥À¤AiÀÄzÀ£ÀéAiÀÄ</a:t>
            </a:r>
            <a:r>
              <a:rPr lang="en-US" sz="1600" dirty="0" smtClean="0">
                <a:latin typeface="Nudi Akshar" pitchFamily="2" charset="0"/>
              </a:rPr>
              <a:t> ¤</a:t>
            </a:r>
            <a:r>
              <a:rPr lang="en-US" sz="1600" dirty="0" err="1" smtClean="0">
                <a:latin typeface="Nudi Akshar" pitchFamily="2" charset="0"/>
              </a:rPr>
              <a:t>UÀ¢üvÀªÁzÀ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zÀgÀzÀ°è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ÉÄÊ¯Éãeï</a:t>
            </a:r>
            <a:r>
              <a:rPr lang="en-US" sz="1600" dirty="0" smtClean="0">
                <a:latin typeface="Nudi Akshar" pitchFamily="2" charset="0"/>
              </a:rPr>
              <a:t> ¨</a:t>
            </a:r>
            <a:r>
              <a:rPr lang="en-US" sz="1600" dirty="0" err="1" smtClean="0">
                <a:latin typeface="Nudi Akshar" pitchFamily="2" charset="0"/>
              </a:rPr>
              <a:t>sÀvÉåAiÀÄ£ÀÄß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PÉèöÊªÀiï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ÀiÁqÀ</a:t>
            </a:r>
            <a:r>
              <a:rPr lang="en-US" sz="1600" dirty="0" smtClean="0">
                <a:latin typeface="Nudi Akshar" pitchFamily="2" charset="0"/>
              </a:rPr>
              <a:t>§º</a:t>
            </a:r>
            <a:r>
              <a:rPr lang="en-US" sz="1600" dirty="0" err="1" smtClean="0">
                <a:latin typeface="Nudi Akshar" pitchFamily="2" charset="0"/>
              </a:rPr>
              <a:t>ÀÄzÀÄ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pPr algn="just"/>
            <a:r>
              <a:rPr lang="en-US" sz="1600" dirty="0" err="1" smtClean="0">
                <a:latin typeface="Nudi Akshar" pitchFamily="2" charset="0"/>
              </a:rPr>
              <a:t>PÀ£ÁðlPÀ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ÁUÀjÃPÀ</a:t>
            </a:r>
            <a:r>
              <a:rPr lang="en-US" sz="1600" dirty="0" smtClean="0">
                <a:latin typeface="Nudi Akshar" pitchFamily="2" charset="0"/>
              </a:rPr>
              <a:t> ¸ÉÃªÁ ¤AiÀÄªÀiÁªÀ½AiÀÄ 532 £ÉÃ ¤</a:t>
            </a:r>
            <a:r>
              <a:rPr lang="en-US" sz="1600" dirty="0" err="1" smtClean="0">
                <a:latin typeface="Nudi Akshar" pitchFamily="2" charset="0"/>
              </a:rPr>
              <a:t>AiÀÄªÀÄzÀ°è£À</a:t>
            </a:r>
            <a:r>
              <a:rPr lang="en-US" sz="1600" dirty="0" smtClean="0">
                <a:latin typeface="Nudi Akshar" pitchFamily="2" charset="0"/>
              </a:rPr>
              <a:t> (4) £ÉÃ </a:t>
            </a:r>
            <a:r>
              <a:rPr lang="en-US" sz="1600" dirty="0" err="1" smtClean="0">
                <a:latin typeface="Nudi Akshar" pitchFamily="2" charset="0"/>
              </a:rPr>
              <a:t>G¥À¤AiÀÄªÀÄzÀ£ÀéAiÀÄ</a:t>
            </a:r>
            <a:r>
              <a:rPr lang="en-US" sz="1600" dirty="0" smtClean="0">
                <a:latin typeface="Nudi Akshar" pitchFamily="2" charset="0"/>
              </a:rPr>
              <a:t> ¤</a:t>
            </a:r>
            <a:r>
              <a:rPr lang="en-US" sz="1600" dirty="0" err="1" smtClean="0">
                <a:latin typeface="Nudi Akshar" pitchFamily="2" charset="0"/>
              </a:rPr>
              <a:t>UÀ¢vÀªÁzÀ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zÀgÀzÀ°è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ÉÄÊ¯Éãeï</a:t>
            </a:r>
            <a:r>
              <a:rPr lang="en-US" sz="1600" dirty="0" smtClean="0">
                <a:latin typeface="Nudi Akshar" pitchFamily="2" charset="0"/>
              </a:rPr>
              <a:t> ¨</a:t>
            </a:r>
            <a:r>
              <a:rPr lang="en-US" sz="1600" dirty="0" err="1" smtClean="0">
                <a:latin typeface="Nudi Akshar" pitchFamily="2" charset="0"/>
              </a:rPr>
              <a:t>sÀvÉåAiÀÄ£ÀÄß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PÉèöÊªÀiï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ÀiÁqÀ</a:t>
            </a:r>
            <a:r>
              <a:rPr lang="en-US" sz="1600" dirty="0" smtClean="0">
                <a:latin typeface="Nudi Akshar" pitchFamily="2" charset="0"/>
              </a:rPr>
              <a:t>§º</a:t>
            </a:r>
            <a:r>
              <a:rPr lang="en-US" sz="1600" dirty="0" err="1" smtClean="0">
                <a:latin typeface="Nudi Akshar" pitchFamily="2" charset="0"/>
              </a:rPr>
              <a:t>ÀÄzÀÄ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pPr algn="just"/>
            <a:r>
              <a:rPr lang="en-US" sz="1600" dirty="0" err="1" smtClean="0">
                <a:latin typeface="Nudi Akshar" pitchFamily="2" charset="0"/>
              </a:rPr>
              <a:t>PÀ£ÁðlPÀ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ÁUÀjÃPÀ</a:t>
            </a:r>
            <a:r>
              <a:rPr lang="en-US" sz="1600" dirty="0" smtClean="0">
                <a:latin typeface="Nudi Akshar" pitchFamily="2" charset="0"/>
              </a:rPr>
              <a:t> ¸ÉÃªÁ ¤AiÀÄªÀiÁªÀ½AiÀÄ 532 £ÉÃ ¤</a:t>
            </a:r>
            <a:r>
              <a:rPr lang="en-US" sz="1600" dirty="0" err="1" smtClean="0">
                <a:latin typeface="Nudi Akshar" pitchFamily="2" charset="0"/>
              </a:rPr>
              <a:t>AiÀÄªÀÄzÀ</a:t>
            </a:r>
            <a:r>
              <a:rPr lang="en-US" sz="1600" dirty="0" smtClean="0">
                <a:latin typeface="Nudi Akshar" pitchFamily="2" charset="0"/>
              </a:rPr>
              <a:t> G¥À§AzsÀUÀ¼ÀÄ F ªÉÄÃ¯É w½¹gÀÄªÀµÀÖgÀ ª</a:t>
            </a:r>
            <a:r>
              <a:rPr lang="en-US" sz="1600" dirty="0" err="1" smtClean="0">
                <a:latin typeface="Nudi Akshar" pitchFamily="2" charset="0"/>
              </a:rPr>
              <a:t>ÀÄnÖUÉ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ÀiÁ¥ÁðqÁUÀvÀPÀÌzÀÄÝ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r>
              <a:rPr lang="en-US" sz="1600" dirty="0" err="1" smtClean="0">
                <a:latin typeface="Nudi Akshar" pitchFamily="2" charset="0"/>
              </a:rPr>
              <a:t>gÀ¸ÉÛ</a:t>
            </a:r>
            <a:r>
              <a:rPr lang="en-US" sz="1600" dirty="0" smtClean="0">
                <a:latin typeface="Nudi Akshar" pitchFamily="2" charset="0"/>
              </a:rPr>
              <a:t> ªÀÄÆ®PÀ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- ªÉÄÊ®Ä ¨</a:t>
            </a:r>
            <a:r>
              <a:rPr lang="en-US" sz="1600" dirty="0" err="1" smtClean="0">
                <a:latin typeface="Nudi Akshar" pitchFamily="2" charset="0"/>
              </a:rPr>
              <a:t>sÀvÉå</a:t>
            </a:r>
            <a:r>
              <a:rPr lang="en-US" sz="1600" dirty="0" smtClean="0">
                <a:latin typeface="Nudi Akshar" pitchFamily="2" charset="0"/>
              </a:rPr>
              <a:t> </a:t>
            </a:r>
          </a:p>
          <a:p>
            <a:r>
              <a:rPr lang="en-US" sz="1600" dirty="0" smtClean="0">
                <a:latin typeface="Nudi Akshar" pitchFamily="2" charset="0"/>
              </a:rPr>
              <a:t>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ËPÀgÀgÀÄ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ÉÆÃmÁgÀÄ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ÉÊPÀ¯ï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ÀÆÌlgï</a:t>
            </a:r>
            <a:r>
              <a:rPr lang="en-US" sz="1600" dirty="0" smtClean="0">
                <a:latin typeface="Nudi Akshar" pitchFamily="2" charset="0"/>
              </a:rPr>
              <a:t>, </a:t>
            </a:r>
            <a:r>
              <a:rPr lang="en-US" sz="1600" dirty="0" err="1" smtClean="0">
                <a:latin typeface="Nudi Akshar" pitchFamily="2" charset="0"/>
              </a:rPr>
              <a:t>mÁAUÁ</a:t>
            </a:r>
            <a:r>
              <a:rPr lang="en-US" sz="1600" dirty="0" smtClean="0">
                <a:latin typeface="Nudi Akshar" pitchFamily="2" charset="0"/>
              </a:rPr>
              <a:t>, ¸</a:t>
            </a:r>
            <a:r>
              <a:rPr lang="en-US" sz="1600" dirty="0" err="1" smtClean="0">
                <a:latin typeface="Nudi Akshar" pitchFamily="2" charset="0"/>
              </a:rPr>
              <a:t>ÉÊPÀ¯ï-jPÁë</a:t>
            </a:r>
            <a:r>
              <a:rPr lang="en-US" sz="1600" dirty="0" smtClean="0">
                <a:latin typeface="Nudi Akshar" pitchFamily="2" charset="0"/>
              </a:rPr>
              <a:t>, ª</a:t>
            </a:r>
            <a:r>
              <a:rPr lang="en-US" sz="1600" dirty="0" err="1" smtClean="0">
                <a:latin typeface="Nudi Akshar" pitchFamily="2" charset="0"/>
              </a:rPr>
              <a:t>ÀiÁ£ÀªÀ</a:t>
            </a:r>
            <a:r>
              <a:rPr lang="en-US" sz="1600" dirty="0" smtClean="0">
                <a:latin typeface="Nudi Akshar" pitchFamily="2" charset="0"/>
              </a:rPr>
              <a:t> J¼ÉAiÀÄÄªÀ </a:t>
            </a:r>
            <a:r>
              <a:rPr lang="en-US" sz="1600" dirty="0" err="1" smtClean="0">
                <a:latin typeface="Nudi Akshar" pitchFamily="2" charset="0"/>
              </a:rPr>
              <a:t>jPÁë</a:t>
            </a:r>
            <a:r>
              <a:rPr lang="en-US" sz="1600" dirty="0" smtClean="0">
                <a:latin typeface="Nudi Akshar" pitchFamily="2" charset="0"/>
              </a:rPr>
              <a:t> EvÁå¢UÀ¼À ªÀÄÆ®PÀ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ÀiÁrzÁUÀ</a:t>
            </a:r>
            <a:r>
              <a:rPr lang="en-US" sz="1600" dirty="0" smtClean="0">
                <a:latin typeface="Nudi Akshar" pitchFamily="2" charset="0"/>
              </a:rPr>
              <a:t> FUÀ ®¨</a:t>
            </a:r>
            <a:r>
              <a:rPr lang="en-US" sz="1600" dirty="0" err="1" smtClean="0">
                <a:latin typeface="Nudi Akshar" pitchFamily="2" charset="0"/>
              </a:rPr>
              <a:t>sÀå«gÀÄªÀ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ÉÄÊ¯ÉÃdÄzÀgÀ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Àæw</a:t>
            </a:r>
            <a:r>
              <a:rPr lang="en-US" sz="1600" dirty="0" smtClean="0">
                <a:latin typeface="Nudi Akshar" pitchFamily="2" charset="0"/>
              </a:rPr>
              <a:t> Q¯ÉÆÃ «</a:t>
            </a:r>
            <a:r>
              <a:rPr lang="en-US" sz="1600" dirty="0" err="1" smtClean="0">
                <a:latin typeface="Nudi Akshar" pitchFamily="2" charset="0"/>
              </a:rPr>
              <a:t>ÄÃlgïUÉ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gÀÆ</a:t>
            </a:r>
            <a:r>
              <a:rPr lang="en-US" sz="1600" dirty="0" smtClean="0">
                <a:latin typeface="Nudi Akshar" pitchFamily="2" charset="0"/>
              </a:rPr>
              <a:t>. 1/- </a:t>
            </a:r>
            <a:r>
              <a:rPr lang="en-US" sz="1600" dirty="0" err="1" smtClean="0">
                <a:latin typeface="Nudi Akshar" pitchFamily="2" charset="0"/>
              </a:rPr>
              <a:t>C£ÀÄß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gÀÆ</a:t>
            </a:r>
            <a:r>
              <a:rPr lang="en-US" sz="1600" dirty="0" smtClean="0">
                <a:latin typeface="Nudi Akshar" pitchFamily="2" charset="0"/>
              </a:rPr>
              <a:t>. 2/- (</a:t>
            </a:r>
            <a:r>
              <a:rPr lang="en-US" sz="1600" dirty="0" err="1" smtClean="0">
                <a:latin typeface="Nudi Akshar" pitchFamily="2" charset="0"/>
              </a:rPr>
              <a:t>JgÀqÀÄ</a:t>
            </a:r>
            <a:r>
              <a:rPr lang="en-US" sz="1600" dirty="0" smtClean="0">
                <a:latin typeface="Nudi Akshar" pitchFamily="2" charset="0"/>
              </a:rPr>
              <a:t>  gÀÆ¥Á¬ÄUÀ¼ÀÄ)UÀ½UÉ º</a:t>
            </a:r>
            <a:r>
              <a:rPr lang="en-US" sz="1600" dirty="0" err="1" smtClean="0">
                <a:latin typeface="Nudi Akshar" pitchFamily="2" charset="0"/>
              </a:rPr>
              <a:t>ÉaÑ¸À¯ÁVzÉ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ÀÄvÀÄÛ</a:t>
            </a:r>
            <a:r>
              <a:rPr lang="en-US" sz="1600" dirty="0" smtClean="0">
                <a:latin typeface="Nudi Akshar" pitchFamily="2" charset="0"/>
              </a:rPr>
              <a:t>  ¨ÉÊ¹PÀ¯ï/</a:t>
            </a:r>
            <a:r>
              <a:rPr lang="en-US" sz="1600" dirty="0" err="1" smtClean="0">
                <a:latin typeface="Nudi Akshar" pitchFamily="2" charset="0"/>
              </a:rPr>
              <a:t>PÁ®Ä£ÀrUÉAiÀÄ°è</a:t>
            </a:r>
            <a:r>
              <a:rPr lang="en-US" sz="1600" dirty="0" smtClean="0">
                <a:latin typeface="Nudi Akshar" pitchFamily="2" charset="0"/>
              </a:rPr>
              <a:t>  ª</a:t>
            </a:r>
            <a:r>
              <a:rPr lang="en-US" sz="1600" dirty="0" err="1" smtClean="0">
                <a:latin typeface="Nudi Akshar" pitchFamily="2" charset="0"/>
              </a:rPr>
              <a:t>ÀiÁrzÀ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ÀæAiÀiÁtPÉÌ</a:t>
            </a:r>
            <a:r>
              <a:rPr lang="en-US" sz="1600" dirty="0" smtClean="0">
                <a:latin typeface="Nudi Akshar" pitchFamily="2" charset="0"/>
              </a:rPr>
              <a:t> ®¨</a:t>
            </a:r>
            <a:r>
              <a:rPr lang="en-US" sz="1600" dirty="0" err="1" smtClean="0">
                <a:latin typeface="Nudi Akshar" pitchFamily="2" charset="0"/>
              </a:rPr>
              <a:t>sÀå«gÀÄªÀ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gÀ¸ÉÛ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ÉÄÊ¯ÉÃdÄ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zÀgÀªÀ£ÀÄß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FVgÀÄªÀ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zÀgÀ</a:t>
            </a:r>
            <a:r>
              <a:rPr lang="en-US" sz="1600" dirty="0" smtClean="0">
                <a:latin typeface="Nudi Akshar" pitchFamily="2" charset="0"/>
              </a:rPr>
              <a:t> Q.«ÄÃUÉ  </a:t>
            </a:r>
            <a:r>
              <a:rPr lang="en-US" sz="1600" dirty="0" err="1" smtClean="0">
                <a:latin typeface="Nudi Akshar" pitchFamily="2" charset="0"/>
              </a:rPr>
              <a:t>gÀÆ</a:t>
            </a:r>
            <a:r>
              <a:rPr lang="en-US" sz="1600" dirty="0" smtClean="0">
                <a:latin typeface="Nudi Akshar" pitchFamily="2" charset="0"/>
              </a:rPr>
              <a:t>. 0.30 </a:t>
            </a:r>
            <a:r>
              <a:rPr lang="en-US" sz="1600" dirty="0" err="1" smtClean="0">
                <a:latin typeface="Nudi Akshar" pitchFamily="2" charset="0"/>
              </a:rPr>
              <a:t>jAzÀ</a:t>
            </a:r>
            <a:r>
              <a:rPr lang="en-US" sz="1600" dirty="0" smtClean="0">
                <a:latin typeface="Nudi Akshar" pitchFamily="2" charset="0"/>
              </a:rPr>
              <a:t> gÀÆ.1/- (</a:t>
            </a:r>
            <a:r>
              <a:rPr lang="en-US" sz="1600" dirty="0" err="1" smtClean="0">
                <a:latin typeface="Nudi Akshar" pitchFamily="2" charset="0"/>
              </a:rPr>
              <a:t>MAzÀÄ</a:t>
            </a:r>
            <a:r>
              <a:rPr lang="en-US" sz="1600" dirty="0" smtClean="0">
                <a:latin typeface="Nudi Akshar" pitchFamily="2" charset="0"/>
              </a:rPr>
              <a:t> gÀÆ¥Á¬ÄUÀ½UÉ) º</a:t>
            </a:r>
            <a:r>
              <a:rPr lang="en-US" sz="1600" dirty="0" err="1" smtClean="0">
                <a:latin typeface="Nudi Akshar" pitchFamily="2" charset="0"/>
              </a:rPr>
              <a:t>ÉaÑ¸À¯ÁVzÉ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r>
              <a:rPr lang="en-US" sz="1600" dirty="0" err="1" smtClean="0">
                <a:latin typeface="Nudi Akshar" pitchFamily="2" charset="0"/>
              </a:rPr>
              <a:t>PÀ£ÁðlPÀ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ÁUÀjPÀ</a:t>
            </a:r>
            <a:r>
              <a:rPr lang="en-US" sz="1600" dirty="0" smtClean="0">
                <a:latin typeface="Nudi Akshar" pitchFamily="2" charset="0"/>
              </a:rPr>
              <a:t> ¸ÉÃªÁ ¤AiÀÄªÀÄUÀ½UÀ¼À 451 £ÉÃ ¤</a:t>
            </a:r>
            <a:r>
              <a:rPr lang="en-US" sz="1600" dirty="0" err="1" smtClean="0">
                <a:latin typeface="Nudi Akshar" pitchFamily="2" charset="0"/>
              </a:rPr>
              <a:t>AiÀÄªÀÄzÀ</a:t>
            </a:r>
            <a:r>
              <a:rPr lang="en-US" sz="1600" dirty="0" smtClean="0">
                <a:latin typeface="Nudi Akshar" pitchFamily="2" charset="0"/>
              </a:rPr>
              <a:t> G¥À§AzsÀUÀ¼ÀÄ F ªÉÄÃ¯É w½¹gÀÄªÀµÀÖgÀ ª</a:t>
            </a:r>
            <a:r>
              <a:rPr lang="en-US" sz="1600" dirty="0" err="1" smtClean="0">
                <a:latin typeface="Nudi Akshar" pitchFamily="2" charset="0"/>
              </a:rPr>
              <a:t>ÀÄnÖUÉ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ÀiÁ¥ÁðqÁUÀvÀPÀÌzÀÄÝ</a:t>
            </a:r>
            <a:r>
              <a:rPr lang="en-US" sz="1600" dirty="0" smtClean="0">
                <a:latin typeface="Nudi Akshar" pitchFamily="2" charset="0"/>
              </a:rPr>
              <a:t>. </a:t>
            </a:r>
          </a:p>
          <a:p>
            <a:r>
              <a:rPr lang="en-US" sz="1600" dirty="0" smtClean="0">
                <a:latin typeface="Nudi Akshar" pitchFamily="2" charset="0"/>
              </a:rPr>
              <a:t>ª</a:t>
            </a:r>
            <a:r>
              <a:rPr lang="en-US" sz="1600" dirty="0" err="1" smtClean="0">
                <a:latin typeface="Nudi Akshar" pitchFamily="2" charset="0"/>
              </a:rPr>
              <a:t>ÀUÁðªÀuÉAiÀiÁzÁUÀ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ËPÀgÀ£ÀÄ</a:t>
            </a:r>
            <a:r>
              <a:rPr lang="en-US" sz="1600" dirty="0" smtClean="0">
                <a:latin typeface="Nudi Akshar" pitchFamily="2" charset="0"/>
              </a:rPr>
              <a:t>, </a:t>
            </a:r>
            <a:r>
              <a:rPr lang="en-US" sz="1600" dirty="0" err="1" smtClean="0">
                <a:latin typeface="Nudi Akshar" pitchFamily="2" charset="0"/>
              </a:rPr>
              <a:t>vÀ£Àß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ÀéAvÀ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dªÁ¨ÁÝjAiÀÄ</a:t>
            </a:r>
            <a:r>
              <a:rPr lang="en-US" sz="1600" dirty="0" smtClean="0">
                <a:latin typeface="Nudi Akshar" pitchFamily="2" charset="0"/>
              </a:rPr>
              <a:t> ªÉÄÃ¯É </a:t>
            </a:r>
            <a:r>
              <a:rPr lang="en-US" sz="1600" dirty="0" err="1" smtClean="0">
                <a:latin typeface="Nudi Akshar" pitchFamily="2" charset="0"/>
              </a:rPr>
              <a:t>vÀ£Àß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ÁºÀ£ÀªÀ£ÀÄß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ÁV¸ÀÄªÀÅzÀPÉÌ</a:t>
            </a:r>
            <a:r>
              <a:rPr lang="en-US" sz="1600" dirty="0" smtClean="0">
                <a:latin typeface="Nudi Akshar" pitchFamily="2" charset="0"/>
              </a:rPr>
              <a:t> ¸ÀA§A¢ü¹zÀ ªÁ¸ÀÛ«PÀ ª</a:t>
            </a:r>
            <a:r>
              <a:rPr lang="en-US" sz="1600" dirty="0" err="1" smtClean="0">
                <a:latin typeface="Nudi Akshar" pitchFamily="2" charset="0"/>
              </a:rPr>
              <a:t>ÉZÀÑªÀ£ÀÄß</a:t>
            </a:r>
            <a:r>
              <a:rPr lang="en-US" sz="1600" dirty="0" smtClean="0">
                <a:latin typeface="Nudi Akshar" pitchFamily="2" charset="0"/>
              </a:rPr>
              <a:t> F ªÀÄÄA¢£À zÀgÀUÀ¼À ¥</a:t>
            </a:r>
            <a:r>
              <a:rPr lang="en-US" sz="1600" dirty="0" err="1" smtClean="0">
                <a:latin typeface="Nudi Akshar" pitchFamily="2" charset="0"/>
              </a:rPr>
              <a:t>ÀæPÁgÀ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ÀqÉAiÀÄ</a:t>
            </a:r>
            <a:r>
              <a:rPr lang="en-US" sz="1600" dirty="0" smtClean="0">
                <a:latin typeface="Nudi Akshar" pitchFamily="2" charset="0"/>
              </a:rPr>
              <a:t>§º</a:t>
            </a:r>
            <a:r>
              <a:rPr lang="en-US" sz="1600" dirty="0" err="1" smtClean="0">
                <a:latin typeface="Nudi Akshar" pitchFamily="2" charset="0"/>
              </a:rPr>
              <a:t>ÀÄzÀÄ</a:t>
            </a:r>
            <a:r>
              <a:rPr lang="en-US" sz="1600" dirty="0" smtClean="0">
                <a:latin typeface="Nudi Akshar" pitchFamily="2" charset="0"/>
              </a:rPr>
              <a:t>. </a:t>
            </a:r>
            <a:r>
              <a:rPr lang="en-US" sz="1600" dirty="0" err="1" smtClean="0">
                <a:latin typeface="Nudi Akshar" pitchFamily="2" charset="0"/>
              </a:rPr>
              <a:t>DzÀgÉ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ÀiÁrzÀ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zÀÆgÀªÀÅ</a:t>
            </a:r>
            <a:r>
              <a:rPr lang="en-US" sz="1600" dirty="0" smtClean="0">
                <a:latin typeface="Nudi Akshar" pitchFamily="2" charset="0"/>
              </a:rPr>
              <a:t> 120 Q.«ÄÃ. UÀ¼À£ÀÄß «</a:t>
            </a:r>
            <a:r>
              <a:rPr lang="en-US" sz="1600" dirty="0" err="1" smtClean="0">
                <a:latin typeface="Nudi Akshar" pitchFamily="2" charset="0"/>
              </a:rPr>
              <a:t>ÄÃjgÀ¨ÉÃPÀÄ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ÀÄvÀÄÛ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ÀPÁðj</a:t>
            </a:r>
            <a:r>
              <a:rPr lang="en-US" sz="1600" dirty="0" smtClean="0">
                <a:latin typeface="Nudi Akshar" pitchFamily="2" charset="0"/>
              </a:rPr>
              <a:t> £</a:t>
            </a:r>
            <a:r>
              <a:rPr lang="en-US" sz="1600" dirty="0" err="1" smtClean="0">
                <a:latin typeface="Nudi Akshar" pitchFamily="2" charset="0"/>
              </a:rPr>
              <a:t>ËPÀgÀ£À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zÀPÀëvÉAiÀÄ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zÀÈ¶Ö¬ÄAzÀ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AiÀiÁªÀ</a:t>
            </a:r>
            <a:r>
              <a:rPr lang="en-US" sz="1600" dirty="0" smtClean="0">
                <a:latin typeface="Nudi Akshar" pitchFamily="2" charset="0"/>
              </a:rPr>
              <a:t> º</a:t>
            </a:r>
            <a:r>
              <a:rPr lang="en-US" sz="1600" dirty="0" err="1" smtClean="0">
                <a:latin typeface="Nudi Akshar" pitchFamily="2" charset="0"/>
              </a:rPr>
              <a:t>ÀÄzÉÝAiÀÄ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ÀA§AzsÀzÀ°è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DvÀ£ÀÄ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ÁºÀ£ÀªÀ£ÀÄß</a:t>
            </a:r>
            <a:r>
              <a:rPr lang="en-US" sz="1600" dirty="0" smtClean="0">
                <a:latin typeface="Nudi Akshar" pitchFamily="2" charset="0"/>
              </a:rPr>
              <a:t> º</a:t>
            </a:r>
            <a:r>
              <a:rPr lang="en-US" sz="1600" dirty="0" err="1" smtClean="0">
                <a:latin typeface="Nudi Akshar" pitchFamily="2" charset="0"/>
              </a:rPr>
              <a:t>ÉÆA¢gÀÄªÀÅzÀÄ</a:t>
            </a:r>
            <a:r>
              <a:rPr lang="en-US" sz="1600" dirty="0" smtClean="0">
                <a:latin typeface="Nudi Akshar" pitchFamily="2" charset="0"/>
              </a:rPr>
              <a:t> </a:t>
            </a:r>
            <a:r>
              <a:rPr lang="en-US" sz="1600" dirty="0" err="1" smtClean="0">
                <a:latin typeface="Nudi Akshar" pitchFamily="2" charset="0"/>
              </a:rPr>
              <a:t>C£ÀÄPÀÆ®PÀgÀªÉÇÃ</a:t>
            </a:r>
            <a:r>
              <a:rPr lang="en-US" sz="1600" dirty="0" smtClean="0">
                <a:latin typeface="Nudi Akshar" pitchFamily="2" charset="0"/>
              </a:rPr>
              <a:t> D º</a:t>
            </a:r>
            <a:r>
              <a:rPr lang="en-US" sz="1600" dirty="0" err="1" smtClean="0">
                <a:latin typeface="Nudi Akshar" pitchFamily="2" charset="0"/>
              </a:rPr>
              <a:t>ÀÄzÉÝUÉ</a:t>
            </a:r>
            <a:r>
              <a:rPr lang="en-US" sz="1600" dirty="0" smtClean="0">
                <a:latin typeface="Nudi Akshar" pitchFamily="2" charset="0"/>
              </a:rPr>
              <a:t> ¸</a:t>
            </a:r>
            <a:r>
              <a:rPr lang="en-US" sz="1600" dirty="0" err="1" smtClean="0">
                <a:latin typeface="Nudi Akshar" pitchFamily="2" charset="0"/>
              </a:rPr>
              <a:t>ÉÃgÀ®Ä</a:t>
            </a:r>
            <a:r>
              <a:rPr lang="en-US" sz="1600" dirty="0" smtClean="0">
                <a:latin typeface="Nudi Akshar" pitchFamily="2" charset="0"/>
              </a:rPr>
              <a:t> ¥</a:t>
            </a:r>
            <a:r>
              <a:rPr lang="en-US" sz="1600" dirty="0" err="1" smtClean="0">
                <a:latin typeface="Nudi Akshar" pitchFamily="2" charset="0"/>
              </a:rPr>
              <a:t>ÀæAiÀiÁt</a:t>
            </a:r>
            <a:r>
              <a:rPr lang="en-US" sz="1600" dirty="0" smtClean="0">
                <a:latin typeface="Nudi Akshar" pitchFamily="2" charset="0"/>
              </a:rPr>
              <a:t> ª</a:t>
            </a:r>
            <a:r>
              <a:rPr lang="en-US" sz="1600" dirty="0" err="1" smtClean="0">
                <a:latin typeface="Nudi Akshar" pitchFamily="2" charset="0"/>
              </a:rPr>
              <a:t>ÀiÁqÀ¨ÉÃPÀÄ</a:t>
            </a:r>
            <a:r>
              <a:rPr lang="en-US" sz="1600" dirty="0" smtClean="0">
                <a:latin typeface="Nudi Akshar" pitchFamily="2" charset="0"/>
              </a:rPr>
              <a:t>. </a:t>
            </a:r>
            <a:endParaRPr lang="en-IN" sz="1600" dirty="0">
              <a:latin typeface="Nudi Akshar" pitchFamily="2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93287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2224</TotalTime>
  <Words>1681</Words>
  <Application>Microsoft Office PowerPoint</Application>
  <PresentationFormat>On-screen Show (4:3)</PresentationFormat>
  <Paragraphs>202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ಕ.ನಾ.ಸೇ  ಪ್ರಯಾಣ ಭತ್ಯೆ ನಿಯಮಗಳು ನಿಯಮ-449 ರಿಂದ 577</vt:lpstr>
      <vt:lpstr>¥ÀæAiÀiÁt ¨sÀvÉå ¤AiÀÄªÀÄUÀ¼ÀÄ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LEAVE RULES</dc:title>
  <dc:creator>HP</dc:creator>
  <cp:lastModifiedBy>ACER</cp:lastModifiedBy>
  <cp:revision>120</cp:revision>
  <dcterms:created xsi:type="dcterms:W3CDTF">2017-11-03T15:31:28Z</dcterms:created>
  <dcterms:modified xsi:type="dcterms:W3CDTF">2026-09-21T05:12:54Z</dcterms:modified>
</cp:coreProperties>
</file>