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0" r:id="rId14"/>
    <p:sldId id="267" r:id="rId15"/>
    <p:sldId id="281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82" r:id="rId24"/>
    <p:sldId id="275" r:id="rId25"/>
    <p:sldId id="276" r:id="rId26"/>
    <p:sldId id="277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422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685800"/>
            <a:ext cx="9144000" cy="3048000"/>
          </a:xfrm>
        </p:spPr>
        <p:txBody>
          <a:bodyPr>
            <a:normAutofit/>
          </a:bodyPr>
          <a:lstStyle/>
          <a:p>
            <a:pPr algn="ctr"/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ಸಿವಿಲ್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1977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24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ಅಧಿಸೂಚನೆ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b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/>
            </a:r>
            <a:b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</a:b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ಡಿಪಿಎಆರ್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57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ಎಸ್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75,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25ನೇ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ಜೂನ್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1977</a:t>
            </a:r>
            <a:endParaRPr lang="en-US" sz="22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43200"/>
          </a:xfrm>
        </p:spPr>
        <p:txBody>
          <a:bodyPr/>
          <a:lstStyle/>
          <a:p>
            <a:pPr algn="just">
              <a:buNone/>
            </a:pPr>
            <a:r>
              <a:rPr lang="en-US" sz="3200" b="1" dirty="0" smtClean="0"/>
              <a:t>  </a:t>
            </a:r>
            <a:r>
              <a:rPr lang="en-US" sz="3200" b="1" dirty="0" smtClean="0"/>
              <a:t>	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ಭಾರತ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ಸಂವಿಧಾನದ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309ನೇ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ಅನುಚ್ಛೇದದ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ಪರಂತುಕದ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ಪ್ರದತ್ತವಾದ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ಅಧಿಕಾರಗಳನ್ನು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ಚಲಾಯಿಸಿ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ರಾಜ್ಯಪಾಲರು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ಮುಂದಿನ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ನಿಯಮಗಳನ್ನು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ರಚಿಸಿರುತ್ತಾರೆ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ಎಂದರೆ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:-</a:t>
            </a:r>
            <a:endParaRPr lang="en-US" sz="32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3429000"/>
          </a:xfrm>
        </p:spPr>
        <p:txBody>
          <a:bodyPr/>
          <a:lstStyle/>
          <a:p>
            <a:pPr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ಹೆಸರು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ಪ್ರಾರಂಭ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3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sz="16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 ಈ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ಸಿವಿಲ್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1977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ಕರೆಯತಕ್ಕದ್ದು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</a:p>
          <a:p>
            <a:pPr algn="just">
              <a:buNone/>
            </a:pP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(2)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ಸರ್ಕಾರೀ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ರಾಜ್ಯಪತ್ರದಲ್ಲಿ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ಪ್ರಕಟವಾದ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ಬರತಕ್ಕದ್ದು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733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ಪರಿಭಾಷೆ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-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ನಿಯಮಗಳಲ್ಲಿ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ಸಂದರ್ಭವು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ಅನ್ಯಥಾ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ಆಗತ್ಯಪಡಿಸಿದ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</a:p>
          <a:p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 '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ನೇಮಿಸಲಾದ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"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ಎಂದರೆ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ಪರೀಕ್ಷಾರ್ಥವಾಗಿ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ನೇಮಿಸಲಾದ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ಅರ್ಥ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sz="2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(2) '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ಎಂದರೆ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ಮೇಲಿರುವ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ನೌಕರ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ಅರ್ಥ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2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419600"/>
          </a:xfrm>
        </p:spPr>
        <p:txBody>
          <a:bodyPr/>
          <a:lstStyle/>
          <a:p>
            <a:pPr algn="just"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3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ಸಂಬಂಧವಾಗಿ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ವಿಶೇಷವಾಗಿ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ರಚಿಸಿದ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ನೌಕರಿ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ಭರ್ತಿ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ನಿಯಮಗಳಲ್ಲಿ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ಉಪಬಂಧಿಸಬಹುದಾದಂತೆ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ಇರತಕ್ಕದ್ದು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ಇದ್ದಿರಬಹುದಾದಂಥ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ಅಸಾಧಾರಣ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ರಜಾವಧಿಯನ್ನು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ಹೊರತುಪಡಿಸಿ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ಎರಡು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ವರ್ಷಗಳಿಗಿಂತ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ಕಡಿಮೆಯಿರತಕ್ಕದ್ದಲ್ಲ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724400"/>
          </a:xfrm>
        </p:spPr>
        <p:txBody>
          <a:bodyPr/>
          <a:lstStyle/>
          <a:p>
            <a:pPr algn="just">
              <a:buNone/>
            </a:pP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4.	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ವಿಸ್ತರಿಸುವುದು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ಕಡಿತಗೊಳಿಸುವುದು</a:t>
            </a:r>
            <a:r>
              <a:rPr lang="en-US" sz="28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pPr algn="just">
              <a:buNone/>
            </a:pPr>
            <a:endParaRPr lang="en-US" sz="2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465138" indent="-355600" algn="just">
              <a:buNone/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1.ಪ್ರೊಭೇಷನ್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ಕಾರಣಗಳನ್ನು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ಲಿಖಿತದಲ್ಲಿ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ದಾಖಲಿಸಿ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</a:t>
            </a:r>
          </a:p>
          <a:p>
            <a:pPr marL="854075" indent="-639763" algn="just">
              <a:buNone/>
              <a:tabLst>
                <a:tab pos="854075" algn="l"/>
              </a:tabLst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ರಾಜ್ಯಪಾಲರು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ಸರ್ಕಾರವು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ಅವರು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ಯುಕ್ತವೆಂದು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ಭಾವಿಸಬಹುದಾದಷ್ಟು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ಅವಧಿಯವರೆಗೆ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  <a:endParaRPr lang="en-US" sz="2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749300" indent="-639763" algn="just">
              <a:buNone/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ii)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ನಿರ್ದಿಷ್ಟಪಡಿಸಿದ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ಅರ್ಧಕ್ಕಿಂತ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ಹೆಚ್ಚಾಗದಷ್ಟು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ಅವಧಿಯವರೆಗೆ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ವಿಸ್ತರಿಸಬಹುದು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  <a:endParaRPr lang="en-US" sz="2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3962400"/>
          </a:xfrm>
        </p:spPr>
        <p:txBody>
          <a:bodyPr/>
          <a:lstStyle/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ವಿಸ್ತರಿಸಿದ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ಅವಧಿಯೊಳಗೆ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ತೇರ್ಗಡೆಯಾಗಬೇಕಾಗಿರುವ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ಪರೀಕ್ಷೆಗಳಿಗೆ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ಹಾಜರಾಗಿದ್ದರೆ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ಫಲಿತಾಂಶವು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ಮುಕ್ತಾಯವಾಗುವುದಕ್ಕೆ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ಮುಂಚೆ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ತಿಳಿದುಬರದಿದ್ದರೆ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ಆಗ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ಇವುಗಳ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ಪೈಕಿ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ಉತ್ತೀರ್ಣನಾಗಲು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ವಿಫಲನಾಗಿರುವನೋ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ಫಲಿತಾಂಶಗಳು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ಪ್ರಕಟವಾಗುವವರೆಗೆ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ವಿಸ್ತರಿಸಲಾಗಿದೆಯೆಂದು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ಭಾವಿಸತಕ್ಕದ್ದು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33800"/>
          </a:xfrm>
        </p:spPr>
        <p:txBody>
          <a:bodyPr/>
          <a:lstStyle/>
          <a:p>
            <a:pPr algn="just">
              <a:buNone/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(2)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ಸರ್ಕಾರವು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ಮಾಡಿರುವ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ಕರ್ತವ್ಯಗಳನ್ನು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ಕರ್ತವ್ಯಗಳು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ಕರ್ತವ್ಯಗಳಿಗೆ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ಸಮಾನವಾಗಿದೆ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ಅದೇ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ಸ್ವರೂಪದವುಗಳಾಗಿವೆ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ಸರ್ಕಾರವು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ಅಭಿಪ್ರಾಯಪಡುವುದೋ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ಕರ್ತವ್ಯಗಳನ್ನು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ನಿರ್ವಹಿಸಿದ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8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ಮೀರದಂತೆ</a:t>
            </a: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ಅವಧಿಯವರೆಗೆ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ಕಡಿಮೆ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2672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5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ಪೂರ್ಣಗೊಳಿಸಿರುವುದರ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ಘೋಷಣೆ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ಇತ್ಯಾದಿ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3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endParaRPr lang="en-US" sz="3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1)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ನಿರ್ದಿಷ್ಟಪಡಿಸಿದ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ಸಂದರ್ಭಾನುಸಾರ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ಕಡಿಮೆ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ವಿಸ್ತರಿಸಿದ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ಕೊನೆಯಲ್ಲಿ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ಪ್ರೊಬೇಷನರ್‌ನನ್ನು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ಹುದ್ದೆಗೆ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ಮಾಡಲಾಗಿತ್ತೋ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ಹುದ್ದೆಯನ್ನು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ಹೊಂದಲು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ಸೂಕ್ತತೆಯನ್ನು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ಪರಿಗಣಿಸತಕ್ಕದ್ದು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,-</a:t>
            </a:r>
            <a:endParaRPr lang="en-US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457200"/>
            <a:ext cx="8686800" cy="61722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70000"/>
              </a:lnSpc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ಹೊಂದಲು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ಪ್ರೊಬೇಷರನು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ಸೂಕ್ತನಾಗಿದ್ದಾನೆ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ನಿರ್ಧರಿಸಿದರೆ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ಉತ್ತೀರ್ಣನಾಗಬೇಕಿರುವ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ಯಾವುವಾದರೂ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ಇದ್ದರೆ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ಅವುಗಳಲ್ಲಿ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ಉತ್ತೀರ್ಣನಾಗಿದ್ದರೆ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ಸಾಧ್ಯವಾದಷ್ಟು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ಬೇಗನೆ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ಪೂರ್ಣಗೊಳಿಸಿದ್ದಾನೆಂದು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ಘೋಷಿಸುವ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ಹೊರಡಿಸತಕ್ಕದ್ದು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ಕಡಿಮೆ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ಮುಕ್ತಾಯಗೊಂಡ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ಬರತಕ್ಕದ್ದು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57800"/>
          </a:xfrm>
        </p:spPr>
        <p:txBody>
          <a:bodyPr/>
          <a:lstStyle/>
          <a:p>
            <a:pPr algn="just">
              <a:lnSpc>
                <a:spcPct val="150000"/>
              </a:lnSpc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ಮಾಡಿರುವ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ಹೊಂದಲು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ಸೂಕ್ತನಾಗಿರುವುದಿಲ್ಲವೆಂದು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ನಿರ್ಧರಿಸಿದರೆ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ಉತ್ತೀರ್ಣನಾಗಬೇಕಿರುವ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ವಿಶೇಷ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ಪರೀಕ್ಷೆಗಳು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ಉಪಪರೀಕ್ಷೆಗಳು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ಯಾವುವಾದರೂ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ಇದ್ದರೆ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ಅವುಗಳಲ್ಲಿ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ಉತ್ತೀರ್ಣನಾಗಿಲ್ಲದಿದ್ದರೆ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4ನೇ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ವಿಸ್ತರಿಸದೇ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ಇರುವಾಗ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ಆತನನ್ನು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ವಿಮುಕ್ತಗೊಳಿಸಬಹುದು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4724400"/>
          </a:xfrm>
        </p:spPr>
        <p:txBody>
          <a:bodyPr>
            <a:noAutofit/>
          </a:bodyPr>
          <a:lstStyle/>
          <a:p>
            <a:pPr algn="just"/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(2)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ಹೊರಡಿಸದಿದ್ದಲ್ಲಿ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ಪರಿಗಣಿಸತಕ್ಕದ್ದಲ್ಲ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(1)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ಹೊರಡಿಸುವುದರಲ್ಲಿ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ಉಂಟಾಗುವ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ವಿಳಂಬವು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ಭಾವಿಸುವುದಕ್ಕೆ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ಹಕ್ಕುಳ್ಳವನನ್ನಾಗಿಸುವುದಿಲ್ಲ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2404872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28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ಸೂಚನೆ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:- </a:t>
            </a:r>
            <a:endParaRPr lang="en-US" sz="30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ಈ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6ನೇ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ಮತ್ತೊಂದು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ಸಂದರ್ಭದಲ್ಲಿ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'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'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ಹಿಂದಕ್ಕೆ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ಕಳುಹಿಸುವುದು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ಅರ್ಥ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3810000"/>
          </a:xfrm>
        </p:spPr>
        <p:txBody>
          <a:bodyPr/>
          <a:lstStyle/>
          <a:p>
            <a:pPr algn="just"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6.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ಪ್ರೊಬೇಪರ್ನ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ನನ್ನು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ಮಾಡುವುದು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 </a:t>
            </a: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1) 5ನೇ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ಏನೇ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ಒಳಗೊಂಡಿದ್ದರೂ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ನೌಕರಿ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ಭರ್ತಿ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ಆದೇಶದಲ್ಲಿ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ವಿಧಿಸಲಾಗಿರುವ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ಷರತ್ತುಗಳು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ಯಾವುವಾದರೂ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ಇದ್ದರೆ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ಅವುಗಳಿಂದ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ಹುದ್ದೆಯಲ್ಲಿ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ಸೇವೆಗೆ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ಆತನು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ಸೂಕ್ತನಲ್ಲವೆಂಬ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ಕಾರಣದಿಂದ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ಉದ್ಭವಿಸುವ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ಆಧಾರಗಳ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ಮೇಲೆ</a:t>
            </a: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635691"/>
          </a:xfrm>
        </p:spPr>
        <p:txBody>
          <a:bodyPr/>
          <a:lstStyle/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ಕಾಲದಲ್ಲಿ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ಮಾಡಬಹುದು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ಹಾಗೆ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ಹೊರಡಿಸಿದ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ನಿಕಟ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ಉನ್ನತ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ಸಲ್ಲಿಸುವವರೆಗೆ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ಸ್ಥಿರೀಕರಿಸುವವರೆಗೆ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ಜಾರಿಗೊಳಿಸತಕ್ಕದ್ದಲ್ಲ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05200"/>
          </a:xfrm>
        </p:spPr>
        <p:txBody>
          <a:bodyPr/>
          <a:lstStyle/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2) ಈ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ಆಧಾರಗಳನ್ನು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ತಿಳಿಸತಕ್ಕದ್ದು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ಸಿವಿಲ್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ವರ್ಗೀಕರಣ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ನಿಯಂತ್ರಣ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ಅಪೀಲು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1957ರ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ಆಡಿಯಲ್ಲಿ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ಔಪಚಾರಿಕ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ವ್ಯವಹರಣೆಗಳು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ಅವಶ್ಯವಾಗಿರತಕ್ಕದ್ದಲ್ಲ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343400"/>
          </a:xfrm>
        </p:spPr>
        <p:txBody>
          <a:bodyPr/>
          <a:lstStyle/>
          <a:p>
            <a:pPr algn="just"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7.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ದುರ್ನಡತೆಗಾಗಿ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ತೆಗೆದುಹಾಕುವುದು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:-</a:t>
            </a:r>
          </a:p>
          <a:p>
            <a:pPr algn="just">
              <a:buNone/>
            </a:pPr>
            <a:endParaRPr lang="en-US" sz="32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ದುರ್ನಡತೆಗಾಗಿ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ಕೊನೆಯಲ್ಲಿ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ತೆಗೆದುಹಾಕುವ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ಸಿವಿಲ್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ವರ್ಗೀಕರಣ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ನಿಯಂತ್ರಣ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ಆಪೀಲು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1957ರ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ಅನುಸಾರವಾಗಿ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ಹೊರಡಿಸತಕ್ಕದ್ದಲ್ಲ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429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8. .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ಅಫೀಲು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:-</a:t>
            </a: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 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5ನೇ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6ನೇ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ಸೇವೆಯಿಂದ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ಬಿಡುಗಡೆ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ವಿರುದ್ಧ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ಆಫೀಲಿಗೆ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ಅವಕಾಶವಿರತಕ್ಕದ್ದಲ್ಲ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533400"/>
            <a:ext cx="7924800" cy="5943600"/>
          </a:xfrm>
        </p:spPr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9. 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ಸ್ಥಿರೀಕರಣ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ಸಿವಿಲ್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ವರ್ಗೀಕರಣ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ನಿಯಂತ್ರಣ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ಅಪೀಲು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1977ರ 19ನೇ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(4)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ಒಳಪಟ್ಟು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ಯಾರು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ಪೂರ್ಣಗೊಳಿಸಿರುತ್ತಾನೆಂದು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ಘೋಷಿಸಲಾಗಿದೆಯೋ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ಆ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ಪ್ರೊಬೇಷನ‌ರ್</a:t>
            </a:r>
            <a:r>
              <a:rPr lang="en-US" sz="1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ಇರಬಹುದಾದ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ಉದ್ಭವಿಸಬಹುದಾದ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ಖಾಲಿ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ಅವಕಾಶ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ದೊರೆತ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ಕೂಡಲೇ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ಸ್ಥಿರೀಕರಿಸತಕ್ಕದ್ದು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;</a:t>
            </a:r>
          </a:p>
          <a:p>
            <a:pPr algn="just">
              <a:buNone/>
            </a:pP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30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ಪರಂತು</a:t>
            </a:r>
            <a:r>
              <a:rPr lang="en-US" sz="30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ಸ್ಥಿರೀಕರಣಕ್ಕೆ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ಒಬ್ಬರಿಗಿಂತ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ಹೆಚ್ಚು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ಅನುಮೋದಿತ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ಪ್ರೊಬೇಷನ‌ರು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ಲಭ್ಯವಿರುವಾಗ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ಖಾಲಿ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ಅತ್ಯಂತ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ಹಿರಿಯ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ಅನುಮೋದಿತ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ಸ್ಥಿರೀಕರಿಸತಕ್ಕದ್ದು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762000"/>
            <a:ext cx="7848600" cy="5181600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10.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:-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</a:p>
          <a:p>
            <a:pPr algn="just">
              <a:buNone/>
            </a:pPr>
            <a:endParaRPr lang="en-US" sz="28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ಪ್ರಾರಂಭಿಕ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ಉನ್ನತ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ಹಂತದ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ಕಾಲಿಕ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ಶ್ರೇಣಿಗೆ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ನೇಮಕಗೊಂಡ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ಗೊತ್ತುಪಡಿಸಿದ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[XXX]'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ಬಾಕಿ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ಉಳಿದಿರುವ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ಪಡೆಯಬಹುದು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ಆದಾಗ್ಯೂ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ಪೂರ್ಣಗೊಳಿಸಿರುವುದಾಗಿ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ಅಲ್ಲಿಯವರೆಗೆ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ಸಮಾಪ್ತಿಯಾದ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ತರುವಾಯ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3810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3600" dirty="0" smtClean="0"/>
              <a:t>	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ಪೂರ್ಣಗೊಳಿಸಿದ್ದಾನೆಂದು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ಘೋಷಿಸಿರುವಾಗ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ಜಾರಿಗೆ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ಮೇಲೆ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ಇಡೀ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ಸೇವೆಗಾಗಿ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ಪಡೆಯಲು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ಅನುಮತಿಸಿದ್ದರೆ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ಪಡೆಯಬಹುದಾಗಿದ್ದಂಥ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11.ನೇಮಕಾತಿಯ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ಸಿಂಧುತ್ವವನ್ನು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ಪ್ರಶ್ನಿಸಿರುವಾಗ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2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</a:t>
            </a:r>
            <a:r>
              <a:rPr lang="en-US" sz="32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-</a:t>
            </a:r>
            <a:r>
              <a:rPr lang="en-US" sz="3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endParaRPr lang="en-US" sz="32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ಪೂರ್ವೋಕ್ತ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ಏನೇ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ಒಳಗೊಂಡಿದ್ದರೂ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ಯಾರೇ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ಪ್ರೊಬೇಷನರ್‌ನನ್ನಾಗಿ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ಮಾಡಿರುವುದರ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ಸಿಂಧುತ್ವವನ್ನು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ನ್ಯಾಯಾಲಯದ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ಮುಂದಿರುವ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ಕಾನೂನು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ವ್ಯವಹರಣೆಯಲ್ಲಿ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ಪ್ರಶ್ನಿಸಿರುವಾಗ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ನ್ಯಾಯಾಲಯ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ನೀಡಿರುವ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ಬಗ್ಗೆ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ಘೋಷಣೆಯನ್ನು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ಪ್ರತಿಷೇಧಿಸುವ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]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ಮಧ್ಯಕಾಲೀನ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ನ್ಯಾಯಾಲಯವು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ಮಾಡಿರುವಾಗ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ವ್ಯಕ್ತಿಯ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ವ್ಯವಹರಣೆಗಳು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ಅಂತಿಮವಾಗಿ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ವಿಲೆಯಾಗುವವರೆಗೆ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ಮುಂದುವರೆಯತಕ್ಕದ್ದು</a:t>
            </a: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5245291"/>
          </a:xfrm>
        </p:spPr>
        <p:txBody>
          <a:bodyPr>
            <a:noAutofit/>
          </a:bodyPr>
          <a:lstStyle/>
          <a:p>
            <a:pPr algn="just"/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ವಿಲೆ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ಇತ್ಯರ್ಥದಲ್ಲಿರುವಾಗ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ಮನದಟ್ಟಾದರೆ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ನಿರ್ದೇಶನದಲ್ಲಿ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ನಿರ್ದಿಷ್ಟಪಡಿಸಬಹುದಾದಂಥ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ದಿನಾಂಕದಿಂದ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ಪ್ರೊಬೇಷನನನು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ಹೊಂದಿರುವ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ಹುದ್ದೆಯ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ಶ್ರೇಣಿಯಲ್ಲಿ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ಪಡೆಯುವುದಕ್ಕೆ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ಹಕ್ಕುಳ್ಳವನಾಗಿರತಕ್ಕದ್ದೆಂದು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ನಿರ್ದೇಶಿಸಬಹುದು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ಸಾಮಾನ್ಯವಾಗಿ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ನೌಕರರಿಗೆ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ಅನ್ವಯಿಸುವ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ವೇತನ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ಬಡ್ತಿಗಳನ್ನು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ಪಡೆಯುವುದನ್ನು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ನಿಯಂತ್ರಿಸುವ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ಇತರ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ಉಪಬಂಧಗಳಿಗೆ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ಒಳಪಟ್ಟು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ತದನುಸಾರವಾಗಿ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ಪಡೆಯತಕ್ಕದ್ದು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</a:t>
            </a:r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702491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1.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ಅಧಿಸೂಚನೆ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ಡಿಪಿಎಆರ್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65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ಎಸ್ಆರ್.ಆರ್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78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18-04-1980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ರಾಜ್ಯಪತ್ರ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1-5-1980 ರ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ಬಿಟ್ಟುಬಿಡಲಾಗಿದೆ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2.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ಅಧಿಸೂಚನೆ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ಸಂಖ್ಯೆ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ಡಿಪಿಎಆರ್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16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ಎಸ್ಆರ್.ಆರ್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35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31-12-1985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ರಾಜ್ಯಪತ್ರ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16-1-1986ರ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2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ಸೇರಿಸಲಾಗಿದೆ</a:t>
            </a:r>
            <a:r>
              <a:rPr lang="en-US" sz="22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ವ್ಯವಹರಣೆಗಳಲ್ಲಿ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ಮಧ್ಯಕಾಲೀನ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ಹೊರಡಿಸಿಲ್ಲದಿರುವಲ್ಲಿ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ನೇಮಕ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ಪ್ರಾಧಿಕಾರವು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ಪ್ರೊಬೇಷರ್ನನು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ನಿರ್ದಿಷ್ಟಪಡಿಸಿದ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ವಿಸ್ತರಿಸಿದ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ಮನದಟ್ಟಾದರೆ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ಅಂಥ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ವ್ಯವಹರಣೆಗಳಲ್ಲಿನ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ಅಂತಿಮ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ಆದೇಶಕ್ಕೆ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ಒಳಪಟ್ಟು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ಪ್ರೊಬೇಷನರ್‌ನು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ತನ್ನ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ಅವಧಿಯನ್ನು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ತೃಪ್ತಿಕರವಾಗಿ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ಪೂರ್ಣಗೊಳಿಸಿರುವನೆಂದು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ಘೋಷಿಸಬಹುದು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626291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36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12. </a:t>
            </a:r>
            <a:r>
              <a:rPr lang="en-US" sz="3600" b="1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ನಿರಸನ</a:t>
            </a:r>
            <a:r>
              <a:rPr lang="en-US" sz="36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600" b="1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:-</a:t>
            </a:r>
          </a:p>
          <a:p>
            <a:pPr algn="just">
              <a:buNone/>
            </a:pPr>
            <a:endParaRPr lang="en-US" sz="3200" b="1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marL="914400" indent="-804863"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1)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ಕರ್ನಾಟಕ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ಸರ್ಕಾರೀ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ನೌಕರರ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ಪ್ರೊಬೇಷನ್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1957ನ್ನು ಈ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ನಿರಸನಗೊಳಿಸಲಾಗಿದೆ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:</a:t>
            </a:r>
          </a:p>
          <a:p>
            <a:pPr algn="just">
              <a:buNone/>
            </a:pP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ಸದರಿ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ನಿರಸನವು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ಸದರಿ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ಹಿಂದಿನ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ಕಾರ್ಯಾಚರಣೆಗೆ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ಅದರ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ಮೇರೆಗೆ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ಯಥೋಚಿತವಾಗಿ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ತೊಂದರೆಗೊಳಗಾದ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ಯಾವುದಕ್ಕೇ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ಆಗಲಿ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ಬಾಧೆ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ಉಂಟುಮಾಡತಕ್ಕದ್ದಲ್ಲ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ಸದರಿ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ಮೇರೆಗೆ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ಆರ್ಜಿಸಿದ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ಪ್ರಾಪ್ತವಾದ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ವಹಿಸಿದ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ಹಕ್ಕು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ಹೊಣೆಗಾರಿಕೆ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ಬಾಧ್ಯತೆಗೆ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ಬಾಧೆ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ಉಂಟುಮಾಡತಕ್ಕದ್ದಲ್ಲ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702491"/>
          </a:xfrm>
        </p:spPr>
        <p:txBody>
          <a:bodyPr/>
          <a:lstStyle/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2) </a:t>
            </a:r>
            <a:r>
              <a:rPr lang="en-US" sz="2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ನಿರಸನಗೊಳಿಸಿದ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ಅಥವಾ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ಆದೇಶದಲ್ಲಿ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ಯಾವುದೇ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ಉಲ್ಲೇಖವನ್ನು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ಉಲ್ಲೇಖವೆಂಬುದಾಗಿ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ಅರ್ಥೈಸತಕ್ಕದ್ದು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, </a:t>
            </a:r>
          </a:p>
          <a:p>
            <a:pPr algn="just">
              <a:buNone/>
            </a:pPr>
            <a:endParaRPr lang="en-US" sz="3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 algn="just">
              <a:buNone/>
            </a:pP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(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3) </a:t>
            </a:r>
            <a:r>
              <a:rPr lang="en-US" sz="2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(1)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ಉಪನಿಯಮದ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ಮೂಲಕ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ನಿರಸನಗೊಳಿಸಲಾದ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ಅಡಿಯಲ್ಲಿ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ಪ್ರಾರಂಭಿಸಿದ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ಪ್ರಾರಂಭವಾದ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ದಿನಾಂಕದಂದು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ಇತ್ಯರ್ಥದಲ್ಲಿರುವ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ಎಲ್ಲಾ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ವ್ಯವಹರಣೆಗಳನ್ನು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ಈ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ನಿಯಮಗಳ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ಉಪಬಂಧಗಳಿಗೆ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ಅನುಸಾರವಾಗಿ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ಮುಂದುವರಿಸತಕ್ಕದ್ದು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ಮತ್ತು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ವಿಲೇ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3000" dirty="0" err="1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ಮಾಡತಕ್ಕದ್ದು</a:t>
            </a:r>
            <a:r>
              <a:rPr lang="en-US" sz="3000" dirty="0" smtClean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30179" y="1447800"/>
            <a:ext cx="6623221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96</TotalTime>
  <Words>321</Words>
  <Application>Microsoft Office PowerPoint</Application>
  <PresentationFormat>On-screen Show (4:3)</PresentationFormat>
  <Paragraphs>63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Concourse</vt:lpstr>
      <vt:lpstr>ಕರ್ನಾಟಕ ಸಿವಿಲ್ ಸೇವೆಗಳ (ಪ್ರೊಬೇಷನ್) ನಿಯಮಗಳು, 1977,  ಅಧಿಸೂಚನೆ   ಸಂಖ್ಯೆ ಡಿಪಿಎಆರ್ 57 ಎಸ್ ಆರ್ ಆರ್ 75, ದಿನಾಂಕ 25ನೇ ಜೂನ್ 1977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ಕರ್ನಾಟಕ ಸಿವಿಲ್ ಸೇವೆಗಳ (ಪ್ರೊಬೇಷನ್) ನಿಯಮಗಳು, 1977, ಅಧಿಸೂಚನೆ ಸಂಖ್ಯೆ ಡಿಪಿಎಆರ್ 57 ಎಸ್ಆರ್ಆರ್ 75. ದಿನಾಂಕ 25ನೇ ಜೂನ್ 1977</dc:title>
  <dc:creator>ACER</dc:creator>
  <cp:lastModifiedBy>ACER</cp:lastModifiedBy>
  <cp:revision>19</cp:revision>
  <dcterms:created xsi:type="dcterms:W3CDTF">2006-08-16T00:00:00Z</dcterms:created>
  <dcterms:modified xsi:type="dcterms:W3CDTF">2026-05-18T07:40:05Z</dcterms:modified>
</cp:coreProperties>
</file>