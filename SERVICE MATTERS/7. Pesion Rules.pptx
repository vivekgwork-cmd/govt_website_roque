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010C-EB7B-48E4-851B-DD71709D3F08}" type="datetimeFigureOut">
              <a:rPr lang="en-US" smtClean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F96A4-B411-4F0D-AE31-FC3BE29B48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RULE 02,03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latin typeface="Nudi 01 e" pitchFamily="2" charset="0"/>
              </a:rPr>
              <a:t>01-04-1998 </a:t>
            </a:r>
            <a:r>
              <a:rPr lang="en-US" dirty="0" err="1" smtClean="0">
                <a:latin typeface="Nudi 01 e" pitchFamily="2" charset="0"/>
              </a:rPr>
              <a:t>jAzÀ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eÁjUÉ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gÀvÀPÀÌzÀÄÝ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Nudi 01 e" pitchFamily="2" charset="0"/>
              </a:rPr>
              <a:t>¤-3 F PÉ¼ÀPÀAqÀªÀjUÉ </a:t>
            </a:r>
            <a:r>
              <a:rPr lang="en-US" b="1" dirty="0" err="1" smtClean="0">
                <a:solidFill>
                  <a:srgbClr val="FF0000"/>
                </a:solidFill>
                <a:latin typeface="Nudi 01 e" pitchFamily="2" charset="0"/>
              </a:rPr>
              <a:t>C£Àé¬Ä¸ÀÄªÀÅ</a:t>
            </a:r>
            <a:r>
              <a:rPr lang="en-US" b="1" dirty="0" smtClean="0">
                <a:solidFill>
                  <a:srgbClr val="FF0000"/>
                </a:solidFill>
                <a:latin typeface="Nudi 01 e" pitchFamily="2" charset="0"/>
              </a:rPr>
              <a:t>¢¯</a:t>
            </a:r>
            <a:r>
              <a:rPr lang="en-US" b="1" dirty="0" err="1" smtClean="0">
                <a:solidFill>
                  <a:srgbClr val="FF0000"/>
                </a:solidFill>
                <a:latin typeface="Nudi 01 e" pitchFamily="2" charset="0"/>
              </a:rPr>
              <a:t>Áè</a:t>
            </a:r>
            <a:r>
              <a:rPr lang="en-US" b="1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1-4-98 </a:t>
            </a:r>
            <a:r>
              <a:rPr lang="en-US" dirty="0" err="1" smtClean="0">
                <a:latin typeface="Nudi 01 e" pitchFamily="2" charset="0"/>
              </a:rPr>
              <a:t>jAzÀ</a:t>
            </a:r>
            <a:r>
              <a:rPr lang="en-US" dirty="0" smtClean="0">
                <a:latin typeface="Nudi 01 e" pitchFamily="2" charset="0"/>
              </a:rPr>
              <a:t> ªÀÄÄAZÉ ¤ª</a:t>
            </a:r>
            <a:r>
              <a:rPr lang="en-US" dirty="0" err="1" smtClean="0">
                <a:latin typeface="Nudi 01 e" pitchFamily="2" charset="0"/>
              </a:rPr>
              <a:t>ÀÈvÀÛgÁzÀ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ËPÀgÀjUÉ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¸Á¢¯</a:t>
            </a:r>
            <a:r>
              <a:rPr lang="en-US" dirty="0" err="1" smtClean="0">
                <a:latin typeface="Nudi 01 e" pitchFamily="2" charset="0"/>
              </a:rPr>
              <a:t>ÁégÀÄ</a:t>
            </a:r>
            <a:r>
              <a:rPr lang="en-US" dirty="0" smtClean="0">
                <a:latin typeface="Nudi 01 e" pitchFamily="2" charset="0"/>
              </a:rPr>
              <a:t> ¤¢üUÀ½AzÀ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ÀqÉAiÀÄÄªÀ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ËPÀgÀjUÉ</a:t>
            </a:r>
            <a:endParaRPr lang="en-US" dirty="0" smtClean="0">
              <a:latin typeface="Nudi 01 e" pitchFamily="2" charset="0"/>
            </a:endParaRP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ª</a:t>
            </a:r>
            <a:r>
              <a:rPr lang="en-US" dirty="0" err="1" smtClean="0">
                <a:latin typeface="Nudi 01 e" pitchFamily="2" charset="0"/>
              </a:rPr>
              <a:t>ÀPïZÁeïð</a:t>
            </a:r>
            <a:r>
              <a:rPr lang="en-US" dirty="0" smtClean="0">
                <a:latin typeface="Nudi 01 e" pitchFamily="2" charset="0"/>
              </a:rPr>
              <a:t> ¹§âA¢UÉ</a:t>
            </a: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¸</a:t>
            </a:r>
            <a:r>
              <a:rPr lang="en-US" dirty="0" err="1" smtClean="0">
                <a:latin typeface="Nudi 01 e" pitchFamily="2" charset="0"/>
              </a:rPr>
              <a:t>ÁAzÀ©ðPÀ</a:t>
            </a:r>
            <a:r>
              <a:rPr lang="en-US" dirty="0" smtClean="0">
                <a:latin typeface="Nudi 01 e" pitchFamily="2" charset="0"/>
              </a:rPr>
              <a:t> PÉ®¸</a:t>
            </a:r>
            <a:r>
              <a:rPr lang="en-US" dirty="0" err="1" smtClean="0">
                <a:latin typeface="Nudi 01 e" pitchFamily="2" charset="0"/>
              </a:rPr>
              <a:t>ÀUÁgÀjUÉ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ÀPÁðjÃ</a:t>
            </a:r>
            <a:r>
              <a:rPr lang="en-US" dirty="0" smtClean="0">
                <a:latin typeface="Nudi 01 e" pitchFamily="2" charset="0"/>
              </a:rPr>
              <a:t> ¸ÉÃªÉJ ¥</a:t>
            </a:r>
            <a:r>
              <a:rPr lang="en-US" dirty="0" err="1" smtClean="0">
                <a:latin typeface="Nudi 01 e" pitchFamily="2" charset="0"/>
              </a:rPr>
              <a:t>ÀÄ£Àgï£ÉÃªÀÄPÀªÁzÀ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ËPÀgÀjUÉ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pPr marL="514350" indent="-514350">
              <a:buAutoNum type="arabicParenR"/>
            </a:pPr>
            <a:r>
              <a:rPr lang="en-US" dirty="0" err="1" smtClean="0">
                <a:latin typeface="Nudi 01 e" pitchFamily="2" charset="0"/>
              </a:rPr>
              <a:t>PÀgÁj£À</a:t>
            </a:r>
            <a:r>
              <a:rPr lang="en-US" dirty="0" smtClean="0">
                <a:latin typeface="Nudi 01 e" pitchFamily="2" charset="0"/>
              </a:rPr>
              <a:t> ªÉÄÃ¯É £</a:t>
            </a:r>
            <a:r>
              <a:rPr lang="en-US" dirty="0" err="1" smtClean="0">
                <a:latin typeface="Nudi 01 e" pitchFamily="2" charset="0"/>
              </a:rPr>
              <a:t>ÉÃªÀÄPÀUÉÆAqÀ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ËPÀgÀjUÉ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pPr marL="514350" indent="-514350">
              <a:buAutoNum type="arabicParenR"/>
            </a:pPr>
            <a:r>
              <a:rPr lang="en-US" dirty="0" smtClean="0">
                <a:latin typeface="Nudi 01 e" pitchFamily="2" charset="0"/>
              </a:rPr>
              <a:t>¸ÀÜ½ÃAiÀÄ C§åyðUÀ½UÉ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dirty="0" smtClean="0"/>
              <a:t>FAMILY PENSION  RULE 04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Nudi 01 e" pitchFamily="2" charset="0"/>
              </a:rPr>
              <a:t>¤-4(1) ºÁUÀÆ DE33¦EJ£ï2018 ¨ÉAUÀ¼ÀÄgÀÄ 24-04-2018 </a:t>
            </a:r>
            <a:r>
              <a:rPr lang="en-US" sz="2400" b="1" dirty="0" err="1" smtClean="0">
                <a:solidFill>
                  <a:srgbClr val="FF0000"/>
                </a:solidFill>
                <a:latin typeface="Nudi 01 e" pitchFamily="2" charset="0"/>
              </a:rPr>
              <a:t>gÀAvÉ</a:t>
            </a:r>
            <a:endParaRPr lang="en-US" sz="2400" b="1" dirty="0" smtClean="0">
              <a:solidFill>
                <a:srgbClr val="FF0000"/>
              </a:solidFill>
              <a:latin typeface="Nudi 01 e" pitchFamily="2" charset="0"/>
            </a:endParaRPr>
          </a:p>
          <a:p>
            <a:r>
              <a:rPr lang="en-US" sz="2400" b="1" dirty="0" smtClean="0">
                <a:latin typeface="Nudi 01 e" pitchFamily="2" charset="0"/>
              </a:rPr>
              <a:t>1-4-18 </a:t>
            </a:r>
            <a:r>
              <a:rPr lang="en-US" sz="2400" b="1" dirty="0" err="1" smtClean="0">
                <a:latin typeface="Nudi 01 e" pitchFamily="2" charset="0"/>
              </a:rPr>
              <a:t>gÀ</a:t>
            </a:r>
            <a:r>
              <a:rPr lang="en-US" sz="2400" b="1" dirty="0" smtClean="0">
                <a:latin typeface="Nudi 01 e" pitchFamily="2" charset="0"/>
              </a:rPr>
              <a:t> £</a:t>
            </a:r>
            <a:r>
              <a:rPr lang="en-US" sz="2400" b="1" dirty="0" err="1" smtClean="0">
                <a:latin typeface="Nudi 01 e" pitchFamily="2" charset="0"/>
              </a:rPr>
              <a:t>ÀAvÀgÀ</a:t>
            </a:r>
            <a:r>
              <a:rPr lang="en-US" sz="2400" b="1" dirty="0" smtClean="0">
                <a:latin typeface="Nudi 01 e" pitchFamily="2" charset="0"/>
              </a:rPr>
              <a:t> ¸</a:t>
            </a:r>
            <a:r>
              <a:rPr lang="en-US" sz="2400" b="1" dirty="0" err="1" smtClean="0">
                <a:latin typeface="Nudi 01 e" pitchFamily="2" charset="0"/>
              </a:rPr>
              <a:t>ÉÃªÉAiÀÄ°ègÀÄªÁUÀ¯ÉÃ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ÀÄgÀgÀtºÉÆAzÀÄªÀ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CxÀªÁ</a:t>
            </a:r>
            <a:r>
              <a:rPr lang="en-US" sz="2400" b="1" dirty="0" smtClean="0">
                <a:latin typeface="Nudi 01 e" pitchFamily="2" charset="0"/>
              </a:rPr>
              <a:t> ¤ª</a:t>
            </a:r>
            <a:r>
              <a:rPr lang="en-US" sz="2400" b="1" dirty="0" err="1" smtClean="0">
                <a:latin typeface="Nudi 01 e" pitchFamily="2" charset="0"/>
              </a:rPr>
              <a:t>ÀÈwÛAiÀÄ£ÀAvÀgÀ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ÀÄgÀtºÉÆAzÀÄªÀ</a:t>
            </a:r>
            <a:r>
              <a:rPr lang="en-US" sz="2400" b="1" dirty="0" smtClean="0">
                <a:latin typeface="Nudi 01 e" pitchFamily="2" charset="0"/>
              </a:rPr>
              <a:t> £</a:t>
            </a:r>
            <a:r>
              <a:rPr lang="en-US" sz="2400" b="1" dirty="0" err="1" smtClean="0">
                <a:latin typeface="Nudi 01 e" pitchFamily="2" charset="0"/>
              </a:rPr>
              <a:t>ËPÀgÀgÀ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PÀÄlÄA</a:t>
            </a:r>
            <a:r>
              <a:rPr lang="en-US" sz="2400" b="1" dirty="0" smtClean="0">
                <a:latin typeface="Nudi 01 e" pitchFamily="2" charset="0"/>
              </a:rPr>
              <a:t>§ ¤ª</a:t>
            </a:r>
            <a:r>
              <a:rPr lang="en-US" sz="2400" b="1" dirty="0" err="1" smtClean="0">
                <a:latin typeface="Nudi 01 e" pitchFamily="2" charset="0"/>
              </a:rPr>
              <a:t>ÀÈwÛ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ÉÃvÀ£À</a:t>
            </a:r>
            <a:r>
              <a:rPr lang="en-US" sz="2400" b="1" dirty="0" smtClean="0">
                <a:latin typeface="Nudi 01 e" pitchFamily="2" charset="0"/>
              </a:rPr>
              <a:t> ¥</a:t>
            </a:r>
            <a:r>
              <a:rPr lang="en-US" sz="2400" b="1" dirty="0" err="1" smtClean="0">
                <a:latin typeface="Nudi 01 e" pitchFamily="2" charset="0"/>
              </a:rPr>
              <a:t>Àwß</a:t>
            </a:r>
            <a:r>
              <a:rPr lang="en-US" sz="2400" b="1" dirty="0" smtClean="0">
                <a:latin typeface="Nudi 01 e" pitchFamily="2" charset="0"/>
              </a:rPr>
              <a:t> / </a:t>
            </a:r>
            <a:r>
              <a:rPr lang="en-US" sz="2400" b="1" dirty="0" err="1" smtClean="0">
                <a:latin typeface="Nudi 01 e" pitchFamily="2" charset="0"/>
              </a:rPr>
              <a:t>C¥Áæ¥ÀÛ</a:t>
            </a:r>
            <a:r>
              <a:rPr lang="en-US" sz="2400" b="1" dirty="0" smtClean="0">
                <a:latin typeface="Nudi 01 e" pitchFamily="2" charset="0"/>
              </a:rPr>
              <a:t> ªÀÄPÀÌ¼ÀÄ =ª</a:t>
            </a:r>
            <a:r>
              <a:rPr lang="en-US" sz="2400" b="1" dirty="0" err="1" smtClean="0">
                <a:latin typeface="Nudi 01 e" pitchFamily="2" charset="0"/>
              </a:rPr>
              <a:t>ÉÃvÀ£ÀzÀ</a:t>
            </a:r>
            <a:r>
              <a:rPr lang="en-US" sz="2400" b="1" dirty="0" smtClean="0">
                <a:latin typeface="Nudi 01 e" pitchFamily="2" charset="0"/>
              </a:rPr>
              <a:t> ±ÉÃ 30 PÀ¤µÀ× 8500 </a:t>
            </a:r>
            <a:r>
              <a:rPr lang="en-US" sz="2400" b="1" dirty="0" err="1" smtClean="0">
                <a:latin typeface="Nudi 01 e" pitchFamily="2" charset="0"/>
              </a:rPr>
              <a:t>UÀjµÀ</a:t>
            </a:r>
            <a:r>
              <a:rPr lang="en-US" sz="2400" b="1" dirty="0" smtClean="0">
                <a:latin typeface="Nudi 01 e" pitchFamily="2" charset="0"/>
              </a:rPr>
              <a:t>× 45180</a:t>
            </a:r>
          </a:p>
          <a:p>
            <a:r>
              <a:rPr lang="en-US" sz="2400" b="1" dirty="0" smtClean="0">
                <a:latin typeface="Nudi 01 e" pitchFamily="2" charset="0"/>
              </a:rPr>
              <a:t>£</a:t>
            </a:r>
            <a:r>
              <a:rPr lang="en-US" sz="2400" b="1" dirty="0" err="1" smtClean="0">
                <a:latin typeface="Nudi 01 e" pitchFamily="2" charset="0"/>
              </a:rPr>
              <a:t>ËPÀgÀgÀÄ</a:t>
            </a:r>
            <a:r>
              <a:rPr lang="en-US" sz="2400" b="1" dirty="0" smtClean="0">
                <a:latin typeface="Nudi 01 e" pitchFamily="2" charset="0"/>
              </a:rPr>
              <a:t> PÀ¤µÀÖ </a:t>
            </a:r>
            <a:r>
              <a:rPr lang="en-US" sz="2400" b="1" dirty="0" err="1" smtClean="0">
                <a:latin typeface="Nudi 01 e" pitchFamily="2" charset="0"/>
              </a:rPr>
              <a:t>MAzÀÄ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ÀµÀðzÀ</a:t>
            </a:r>
            <a:r>
              <a:rPr lang="en-US" sz="2400" b="1" dirty="0" smtClean="0">
                <a:latin typeface="Nudi 01 e" pitchFamily="2" charset="0"/>
              </a:rPr>
              <a:t> ¤</a:t>
            </a:r>
            <a:r>
              <a:rPr lang="en-US" sz="2400" b="1" dirty="0" err="1" smtClean="0">
                <a:latin typeface="Nudi 01 e" pitchFamily="2" charset="0"/>
              </a:rPr>
              <a:t>gÀAvÀgÀªÁV</a:t>
            </a:r>
            <a:r>
              <a:rPr lang="en-US" sz="2400" b="1" dirty="0" smtClean="0">
                <a:latin typeface="Nudi 01 e" pitchFamily="2" charset="0"/>
              </a:rPr>
              <a:t> ¸ÉÃªÉ¸À°è¹gÀ¨ÉÃPÀÄ</a:t>
            </a:r>
          </a:p>
          <a:p>
            <a:r>
              <a:rPr lang="en-US" sz="2400" b="1" dirty="0" smtClean="0">
                <a:latin typeface="Nudi 01 e" pitchFamily="2" charset="0"/>
              </a:rPr>
              <a:t>£</a:t>
            </a:r>
            <a:r>
              <a:rPr lang="en-US" sz="2400" b="1" dirty="0" err="1" smtClean="0">
                <a:latin typeface="Nudi 01 e" pitchFamily="2" charset="0"/>
              </a:rPr>
              <a:t>ËPÀgÀ£ÀÄ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PÀvÀðªÀåPÉÌ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UÉÊgÀÄºÁdgÁzÁUÀ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ÀÄÈvÀ£ÁzÀgÉ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UÉÊgÁV®èzÀÝ°è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ÉÃvÀ£À</a:t>
            </a:r>
            <a:r>
              <a:rPr lang="en-US" sz="2400" b="1" dirty="0" smtClean="0">
                <a:latin typeface="Nudi 01 e" pitchFamily="2" charset="0"/>
              </a:rPr>
              <a:t> JµÀÄÖ </a:t>
            </a:r>
            <a:r>
              <a:rPr lang="en-US" sz="2400" b="1" dirty="0" err="1" smtClean="0">
                <a:latin typeface="Nudi 01 e" pitchFamily="2" charset="0"/>
              </a:rPr>
              <a:t>EgÀÄvÀÛzÉAiÉÆÃ</a:t>
            </a:r>
            <a:r>
              <a:rPr lang="en-US" sz="2400" b="1" dirty="0" smtClean="0">
                <a:latin typeface="Nudi 01 e" pitchFamily="2" charset="0"/>
              </a:rPr>
              <a:t> CµÀÄÖ </a:t>
            </a:r>
            <a:r>
              <a:rPr lang="en-US" sz="2400" b="1" dirty="0" err="1" smtClean="0">
                <a:latin typeface="Nudi 01 e" pitchFamily="2" charset="0"/>
              </a:rPr>
              <a:t>JAzÀÄ</a:t>
            </a:r>
            <a:r>
              <a:rPr lang="en-US" sz="2400" b="1" dirty="0" smtClean="0">
                <a:latin typeface="Nudi 01 e" pitchFamily="2" charset="0"/>
              </a:rPr>
              <a:t> ¥</a:t>
            </a:r>
            <a:r>
              <a:rPr lang="en-US" sz="2400" b="1" dirty="0" err="1" smtClean="0">
                <a:latin typeface="Nudi 01 e" pitchFamily="2" charset="0"/>
              </a:rPr>
              <a:t>ÀjUÀtÂ¸ÀÄªÀÅzÀÄ</a:t>
            </a:r>
            <a:endParaRPr lang="en-US" sz="2400" b="1" dirty="0" smtClean="0">
              <a:latin typeface="Nudi 01 e" pitchFamily="2" charset="0"/>
            </a:endParaRPr>
          </a:p>
          <a:p>
            <a:r>
              <a:rPr lang="en-US" sz="2400" b="1" dirty="0" smtClean="0">
                <a:latin typeface="Nudi 01 e" pitchFamily="2" charset="0"/>
              </a:rPr>
              <a:t>£</a:t>
            </a:r>
            <a:r>
              <a:rPr lang="en-US" sz="2400" b="1" dirty="0" err="1" smtClean="0">
                <a:latin typeface="Nudi 01 e" pitchFamily="2" charset="0"/>
              </a:rPr>
              <a:t>ËPÀgÀ£ÀÄ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C¸ÁzsÁgÀuÁ</a:t>
            </a:r>
            <a:r>
              <a:rPr lang="en-US" sz="2400" b="1" dirty="0" smtClean="0">
                <a:latin typeface="Nudi 01 e" pitchFamily="2" charset="0"/>
              </a:rPr>
              <a:t> </a:t>
            </a:r>
            <a:r>
              <a:rPr lang="en-US" sz="2400" b="1" dirty="0" err="1" smtClean="0">
                <a:latin typeface="Nudi 01 e" pitchFamily="2" charset="0"/>
              </a:rPr>
              <a:t>gÀeÉ</a:t>
            </a:r>
            <a:r>
              <a:rPr lang="en-US" sz="2400" b="1" dirty="0" smtClean="0">
                <a:latin typeface="Nudi 01 e" pitchFamily="2" charset="0"/>
              </a:rPr>
              <a:t>/</a:t>
            </a:r>
            <a:r>
              <a:rPr lang="en-US" sz="2400" b="1" dirty="0" err="1" smtClean="0">
                <a:latin typeface="Nudi 01 e" pitchFamily="2" charset="0"/>
              </a:rPr>
              <a:t>CªÀiÁ£ÀwÛ£À°ègÀÄªÁUÀ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ÀÄÈvÀ£ÁzÀgÉ</a:t>
            </a:r>
            <a:r>
              <a:rPr lang="en-US" sz="2400" b="1" dirty="0" smtClean="0">
                <a:latin typeface="Nudi 01 e" pitchFamily="2" charset="0"/>
              </a:rPr>
              <a:t> F WÀl£ÁªÀ½UÀ¼À ¥</a:t>
            </a:r>
            <a:r>
              <a:rPr lang="en-US" sz="2400" b="1" dirty="0" err="1" smtClean="0">
                <a:latin typeface="Nudi 01 e" pitchFamily="2" charset="0"/>
              </a:rPr>
              <a:t>ÀÆªÀðzÀ°èzÀÝ</a:t>
            </a:r>
            <a:r>
              <a:rPr lang="en-US" sz="2400" b="1" dirty="0" smtClean="0">
                <a:latin typeface="Nudi 01 e" pitchFamily="2" charset="0"/>
              </a:rPr>
              <a:t> ª</a:t>
            </a:r>
            <a:r>
              <a:rPr lang="en-US" sz="2400" b="1" dirty="0" err="1" smtClean="0">
                <a:latin typeface="Nudi 01 e" pitchFamily="2" charset="0"/>
              </a:rPr>
              <a:t>ÉÃvÀ£ÀªÀ£ÀÄß</a:t>
            </a:r>
            <a:r>
              <a:rPr lang="en-US" sz="2400" b="1" dirty="0" smtClean="0">
                <a:latin typeface="Nudi 01 e" pitchFamily="2" charset="0"/>
              </a:rPr>
              <a:t> ¥</a:t>
            </a:r>
            <a:r>
              <a:rPr lang="en-US" sz="2400" b="1" dirty="0" err="1" smtClean="0">
                <a:latin typeface="Nudi 01 e" pitchFamily="2" charset="0"/>
              </a:rPr>
              <a:t>ÀjUÀtÂ¸ÀÄªÀÅzÀÄ</a:t>
            </a:r>
            <a:endParaRPr lang="en-US" sz="2400" b="1" dirty="0" smtClean="0">
              <a:latin typeface="Nudi 01 e" pitchFamily="2" charset="0"/>
            </a:endParaRPr>
          </a:p>
          <a:p>
            <a:endParaRPr lang="en-US" sz="2400" b="1" dirty="0" smtClean="0">
              <a:latin typeface="Nudi 01 e" pitchFamily="2" charset="0"/>
            </a:endParaRPr>
          </a:p>
          <a:p>
            <a:endParaRPr lang="en-US" sz="2400" b="1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DEATH GRATUITY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01-04-2018 OR AFTERWARDS IF DEATH OCCURS DEATH GRATUITY AVAILABLE </a:t>
            </a:r>
          </a:p>
          <a:p>
            <a:r>
              <a:rPr lang="en-US" sz="2400" dirty="0" smtClean="0"/>
              <a:t>1 </a:t>
            </a:r>
            <a:r>
              <a:rPr lang="en-US" sz="2400" dirty="0" err="1" smtClean="0">
                <a:latin typeface="Nudi 01 e" pitchFamily="2" charset="0"/>
              </a:rPr>
              <a:t>MAzÀÄ</a:t>
            </a:r>
            <a:r>
              <a:rPr lang="en-US" sz="2400" dirty="0" smtClean="0">
                <a:latin typeface="Nudi 01 e" pitchFamily="2" charset="0"/>
              </a:rPr>
              <a:t> ª</a:t>
            </a:r>
            <a:r>
              <a:rPr lang="en-US" sz="2400" dirty="0" err="1" smtClean="0">
                <a:latin typeface="Nudi 01 e" pitchFamily="2" charset="0"/>
              </a:rPr>
              <a:t>ÀµÀðQÌAvÀ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PÀrªÉÄ</a:t>
            </a:r>
            <a:r>
              <a:rPr lang="en-US" sz="2400" dirty="0" smtClean="0">
                <a:latin typeface="Nudi 01 e" pitchFamily="2" charset="0"/>
              </a:rPr>
              <a:t> = G¥À®§ÝUÀ¼À 2 </a:t>
            </a:r>
            <a:r>
              <a:rPr lang="en-US" sz="2400" dirty="0" err="1" smtClean="0">
                <a:latin typeface="Nudi 01 e" pitchFamily="2" charset="0"/>
              </a:rPr>
              <a:t>gÀµÀÄÖ</a:t>
            </a:r>
            <a:r>
              <a:rPr lang="en-US" sz="2400" dirty="0" smtClean="0">
                <a:latin typeface="Nudi 01 e" pitchFamily="2" charset="0"/>
              </a:rPr>
              <a:t> </a:t>
            </a:r>
          </a:p>
          <a:p>
            <a:r>
              <a:rPr lang="en-US" sz="2400" dirty="0" smtClean="0">
                <a:latin typeface="Nudi 01 e" pitchFamily="2" charset="0"/>
              </a:rPr>
              <a:t>1-5 ªÀµÀðUÀ¼À ¸</a:t>
            </a:r>
            <a:r>
              <a:rPr lang="en-US" sz="2400" dirty="0" err="1" smtClean="0">
                <a:latin typeface="Nudi 01 e" pitchFamily="2" charset="0"/>
              </a:rPr>
              <a:t>ÉÃªÁªÀ¢AiÀÄ°èzÀÝgÉ</a:t>
            </a:r>
            <a:r>
              <a:rPr lang="en-US" sz="2400" dirty="0" smtClean="0">
                <a:latin typeface="Nudi 01 e" pitchFamily="2" charset="0"/>
              </a:rPr>
              <a:t>= G¥À®§ÝUÀ¼À 6 </a:t>
            </a:r>
            <a:r>
              <a:rPr lang="en-US" sz="2400" dirty="0" err="1" smtClean="0">
                <a:latin typeface="Nudi 01 e" pitchFamily="2" charset="0"/>
              </a:rPr>
              <a:t>gÀµÀÄÖ</a:t>
            </a:r>
            <a:endParaRPr lang="en-US" sz="2400" dirty="0" smtClean="0">
              <a:latin typeface="Nudi 01 e" pitchFamily="2" charset="0"/>
            </a:endParaRPr>
          </a:p>
          <a:p>
            <a:r>
              <a:rPr lang="en-US" sz="2400" dirty="0" smtClean="0">
                <a:latin typeface="Nudi 01 e" pitchFamily="2" charset="0"/>
              </a:rPr>
              <a:t>5-20 ªÀµÀðUÀ¼À ¸</a:t>
            </a:r>
            <a:r>
              <a:rPr lang="en-US" sz="2400" dirty="0" err="1" smtClean="0">
                <a:latin typeface="Nudi 01 e" pitchFamily="2" charset="0"/>
              </a:rPr>
              <a:t>ÉÃªÁªÀ¢üAiÀÄ°èzÀÝgÉ</a:t>
            </a:r>
            <a:r>
              <a:rPr lang="en-US" sz="2400" dirty="0" smtClean="0">
                <a:latin typeface="Nudi 01 e" pitchFamily="2" charset="0"/>
              </a:rPr>
              <a:t> = G¥À®âzÀUÀ¼À 12 </a:t>
            </a:r>
            <a:r>
              <a:rPr lang="en-US" sz="2400" dirty="0" err="1" smtClean="0">
                <a:latin typeface="Nudi 01 e" pitchFamily="2" charset="0"/>
              </a:rPr>
              <a:t>gÀµÀÄÖ</a:t>
            </a:r>
            <a:endParaRPr lang="en-US" sz="2400" dirty="0" smtClean="0">
              <a:latin typeface="Nudi 01 e" pitchFamily="2" charset="0"/>
            </a:endParaRPr>
          </a:p>
          <a:p>
            <a:r>
              <a:rPr lang="en-US" sz="2400" dirty="0" smtClean="0">
                <a:latin typeface="Nudi 01 e" pitchFamily="2" charset="0"/>
              </a:rPr>
              <a:t>20 ªÀµÀðUÀ½VAvÀ º</a:t>
            </a:r>
            <a:r>
              <a:rPr lang="en-US" sz="2400" dirty="0" err="1" smtClean="0">
                <a:latin typeface="Nudi 01 e" pitchFamily="2" charset="0"/>
              </a:rPr>
              <a:t>ÉZÁÑzÀ°è</a:t>
            </a:r>
            <a:r>
              <a:rPr lang="en-US" sz="2400" dirty="0" smtClean="0">
                <a:latin typeface="Nudi 01 e" pitchFamily="2" charset="0"/>
              </a:rPr>
              <a:t> = ¥</a:t>
            </a:r>
            <a:r>
              <a:rPr lang="en-US" sz="2400" dirty="0" err="1" smtClean="0">
                <a:latin typeface="Nudi 01 e" pitchFamily="2" charset="0"/>
              </a:rPr>
              <a:t>Àæw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CzÀðªÀµÀðzÀ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CºÀðvÁ</a:t>
            </a:r>
            <a:r>
              <a:rPr lang="en-US" sz="2400" dirty="0" smtClean="0">
                <a:latin typeface="Nudi 01 e" pitchFamily="2" charset="0"/>
              </a:rPr>
              <a:t> ¸ÉÃªÉUÉ G¥À®§ÝUÀ¼À </a:t>
            </a:r>
            <a:r>
              <a:rPr lang="en-US" sz="2400" dirty="0" err="1" smtClean="0">
                <a:latin typeface="Nudi 01 e" pitchFamily="2" charset="0"/>
              </a:rPr>
              <a:t>CzÀðzÀµÀÄÖ</a:t>
            </a:r>
            <a:r>
              <a:rPr lang="en-US" sz="2400" dirty="0" smtClean="0">
                <a:latin typeface="Nudi 01 e" pitchFamily="2" charset="0"/>
              </a:rPr>
              <a:t> ¥</a:t>
            </a:r>
            <a:r>
              <a:rPr lang="en-US" sz="2400" dirty="0" err="1" smtClean="0">
                <a:latin typeface="Nudi 01 e" pitchFamily="2" charset="0"/>
              </a:rPr>
              <a:t>ÀgÀAvÀÄ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MlÄÖ</a:t>
            </a:r>
            <a:r>
              <a:rPr lang="en-US" sz="2400" dirty="0" smtClean="0">
                <a:latin typeface="Nudi 01 e" pitchFamily="2" charset="0"/>
              </a:rPr>
              <a:t> 33 </a:t>
            </a:r>
            <a:r>
              <a:rPr lang="en-US" sz="2400" dirty="0" err="1" smtClean="0">
                <a:latin typeface="Nudi 01 e" pitchFamily="2" charset="0"/>
              </a:rPr>
              <a:t>gÀµÀÄÖ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CxÀªÁ</a:t>
            </a:r>
            <a:r>
              <a:rPr lang="en-US" sz="2400" dirty="0" smtClean="0">
                <a:latin typeface="Nudi 01 e" pitchFamily="2" charset="0"/>
              </a:rPr>
              <a:t> 20 ®</a:t>
            </a:r>
            <a:r>
              <a:rPr lang="en-US" sz="2400" dirty="0" err="1" smtClean="0">
                <a:latin typeface="Nudi 01 e" pitchFamily="2" charset="0"/>
              </a:rPr>
              <a:t>PÀë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AiÀiÁªÀÅzÀÄ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PÀrªÉÄAiÉÆÃ</a:t>
            </a:r>
            <a:r>
              <a:rPr lang="en-US" sz="2400" dirty="0" smtClean="0">
                <a:latin typeface="Nudi 01 e" pitchFamily="2" charset="0"/>
              </a:rPr>
              <a:t> </a:t>
            </a:r>
            <a:r>
              <a:rPr lang="en-US" sz="2400" dirty="0" err="1" smtClean="0">
                <a:latin typeface="Nudi 01 e" pitchFamily="2" charset="0"/>
              </a:rPr>
              <a:t>CzÀÄ</a:t>
            </a:r>
            <a:endParaRPr lang="en-US" sz="2400" dirty="0" smtClean="0">
              <a:latin typeface="Nudi 01 e" pitchFamily="2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DEATH GRATUITY </a:t>
            </a:r>
            <a:br>
              <a:rPr lang="en-US" dirty="0" smtClean="0"/>
            </a:br>
            <a:r>
              <a:rPr lang="en-US" dirty="0" smtClean="0"/>
              <a:t>FAMILY PENSION RULE 05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>
                <a:latin typeface="Nudi 01 e" pitchFamily="2" charset="0"/>
              </a:rPr>
              <a:t>5 (1) £</a:t>
            </a:r>
            <a:r>
              <a:rPr lang="en-US" dirty="0" err="1" smtClean="0">
                <a:latin typeface="Nudi 01 e" pitchFamily="2" charset="0"/>
              </a:rPr>
              <a:t>ËPgÀ£ÀÄ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s¸ÉÃªÉAiÀÄ°ègÀÄªÁUÀ¯ÉÃ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ÀÄÈvÀ¥ÀlÖ</a:t>
            </a:r>
            <a:r>
              <a:rPr lang="en-US" dirty="0" smtClean="0">
                <a:latin typeface="Nudi 01 e" pitchFamily="2" charset="0"/>
              </a:rPr>
              <a:t> ¢£</a:t>
            </a:r>
            <a:r>
              <a:rPr lang="en-US" dirty="0" err="1" smtClean="0">
                <a:latin typeface="Nudi 01 e" pitchFamily="2" charset="0"/>
              </a:rPr>
              <a:t>ÁAPÀzÀAzÀÄ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EzÀÝ</a:t>
            </a:r>
            <a:r>
              <a:rPr lang="en-US" dirty="0" smtClean="0">
                <a:latin typeface="Nudi 01 e" pitchFamily="2" charset="0"/>
              </a:rPr>
              <a:t> ªÀÄÆ® ª</a:t>
            </a:r>
            <a:r>
              <a:rPr lang="en-US" dirty="0" err="1" smtClean="0">
                <a:latin typeface="Nudi 01 e" pitchFamily="2" charset="0"/>
              </a:rPr>
              <a:t>ÉÃvÀ£ÀzÀ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CAVÃPÁð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JgÀqÀgÀµÀÄÖ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±ÉÃ 50 </a:t>
            </a:r>
            <a:r>
              <a:rPr lang="en-US" dirty="0" err="1" smtClean="0">
                <a:latin typeface="Nudi 01 e" pitchFamily="2" charset="0"/>
              </a:rPr>
              <a:t>gÀµÀÄÖ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AiÀiÁªÀÅzÀÄ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PÀrªÉÄAiÉÆÃ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CµÀÖ£ÀÄß</a:t>
            </a:r>
            <a:r>
              <a:rPr lang="en-US" dirty="0" smtClean="0">
                <a:latin typeface="Nudi 01 e" pitchFamily="2" charset="0"/>
              </a:rPr>
              <a:t> K¼ÀÄ ªÀµÀðUÀ¼À </a:t>
            </a:r>
            <a:r>
              <a:rPr lang="en-US" dirty="0" err="1" smtClean="0">
                <a:latin typeface="Nudi 01 e" pitchFamily="2" charset="0"/>
              </a:rPr>
              <a:t>CªÀ¢üUÉ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zÀÄQzÀÝgÉ</a:t>
            </a:r>
            <a:r>
              <a:rPr lang="en-US" dirty="0" smtClean="0">
                <a:latin typeface="Nudi 01 e" pitchFamily="2" charset="0"/>
              </a:rPr>
              <a:t> CªÀ¤UÉ 60 ª</a:t>
            </a:r>
            <a:r>
              <a:rPr lang="en-US" dirty="0" err="1" smtClean="0">
                <a:latin typeface="Nudi 01 e" pitchFamily="2" charset="0"/>
              </a:rPr>
              <a:t>ÀµÀð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</a:t>
            </a:r>
            <a:r>
              <a:rPr lang="en-US" dirty="0" smtClean="0">
                <a:latin typeface="Nudi 01 e" pitchFamily="2" charset="0"/>
              </a:rPr>
              <a:t> ¢£ÁAPÀPÉÌ </a:t>
            </a:r>
            <a:r>
              <a:rPr lang="en-US" dirty="0" err="1" smtClean="0">
                <a:latin typeface="Nudi 01 e" pitchFamily="2" charset="0"/>
              </a:rPr>
              <a:t>vÀÄA§ÄªÀÅzÉÃ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C°èAiÀÄªÀgÉUÉ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AiÀiÁªÀÅzÀÄ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ÉÆzÀ¯ÉÆÃ</a:t>
            </a:r>
            <a:r>
              <a:rPr lang="en-US" dirty="0" smtClean="0">
                <a:latin typeface="Nudi 01 e" pitchFamily="2" charset="0"/>
              </a:rPr>
              <a:t> D¢£</a:t>
            </a:r>
            <a:r>
              <a:rPr lang="en-US" dirty="0" err="1" smtClean="0">
                <a:latin typeface="Nudi 01 e" pitchFamily="2" charset="0"/>
              </a:rPr>
              <a:t>ÁAPÀzÀªÀgÉUÉ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ÀAzÁAiÀÄªÁUÀvÀPÀÌzÀÄÝ</a:t>
            </a:r>
            <a:endParaRPr lang="en-US" dirty="0" smtClean="0">
              <a:latin typeface="Nudi 01 e" pitchFamily="2" charset="0"/>
            </a:endParaRPr>
          </a:p>
          <a:p>
            <a:pPr algn="just"/>
            <a:r>
              <a:rPr lang="en-US" dirty="0" smtClean="0">
                <a:latin typeface="Nudi 01 e" pitchFamily="2" charset="0"/>
              </a:rPr>
              <a:t>5(2) ¥</a:t>
            </a:r>
            <a:r>
              <a:rPr lang="en-US" dirty="0" err="1" smtClean="0">
                <a:latin typeface="Nudi 01 e" pitchFamily="2" charset="0"/>
              </a:rPr>
              <a:t>ÀgÀAvÀÄ</a:t>
            </a:r>
            <a:r>
              <a:rPr lang="en-US" dirty="0" smtClean="0">
                <a:latin typeface="Nudi 01 e" pitchFamily="2" charset="0"/>
              </a:rPr>
              <a:t> »ÃUÉ ¯</a:t>
            </a:r>
            <a:r>
              <a:rPr lang="en-US" dirty="0" err="1" smtClean="0">
                <a:latin typeface="Nudi 01 e" pitchFamily="2" charset="0"/>
              </a:rPr>
              <a:t>ÉPÀÌºÁPÀ¯ÁzÀ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ÉÆvÀÛªÀÅ</a:t>
            </a:r>
            <a:r>
              <a:rPr lang="en-US" dirty="0" smtClean="0">
                <a:latin typeface="Nudi 01 e" pitchFamily="2" charset="0"/>
              </a:rPr>
              <a:t> PÀ¤µÀÖ </a:t>
            </a:r>
            <a:r>
              <a:rPr lang="en-US" dirty="0" err="1" smtClean="0">
                <a:latin typeface="Nudi 01 e" pitchFamily="2" charset="0"/>
              </a:rPr>
              <a:t>UÀjµÀ</a:t>
            </a:r>
            <a:r>
              <a:rPr lang="en-US" dirty="0" smtClean="0">
                <a:latin typeface="Nudi 01 e" pitchFamily="2" charset="0"/>
              </a:rPr>
              <a:t>× ªÉÆvÀÛUÀ¼À£ÀÄß «</a:t>
            </a:r>
            <a:r>
              <a:rPr lang="en-US" dirty="0" err="1" smtClean="0">
                <a:latin typeface="Nudi 01 e" pitchFamily="2" charset="0"/>
              </a:rPr>
              <a:t>ÄÃgÀ¨ÁgÀzÀÄ</a:t>
            </a:r>
            <a:endParaRPr lang="en-US" dirty="0" smtClean="0">
              <a:latin typeface="Nudi 01 e" pitchFamily="2" charset="0"/>
            </a:endParaRPr>
          </a:p>
          <a:p>
            <a:pPr algn="just"/>
            <a:r>
              <a:rPr lang="en-US" dirty="0" smtClean="0">
                <a:latin typeface="Nudi 01 e" pitchFamily="2" charset="0"/>
              </a:rPr>
              <a:t>5(3) F </a:t>
            </a:r>
            <a:r>
              <a:rPr lang="en-US" dirty="0" err="1" smtClean="0">
                <a:latin typeface="Nudi 01 e" pitchFamily="2" charset="0"/>
              </a:rPr>
              <a:t>GzÉÝÃ±ÀPÁÌV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CºÀðzÁAiÀÄPÀ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ÉÃªÉAiÀÄ°è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AiÀÄªÀÄ</a:t>
            </a:r>
            <a:r>
              <a:rPr lang="en-US" dirty="0" smtClean="0">
                <a:latin typeface="Nudi 01 e" pitchFamily="2" charset="0"/>
              </a:rPr>
              <a:t> 247J ,219 J © </a:t>
            </a:r>
            <a:r>
              <a:rPr lang="en-US" dirty="0" err="1" smtClean="0">
                <a:latin typeface="Nudi 01 e" pitchFamily="2" charset="0"/>
              </a:rPr>
              <a:t>EvÀgÉ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ÉÃªÉAiÀÄ£ÀÄß</a:t>
            </a:r>
            <a:r>
              <a:rPr lang="en-US" dirty="0" smtClean="0">
                <a:latin typeface="Nudi 01 e" pitchFamily="2" charset="0"/>
              </a:rPr>
              <a:t> M¼ÀUÉÆ¼ÀîvÀPÀÄÌzÀ¯Áè</a:t>
            </a:r>
          </a:p>
          <a:p>
            <a:pPr algn="just"/>
            <a:r>
              <a:rPr lang="en-US" dirty="0" smtClean="0">
                <a:latin typeface="Nudi 01 e" pitchFamily="2" charset="0"/>
              </a:rPr>
              <a:t>5(4) ª</a:t>
            </a:r>
            <a:r>
              <a:rPr lang="en-US" dirty="0" err="1" smtClean="0">
                <a:latin typeface="Nudi 01 e" pitchFamily="2" charset="0"/>
              </a:rPr>
              <a:t>ÀÄÆgÀÄ</a:t>
            </a:r>
            <a:r>
              <a:rPr lang="en-US" dirty="0" smtClean="0">
                <a:latin typeface="Nudi 01 e" pitchFamily="2" charset="0"/>
              </a:rPr>
              <a:t> wAUÀ¼À ª</a:t>
            </a:r>
            <a:r>
              <a:rPr lang="en-US" dirty="0" err="1" smtClean="0">
                <a:latin typeface="Nudi 01 e" pitchFamily="2" charset="0"/>
              </a:rPr>
              <a:t>ÉÄÃ®àlÖ</a:t>
            </a:r>
            <a:r>
              <a:rPr lang="en-US" dirty="0" smtClean="0">
                <a:latin typeface="Nudi 01 e" pitchFamily="2" charset="0"/>
              </a:rPr>
              <a:t> ªÁ¸ÀÛ«PÀ </a:t>
            </a:r>
            <a:r>
              <a:rPr lang="en-US" dirty="0" err="1" smtClean="0">
                <a:latin typeface="Nudi 01 e" pitchFamily="2" charset="0"/>
              </a:rPr>
              <a:t>CºÀðvÁ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ÉÃªÉAiÀÄ£ÀÄß</a:t>
            </a:r>
            <a:r>
              <a:rPr lang="en-US" dirty="0" smtClean="0">
                <a:latin typeface="Nudi 01 e" pitchFamily="2" charset="0"/>
              </a:rPr>
              <a:t> ¥ÀÆtðUÉÆ½¸À¯ÁzÀ </a:t>
            </a:r>
            <a:r>
              <a:rPr lang="en-US" dirty="0" err="1" smtClean="0">
                <a:latin typeface="Nudi 01 e" pitchFamily="2" charset="0"/>
              </a:rPr>
              <a:t>DgÀÄ</a:t>
            </a:r>
            <a:r>
              <a:rPr lang="en-US" dirty="0" smtClean="0">
                <a:latin typeface="Nudi 01 e" pitchFamily="2" charset="0"/>
              </a:rPr>
              <a:t> ªÀiÁ¹PÀ </a:t>
            </a:r>
            <a:r>
              <a:rPr lang="en-US" dirty="0" err="1" smtClean="0">
                <a:latin typeface="Nudi 01 e" pitchFamily="2" charset="0"/>
              </a:rPr>
              <a:t>CªÀ¢ü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JAzÀÄ</a:t>
            </a:r>
            <a:r>
              <a:rPr lang="en-US" dirty="0" smtClean="0">
                <a:latin typeface="Nudi 01 e" pitchFamily="2" charset="0"/>
              </a:rPr>
              <a:t> w½AiÀÄvÀPÀÌzÀÄÝ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</a:t>
            </a:r>
            <a:r>
              <a:rPr lang="en-US" dirty="0" smtClean="0">
                <a:solidFill>
                  <a:srgbClr val="FF0000"/>
                </a:solidFill>
              </a:rPr>
              <a:t>  RULE 06 ,07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 smtClean="0">
                <a:latin typeface="Nudi 01 e" pitchFamily="2" charset="0"/>
              </a:rPr>
              <a:t>vÀAzÉ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vÁ¬Ä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E§âgÀÆ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ËPÀgÀgÁVzÀÝgÉE§âgÀÆ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ÀÄÈvÀgÁVzÀÝgÉ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CªÀgÀ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ªÀÄPÀÌ½UÉ </a:t>
            </a:r>
            <a:r>
              <a:rPr lang="en-US" dirty="0" err="1" smtClean="0">
                <a:latin typeface="Nudi 01 e" pitchFamily="2" charset="0"/>
              </a:rPr>
              <a:t>UÀjµÀ</a:t>
            </a:r>
            <a:r>
              <a:rPr lang="en-US" dirty="0" smtClean="0">
                <a:latin typeface="Nudi 01 e" pitchFamily="2" charset="0"/>
              </a:rPr>
              <a:t>× 45180 PÉÌ «</a:t>
            </a:r>
            <a:r>
              <a:rPr lang="en-US" dirty="0" err="1" smtClean="0">
                <a:latin typeface="Nudi 01 e" pitchFamily="2" charset="0"/>
              </a:rPr>
              <a:t>ÄÃgÀzÀAvÉ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ÀxÀ£À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ÀAzÁAiÀÄªÁUÀ¨ÉÃPÀÄ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¤AiÀÄªÀÄ-7 </a:t>
            </a:r>
            <a:r>
              <a:rPr lang="en-US" dirty="0" smtClean="0">
                <a:latin typeface="Nudi 01 e" pitchFamily="2" charset="0"/>
              </a:rPr>
              <a:t>¸</a:t>
            </a:r>
            <a:r>
              <a:rPr lang="en-US" dirty="0" err="1" smtClean="0">
                <a:latin typeface="Nudi 01 e" pitchFamily="2" charset="0"/>
              </a:rPr>
              <a:t>ÀPÁðjÃ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vÀªÀÄä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ÀÄgÀtzÀ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ÀAzÀ¨sÀðzÀ°è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AiÀiÁªÀÅzÉÃ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ÀqÉAiÀÄÄwÛzÀÝ°è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ÀiÁvÀæ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ÉÃvÀ£ÀPÉÌ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CºÀðgÁVgÀÄvÁÛgÉ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08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</a:t>
            </a:r>
            <a:r>
              <a:rPr lang="en-US" dirty="0" err="1" smtClean="0">
                <a:latin typeface="Nudi 01 e" pitchFamily="2" charset="0"/>
              </a:rPr>
              <a:t>JAzÀgÉ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r>
              <a:rPr lang="en-US" dirty="0" smtClean="0">
                <a:latin typeface="Nudi 01 e" pitchFamily="2" charset="0"/>
              </a:rPr>
              <a:t>¥</a:t>
            </a:r>
            <a:r>
              <a:rPr lang="en-US" dirty="0" err="1" smtClean="0">
                <a:latin typeface="Nudi 01 e" pitchFamily="2" charset="0"/>
              </a:rPr>
              <a:t>Àw</a:t>
            </a:r>
            <a:r>
              <a:rPr lang="en-US" dirty="0" smtClean="0">
                <a:latin typeface="Nudi 01 e" pitchFamily="2" charset="0"/>
              </a:rPr>
              <a:t>/¥</a:t>
            </a:r>
            <a:r>
              <a:rPr lang="en-US" dirty="0" err="1" smtClean="0">
                <a:latin typeface="Nudi 01 e" pitchFamily="2" charset="0"/>
              </a:rPr>
              <a:t>Àwß</a:t>
            </a:r>
            <a:r>
              <a:rPr lang="en-US" dirty="0" smtClean="0">
                <a:latin typeface="Nudi 01 e" pitchFamily="2" charset="0"/>
              </a:rPr>
              <a:t>.</a:t>
            </a:r>
          </a:p>
          <a:p>
            <a:r>
              <a:rPr lang="en-US" dirty="0" smtClean="0">
                <a:latin typeface="Nudi 01 e" pitchFamily="2" charset="0"/>
              </a:rPr>
              <a:t>ª</a:t>
            </a:r>
            <a:r>
              <a:rPr lang="en-US" dirty="0" err="1" smtClean="0">
                <a:latin typeface="Nudi 01 e" pitchFamily="2" charset="0"/>
              </a:rPr>
              <a:t>Àå©üZÁgÀPÁÌV</a:t>
            </a:r>
            <a:r>
              <a:rPr lang="en-US" dirty="0" smtClean="0">
                <a:latin typeface="Nudi 01 e" pitchFamily="2" charset="0"/>
              </a:rPr>
              <a:t> ©</a:t>
            </a:r>
            <a:r>
              <a:rPr lang="en-US" dirty="0" err="1" smtClean="0">
                <a:latin typeface="Nudi 01 e" pitchFamily="2" charset="0"/>
              </a:rPr>
              <a:t>lÄÖ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ÉÃgÉ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PÁgÀtPÁÌV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Áå¬ÄPÀªÁV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ÉÃgÀàlÖ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Àw¥Àwß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ÀgÀAvÀÄ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ÀÄgÀuÁ£ÀAvÀgÀzÀ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Áå¬ÄPÁV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ÀævÉåÃPÀUÉÆAqÀ</a:t>
            </a:r>
            <a:r>
              <a:rPr lang="en-US" dirty="0" smtClean="0">
                <a:latin typeface="Nudi 01 e" pitchFamily="2" charset="0"/>
              </a:rPr>
              <a:t> «</a:t>
            </a:r>
            <a:r>
              <a:rPr lang="en-US" dirty="0" err="1" smtClean="0">
                <a:latin typeface="Nudi 01 e" pitchFamily="2" charset="0"/>
              </a:rPr>
              <a:t>zsÀÄgÀ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«</a:t>
            </a:r>
            <a:r>
              <a:rPr lang="en-US" dirty="0" err="1" smtClean="0">
                <a:latin typeface="Nudi 01 e" pitchFamily="2" charset="0"/>
              </a:rPr>
              <a:t>zsÀªÉVAvÀ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ªÀÄPÀÌ½UÉ </a:t>
            </a:r>
            <a:r>
              <a:rPr lang="en-US" dirty="0" err="1" smtClean="0">
                <a:latin typeface="Nudi 01 e" pitchFamily="2" charset="0"/>
              </a:rPr>
              <a:t>DzÀåvÉ¤ÃqÀ</a:t>
            </a:r>
            <a:r>
              <a:rPr lang="en-US" dirty="0" smtClean="0">
                <a:latin typeface="Nudi 01 e" pitchFamily="2" charset="0"/>
              </a:rPr>
              <a:t>§º</a:t>
            </a:r>
            <a:r>
              <a:rPr lang="en-US" dirty="0" err="1" smtClean="0">
                <a:latin typeface="Nudi 01 e" pitchFamily="2" charset="0"/>
              </a:rPr>
              <a:t>ÀÄzÁVzÉ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¢£ÁAPÀPÉÌ ªÀÄÄAZÉ PÁ£ÀÆ£ÀÄ ¸</a:t>
            </a:r>
            <a:r>
              <a:rPr lang="en-US" dirty="0" err="1" smtClean="0">
                <a:latin typeface="Nudi 01 e" pitchFamily="2" charset="0"/>
              </a:rPr>
              <a:t>ÀªÀÄävÀªÁV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zÀvÀÄÛ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vÀUÉzÀÄPÉÆAqÀ</a:t>
            </a:r>
            <a:r>
              <a:rPr lang="en-US" dirty="0" smtClean="0">
                <a:latin typeface="Nudi 01 e" pitchFamily="2" charset="0"/>
              </a:rPr>
              <a:t> 18 gÉÆ¼ÀV£À ªÀÄUÀ/21 gÉÆ¼ÀV£À «ª</a:t>
            </a:r>
            <a:r>
              <a:rPr lang="en-US" dirty="0" err="1" smtClean="0">
                <a:latin typeface="Nudi 01 e" pitchFamily="2" charset="0"/>
              </a:rPr>
              <a:t>Á»vÀxÀªÁ</a:t>
            </a:r>
            <a:r>
              <a:rPr lang="en-US" dirty="0" smtClean="0">
                <a:latin typeface="Nudi 01 e" pitchFamily="2" charset="0"/>
              </a:rPr>
              <a:t> C«ª</a:t>
            </a:r>
            <a:r>
              <a:rPr lang="en-US" dirty="0" err="1" smtClean="0">
                <a:latin typeface="Nudi 01 e" pitchFamily="2" charset="0"/>
              </a:rPr>
              <a:t>Á»vÀ</a:t>
            </a:r>
            <a:r>
              <a:rPr lang="en-US" dirty="0" smtClean="0">
                <a:latin typeface="Nudi 01 e" pitchFamily="2" charset="0"/>
              </a:rPr>
              <a:t> ªÀÄUÀ¼ÀÄ</a:t>
            </a:r>
          </a:p>
          <a:p>
            <a:r>
              <a:rPr lang="en-US" dirty="0" smtClean="0">
                <a:latin typeface="Nudi 01 e" pitchFamily="2" charset="0"/>
              </a:rPr>
              <a:t>«</a:t>
            </a:r>
            <a:r>
              <a:rPr lang="en-US" dirty="0" err="1" smtClean="0">
                <a:latin typeface="Nudi 01 e" pitchFamily="2" charset="0"/>
              </a:rPr>
              <a:t>ZÉÒÃ¢vÀ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Àw</a:t>
            </a:r>
            <a:r>
              <a:rPr lang="en-US" dirty="0" smtClean="0">
                <a:latin typeface="Nudi 01 e" pitchFamily="2" charset="0"/>
              </a:rPr>
              <a:t>/¥</a:t>
            </a:r>
            <a:r>
              <a:rPr lang="en-US" dirty="0" err="1" smtClean="0">
                <a:latin typeface="Nudi 01 e" pitchFamily="2" charset="0"/>
              </a:rPr>
              <a:t>ÀwßAiÀÄ£ÀÄß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ËPÀgÀ¤VAvÀ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ÉÆzÀ¯ÉÃ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ÀÄÈvÀ¥ÀnÖgÀÄªÀ£ÉAzÀÄ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sÁ</a:t>
            </a:r>
            <a:r>
              <a:rPr lang="en-US" dirty="0" smtClean="0">
                <a:latin typeface="Nudi 01 e" pitchFamily="2" charset="0"/>
              </a:rPr>
              <a:t>«¸</a:t>
            </a:r>
            <a:r>
              <a:rPr lang="en-US" dirty="0" err="1" smtClean="0">
                <a:latin typeface="Nudi 01 e" pitchFamily="2" charset="0"/>
              </a:rPr>
              <a:t>ÀvÀPÀÌzÀÄÝ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ÀÄvÀÄÛ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ÀqÉAiÀÄ®Ä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CºÀð£ÁVgÀÄªÀÅ</a:t>
            </a:r>
            <a:r>
              <a:rPr lang="en-US" dirty="0" smtClean="0">
                <a:latin typeface="Nudi 01 e" pitchFamily="2" charset="0"/>
              </a:rPr>
              <a:t>¢¯</a:t>
            </a:r>
            <a:r>
              <a:rPr lang="en-US" dirty="0" err="1" smtClean="0">
                <a:latin typeface="Nudi 01 e" pitchFamily="2" charset="0"/>
              </a:rPr>
              <a:t>Áè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ÀgÀAvÀÄ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EªÀgÀ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ªÀÄPÀÌ¼ÀÄ </a:t>
            </a:r>
            <a:r>
              <a:rPr lang="en-US" dirty="0" err="1" smtClean="0">
                <a:latin typeface="Nudi 01 e" pitchFamily="2" charset="0"/>
              </a:rPr>
              <a:t>CºÀðgÁVgÀÄvÁÛgÉ</a:t>
            </a:r>
            <a:r>
              <a:rPr lang="en-US" dirty="0" smtClean="0">
                <a:latin typeface="Nudi 01 e" pitchFamily="2" charset="0"/>
              </a:rPr>
              <a:t> 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Nudi 01 e" pitchFamily="2" charset="0"/>
              </a:rPr>
              <a:t>9.1.(J)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«</a:t>
            </a:r>
            <a:r>
              <a:rPr lang="en-US" dirty="0" err="1" smtClean="0">
                <a:latin typeface="Nudi 01 e" pitchFamily="2" charset="0"/>
              </a:rPr>
              <a:t>zsÀªÉ</a:t>
            </a:r>
            <a:r>
              <a:rPr lang="en-US" dirty="0" smtClean="0">
                <a:latin typeface="Nudi 01 e" pitchFamily="2" charset="0"/>
              </a:rPr>
              <a:t>/«</a:t>
            </a:r>
            <a:r>
              <a:rPr lang="en-US" dirty="0" err="1" smtClean="0">
                <a:latin typeface="Nudi 01 e" pitchFamily="2" charset="0"/>
              </a:rPr>
              <a:t>zsÀÄgÀ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ÀÄgÀtzÀªÀgÉUÉ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ÀÄgÀÄ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ÁºÀzÀªÀgÉUÉ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</a:t>
            </a:r>
            <a:r>
              <a:rPr lang="en-US" dirty="0" smtClean="0">
                <a:latin typeface="Nudi 01 e" pitchFamily="2" charset="0"/>
              </a:rPr>
              <a:t>§º</a:t>
            </a:r>
            <a:r>
              <a:rPr lang="en-US" dirty="0" err="1" smtClean="0">
                <a:latin typeface="Nudi 01 e" pitchFamily="2" charset="0"/>
              </a:rPr>
              <a:t>ÀÄzÀÄ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ÀgÀAvÀÄ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M§â</a:t>
            </a:r>
            <a:r>
              <a:rPr lang="en-US" dirty="0" smtClean="0">
                <a:latin typeface="Nudi 01 e" pitchFamily="2" charset="0"/>
              </a:rPr>
              <a:t> «</a:t>
            </a:r>
            <a:r>
              <a:rPr lang="en-US" dirty="0" err="1" smtClean="0">
                <a:latin typeface="Nudi 01 e" pitchFamily="2" charset="0"/>
              </a:rPr>
              <a:t>zsÀªÉ</a:t>
            </a:r>
            <a:r>
              <a:rPr lang="en-US" dirty="0" smtClean="0">
                <a:latin typeface="Nudi 01 e" pitchFamily="2" charset="0"/>
              </a:rPr>
              <a:t>/«</a:t>
            </a:r>
            <a:r>
              <a:rPr lang="en-US" dirty="0" err="1" smtClean="0">
                <a:latin typeface="Nudi 01 e" pitchFamily="2" charset="0"/>
              </a:rPr>
              <a:t>zsÀÄgÀ£ÀÄ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vÀ£Àß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/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ºÁUÀÆ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</a:t>
            </a:r>
            <a:r>
              <a:rPr lang="en-US" dirty="0" smtClean="0">
                <a:latin typeface="Nudi 01 e" pitchFamily="2" charset="0"/>
              </a:rPr>
              <a:t>§º</a:t>
            </a:r>
            <a:r>
              <a:rPr lang="en-US" dirty="0" err="1" smtClean="0">
                <a:latin typeface="Nudi 01 e" pitchFamily="2" charset="0"/>
              </a:rPr>
              <a:t>ÀÄzÀÄ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9.1.(©) £</a:t>
            </a:r>
            <a:r>
              <a:rPr lang="en-US" dirty="0" err="1" smtClean="0">
                <a:latin typeface="Nudi 01 e" pitchFamily="2" charset="0"/>
              </a:rPr>
              <a:t>Áå¬ÄPÀªÁV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ÀÄvÀÄÛ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Àå©üZÁgÀªÀ®èzÀ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ÀævÉåÃPÀªÁzÀ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PÀÄlÄA§zÀ°è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ÀÄÈvÀgÁzÀgÉ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CAvÀºÀªÀjUÉ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ÀævÉåÃPÀUÉÆArzÀÝgÀÆ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PÉÆqÀ¨ÉÃPÀÄ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CAzÀgÉ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Àå©üZÁgÀ¢AzÀ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ÀævÉåÃPÀUÉÆArzÀÝgÉ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C£Àé¬Ä¸ÀÄªÀÅ</a:t>
            </a:r>
            <a:r>
              <a:rPr lang="en-US" dirty="0" smtClean="0">
                <a:latin typeface="Nudi 01 e" pitchFamily="2" charset="0"/>
              </a:rPr>
              <a:t>¢¯</a:t>
            </a:r>
            <a:r>
              <a:rPr lang="en-US" dirty="0" err="1" smtClean="0">
                <a:latin typeface="Nudi 01 e" pitchFamily="2" charset="0"/>
              </a:rPr>
              <a:t>Áè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r>
              <a:rPr lang="en-US" dirty="0" smtClean="0">
                <a:latin typeface="Nudi 01 e" pitchFamily="2" charset="0"/>
              </a:rPr>
              <a:t>9.1.(¹)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AiÀiÁªÀÅzÉÃ</a:t>
            </a:r>
            <a:r>
              <a:rPr lang="en-US" dirty="0" smtClean="0">
                <a:latin typeface="Nudi 01 e" pitchFamily="2" charset="0"/>
              </a:rPr>
              <a:t> «</a:t>
            </a:r>
            <a:r>
              <a:rPr lang="en-US" dirty="0" err="1" smtClean="0">
                <a:latin typeface="Nudi 01 e" pitchFamily="2" charset="0"/>
              </a:rPr>
              <a:t>zsÀªÉAiÀÄ£ÀÄß</a:t>
            </a:r>
            <a:r>
              <a:rPr lang="en-US" dirty="0" smtClean="0">
                <a:latin typeface="Nudi 01 e" pitchFamily="2" charset="0"/>
              </a:rPr>
              <a:t> ©</a:t>
            </a:r>
            <a:r>
              <a:rPr lang="en-US" dirty="0" err="1" smtClean="0">
                <a:latin typeface="Nudi 01 e" pitchFamily="2" charset="0"/>
              </a:rPr>
              <a:t>qÀzÉ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ÀÄÈvÀ£ÁzÀgÉ</a:t>
            </a:r>
            <a:r>
              <a:rPr lang="en-US" dirty="0" smtClean="0">
                <a:latin typeface="Nudi 01 e" pitchFamily="2" charset="0"/>
              </a:rPr>
              <a:t> CªÀ£À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ªÀÄPÀÌ½UÉ »</a:t>
            </a:r>
            <a:r>
              <a:rPr lang="en-US" dirty="0" err="1" smtClean="0">
                <a:latin typeface="Nudi 01 e" pitchFamily="2" charset="0"/>
              </a:rPr>
              <a:t>jAiÀÄ</a:t>
            </a:r>
            <a:r>
              <a:rPr lang="en-US" dirty="0" smtClean="0">
                <a:latin typeface="Nudi 01 e" pitchFamily="2" charset="0"/>
              </a:rPr>
              <a:t> ªÀÄUÀ¤UÉÀ </a:t>
            </a:r>
            <a:r>
              <a:rPr lang="en-US" dirty="0" err="1" smtClean="0">
                <a:latin typeface="Nudi 01 e" pitchFamily="2" charset="0"/>
              </a:rPr>
              <a:t>PÉÆqÀ¨ÉÃPÀÄ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ÀgÀAvÀÄ</a:t>
            </a:r>
            <a:r>
              <a:rPr lang="en-US" dirty="0" smtClean="0">
                <a:latin typeface="Nudi 01 e" pitchFamily="2" charset="0"/>
              </a:rPr>
              <a:t> »</a:t>
            </a:r>
            <a:r>
              <a:rPr lang="en-US" dirty="0" err="1" smtClean="0">
                <a:latin typeface="Nudi 01 e" pitchFamily="2" charset="0"/>
              </a:rPr>
              <a:t>jAiÀÄ</a:t>
            </a:r>
            <a:r>
              <a:rPr lang="en-US" dirty="0" smtClean="0">
                <a:latin typeface="Nudi 01 e" pitchFamily="2" charset="0"/>
              </a:rPr>
              <a:t> ªÀÄUÀ£ÀÄ </a:t>
            </a:r>
            <a:r>
              <a:rPr lang="en-US" dirty="0" err="1" smtClean="0">
                <a:latin typeface="Nudi 01 e" pitchFamily="2" charset="0"/>
              </a:rPr>
              <a:t>CºÀð£ÁVgÀ¢zÀÝgÉ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QjAiÀÄªÀ¤UÉ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PÉÆqÀ¨ÉÃPÀÄ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9.1.(r)(J) «</a:t>
            </a:r>
            <a:r>
              <a:rPr lang="en-US" dirty="0" err="1" smtClean="0">
                <a:latin typeface="Nudi 01 e" pitchFamily="2" charset="0"/>
              </a:rPr>
              <a:t>zsÀªÉAiÀÄÄ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ÀqÉAiÀÄÄwÛgÀÄªÁUÀ¯ÉÃ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ÀÄÈvÀgÁzÀgÉ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CªÀgÀ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»</a:t>
            </a:r>
            <a:r>
              <a:rPr lang="en-US" dirty="0" err="1" smtClean="0">
                <a:latin typeface="Nudi 01 e" pitchFamily="2" charset="0"/>
              </a:rPr>
              <a:t>jAiÀÄ</a:t>
            </a:r>
            <a:r>
              <a:rPr lang="en-US" dirty="0" smtClean="0">
                <a:latin typeface="Nudi 01 e" pitchFamily="2" charset="0"/>
              </a:rPr>
              <a:t> ªÀÄUÀ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CªÀ£ÀÄ </a:t>
            </a:r>
            <a:r>
              <a:rPr lang="en-US" dirty="0" err="1" smtClean="0">
                <a:latin typeface="Nudi 01 e" pitchFamily="2" charset="0"/>
              </a:rPr>
              <a:t>CºÀð£ÁV®è¢zÀÝgÉ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QjAiÀÄ</a:t>
            </a:r>
            <a:r>
              <a:rPr lang="en-US" dirty="0" smtClean="0">
                <a:latin typeface="Nudi 01 e" pitchFamily="2" charset="0"/>
              </a:rPr>
              <a:t> ªÀÄUÀ¤UÉ </a:t>
            </a:r>
            <a:r>
              <a:rPr lang="en-US" dirty="0" err="1" smtClean="0">
                <a:latin typeface="Nudi 01 e" pitchFamily="2" charset="0"/>
              </a:rPr>
              <a:t>PÉÆqÀ¨ÉÃPÀÄ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J¯Áè</a:t>
            </a:r>
            <a:r>
              <a:rPr lang="en-US" dirty="0" smtClean="0">
                <a:latin typeface="Nudi 01 e" pitchFamily="2" charset="0"/>
              </a:rPr>
              <a:t> ªÀÄPÀÌ¼ÀÆ ¥</a:t>
            </a:r>
            <a:r>
              <a:rPr lang="en-US" dirty="0" err="1" smtClean="0">
                <a:latin typeface="Nudi 01 e" pitchFamily="2" charset="0"/>
              </a:rPr>
              <a:t>Áæ¥ÀÛgÁVzÀÝgÉ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AiÀiÁjUÀÆ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PÉÆqÀÄªÀAw®è</a:t>
            </a:r>
            <a:endParaRPr lang="en-US" dirty="0">
              <a:latin typeface="Nudi 01 e" pitchFamily="2" charset="0"/>
            </a:endParaRPr>
          </a:p>
          <a:p>
            <a:r>
              <a:rPr lang="en-US" dirty="0" err="1" smtClean="0">
                <a:latin typeface="Nudi 01 e" pitchFamily="2" charset="0"/>
              </a:rPr>
              <a:t>DzÀgÉ</a:t>
            </a:r>
            <a:r>
              <a:rPr lang="en-US" dirty="0" smtClean="0">
                <a:latin typeface="Nudi 01 e" pitchFamily="2" charset="0"/>
              </a:rPr>
              <a:t> CAUÀ«PÀ® ¥Áæ¥ÀÛªÀÄPÀÌ½UÀÆ </a:t>
            </a:r>
            <a:r>
              <a:rPr lang="en-US" dirty="0" err="1" smtClean="0">
                <a:latin typeface="Nudi 01 e" pitchFamily="2" charset="0"/>
              </a:rPr>
              <a:t>fÃªÀ£À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ÀAiÀÄðAvÀ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PÉÆqÀ¨ÉÃPÀÄ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9.1.(r)(J)(1)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ªÀÄPÀÌ¼ÀÄ </a:t>
            </a:r>
            <a:r>
              <a:rPr lang="en-US" dirty="0" err="1" smtClean="0">
                <a:latin typeface="Nudi 01 e" pitchFamily="2" charset="0"/>
              </a:rPr>
              <a:t>C¥Áæ¥ÀÛªÀÇ</a:t>
            </a:r>
            <a:r>
              <a:rPr lang="en-US" dirty="0" smtClean="0">
                <a:latin typeface="Nudi 01 e" pitchFamily="2" charset="0"/>
              </a:rPr>
              <a:t> CAUÀ«PÀ®ªÀÇ </a:t>
            </a:r>
            <a:r>
              <a:rPr lang="en-US" dirty="0" err="1" smtClean="0">
                <a:latin typeface="Nudi 01 e" pitchFamily="2" charset="0"/>
              </a:rPr>
              <a:t>DVzÀÝgÉ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PÉÆ£ÉAiÀÄ</a:t>
            </a:r>
            <a:r>
              <a:rPr lang="en-US" dirty="0" smtClean="0">
                <a:latin typeface="Nudi 01 e" pitchFamily="2" charset="0"/>
              </a:rPr>
              <a:t> ªÀÄUÀÄªÀÅ ¥</a:t>
            </a:r>
            <a:r>
              <a:rPr lang="en-US" dirty="0" err="1" smtClean="0">
                <a:latin typeface="Nudi 01 e" pitchFamily="2" charset="0"/>
              </a:rPr>
              <a:t>Áæ¥ÀÛgÁUÀÄªÀªÀgÉUÉ</a:t>
            </a:r>
            <a:r>
              <a:rPr lang="en-US" dirty="0" smtClean="0">
                <a:latin typeface="Nudi 01 e" pitchFamily="2" charset="0"/>
              </a:rPr>
              <a:t> »</a:t>
            </a:r>
            <a:r>
              <a:rPr lang="en-US" dirty="0" err="1" smtClean="0">
                <a:latin typeface="Nudi 01 e" pitchFamily="2" charset="0"/>
              </a:rPr>
              <a:t>jAiÀÄjAzÀ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QjAiÀÄgÀªÉgÉUÉ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Ãr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J¯Áè</a:t>
            </a:r>
            <a:r>
              <a:rPr lang="en-US" dirty="0" smtClean="0">
                <a:latin typeface="Nudi 01 e" pitchFamily="2" charset="0"/>
              </a:rPr>
              <a:t> ¥Áæ¥ÀÛªÀÄPÀÌ¼À°è </a:t>
            </a:r>
            <a:r>
              <a:rPr lang="en-US" dirty="0" err="1" smtClean="0">
                <a:latin typeface="Nudi 01 e" pitchFamily="2" charset="0"/>
              </a:rPr>
              <a:t>CAUÀ«PÀ®vÉ¬ÄgÀÄªÀ</a:t>
            </a:r>
            <a:r>
              <a:rPr lang="en-US" dirty="0" smtClean="0">
                <a:latin typeface="Nudi 01 e" pitchFamily="2" charset="0"/>
              </a:rPr>
              <a:t> ªÀÄUÀÄ«UÉ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r>
              <a:rPr lang="en-US" dirty="0" smtClean="0">
                <a:latin typeface="Nudi 01 e" pitchFamily="2" charset="0"/>
              </a:rPr>
              <a:t>.</a:t>
            </a:r>
          </a:p>
          <a:p>
            <a:r>
              <a:rPr lang="en-US" dirty="0" smtClean="0">
                <a:latin typeface="Nudi 01 e" pitchFamily="2" charset="0"/>
              </a:rPr>
              <a:t>9.1.(r)(J)(2)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J¯Áè</a:t>
            </a:r>
            <a:r>
              <a:rPr lang="en-US" dirty="0" smtClean="0">
                <a:latin typeface="Nudi 01 e" pitchFamily="2" charset="0"/>
              </a:rPr>
              <a:t> ªÀÄPÀÌ¼ÀÄ </a:t>
            </a:r>
            <a:r>
              <a:rPr lang="en-US" dirty="0" err="1" smtClean="0">
                <a:latin typeface="Nudi 01 e" pitchFamily="2" charset="0"/>
              </a:rPr>
              <a:t>CAUÀ«PÀ®gÁzÀgÉ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C£ÀÄPÀæªÀÄzÀAvÉ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ÉÆzÀ</a:t>
            </a:r>
            <a:r>
              <a:rPr lang="en-US" dirty="0" smtClean="0">
                <a:latin typeface="Nudi 01 e" pitchFamily="2" charset="0"/>
              </a:rPr>
              <a:t>®£</a:t>
            </a:r>
            <a:r>
              <a:rPr lang="en-US" dirty="0" err="1" smtClean="0">
                <a:latin typeface="Nudi 01 e" pitchFamily="2" charset="0"/>
              </a:rPr>
              <a:t>ÉAiÀÄªÀ£ÀÄ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C£ÀºÀð£ÁzÀgÉ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ÀiÁvÀæ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QjAiÀÄªÀ£ÀÄ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CºÀð£ÁUÀÄvÁÛ£É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9.1(r)(J)(3)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ªÀÄPÀÌ¼ÀÄ ¥</a:t>
            </a:r>
            <a:r>
              <a:rPr lang="en-US" dirty="0" err="1" smtClean="0">
                <a:latin typeface="Nudi 01 e" pitchFamily="2" charset="0"/>
              </a:rPr>
              <a:t>Áæ¥ÀÛgÁUÀÄªÀªÀgÉUÉ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CªÀgÀ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ÉÆÃµÀPÀgÀ</a:t>
            </a:r>
            <a:r>
              <a:rPr lang="en-US" dirty="0" smtClean="0">
                <a:latin typeface="Nudi 01 e" pitchFamily="2" charset="0"/>
              </a:rPr>
              <a:t> ªÀÄÆ®PÀ ¸</a:t>
            </a:r>
            <a:r>
              <a:rPr lang="en-US" dirty="0" err="1" smtClean="0">
                <a:latin typeface="Nudi 01 e" pitchFamily="2" charset="0"/>
              </a:rPr>
              <a:t>ÀAzÁAiÀÄªÀiÁqÀvÀPÀÌzÀÄÝ</a:t>
            </a:r>
            <a:endParaRPr lang="en-US" dirty="0" smtClean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US" dirty="0" smtClean="0"/>
              <a:t>FAMILY PENSION  RULE 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Nudi 01 e" pitchFamily="2" charset="0"/>
              </a:rPr>
              <a:t>9.1.(r)(J)(4)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ªÀÄUÀÄ«UÉ </a:t>
            </a:r>
            <a:r>
              <a:rPr lang="en-US" dirty="0" err="1" smtClean="0">
                <a:latin typeface="Nudi 01 e" pitchFamily="2" charset="0"/>
              </a:rPr>
              <a:t>fÃªÀ£À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ÀAiÀÄðAvÀ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ÃqÀÄªÀAvÉ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DzÉÃ±ÀªÀiÁqÀÄªÀAwzÀÝgÉ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f¯Áè</a:t>
            </a:r>
            <a:r>
              <a:rPr lang="en-US" dirty="0" smtClean="0">
                <a:latin typeface="Nudi 01 e" pitchFamily="2" charset="0"/>
              </a:rPr>
              <a:t> ±</a:t>
            </a:r>
            <a:r>
              <a:rPr lang="en-US" dirty="0" err="1" smtClean="0">
                <a:latin typeface="Nudi 01 e" pitchFamily="2" charset="0"/>
              </a:rPr>
              <a:t>À¸ÀÛçaQvÀìPÀgÀ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zÀeÉðUÉ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PÀrªÉÄ¬Ä®èzÀ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ÉÊzsÁå¢PÁj¬ÄAzÀ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ÀæªÀiÁt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ÀvÀæ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Àæ¥ÀvÀæ</a:t>
            </a:r>
            <a:r>
              <a:rPr lang="en-US" dirty="0" smtClean="0">
                <a:latin typeface="Nudi 01 e" pitchFamily="2" charset="0"/>
              </a:rPr>
              <a:t> E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ÀqÉzÀÄ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ÀAzÁAiÀÄªÀiÁqÀvÀPÀÌzÀÄÝ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9.1.(r)(J)(5)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ªÀÄPÀÌ¼ÀÄ ¥</a:t>
            </a:r>
            <a:r>
              <a:rPr lang="en-US" dirty="0" err="1" smtClean="0">
                <a:latin typeface="Nudi 01 e" pitchFamily="2" charset="0"/>
              </a:rPr>
              <a:t>ÀæwÃ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ÀÄÆgÀÄ</a:t>
            </a:r>
            <a:r>
              <a:rPr lang="en-US" dirty="0" smtClean="0">
                <a:latin typeface="Nudi 01 e" pitchFamily="2" charset="0"/>
              </a:rPr>
              <a:t> ªÀµÀðUÀ½UÉÆªÉÄä </a:t>
            </a:r>
            <a:r>
              <a:rPr lang="en-US" dirty="0" err="1" smtClean="0">
                <a:latin typeface="Nudi 01 e" pitchFamily="2" charset="0"/>
              </a:rPr>
              <a:t>CAUÀ«PÀ®vÉAiÀÄ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ÀÄÄAzÀÄªÀjPÉAiÀÄ</a:t>
            </a:r>
            <a:r>
              <a:rPr lang="en-US" dirty="0" smtClean="0">
                <a:latin typeface="Nudi 01 e" pitchFamily="2" charset="0"/>
              </a:rPr>
              <a:t> §UÉÎ  </a:t>
            </a:r>
            <a:r>
              <a:rPr lang="en-US" dirty="0" err="1" smtClean="0">
                <a:latin typeface="Nudi 01 e" pitchFamily="2" charset="0"/>
              </a:rPr>
              <a:t>f¯Áè</a:t>
            </a:r>
            <a:r>
              <a:rPr lang="en-US" dirty="0" smtClean="0">
                <a:latin typeface="Nudi 01 e" pitchFamily="2" charset="0"/>
              </a:rPr>
              <a:t> ±</a:t>
            </a:r>
            <a:r>
              <a:rPr lang="en-US" dirty="0" err="1" smtClean="0">
                <a:latin typeface="Nudi 01 e" pitchFamily="2" charset="0"/>
              </a:rPr>
              <a:t>À¸ÀÛçaQvÀìPÀgÀ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zÀeÉðUÉ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PÀrªÉÄ¬Ä®èzÀ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ÉÊzsÁå¢PÁj¬ÄAzÀ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ÀæªÀiÁt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ÀvÀæ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Àæ¥ÀvÀæ</a:t>
            </a:r>
            <a:r>
              <a:rPr lang="en-US" dirty="0" smtClean="0">
                <a:latin typeface="Nudi 01 e" pitchFamily="2" charset="0"/>
              </a:rPr>
              <a:t> E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ÀqÉzÀÄ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ÀAzÁAiÀÄªÀiÁqÀvÀPÀÌzÀÄÝ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9.1.(r)(2) ªÀÄPÀÌ½UÉ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CªÀgÀÄUÀ¼À </a:t>
            </a:r>
            <a:r>
              <a:rPr lang="en-US" dirty="0" err="1" smtClean="0">
                <a:latin typeface="Nudi 01 e" pitchFamily="2" charset="0"/>
              </a:rPr>
              <a:t>d£À£À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PÀæªÀÄªÁV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ÃqÀvÀPÀÌzÀÄÝ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ÉÆzÀ</a:t>
            </a:r>
            <a:r>
              <a:rPr lang="en-US" dirty="0" smtClean="0">
                <a:latin typeface="Nudi 01 e" pitchFamily="2" charset="0"/>
              </a:rPr>
              <a:t>®£</a:t>
            </a:r>
            <a:r>
              <a:rPr lang="en-US" dirty="0" err="1" smtClean="0">
                <a:latin typeface="Nudi 01 e" pitchFamily="2" charset="0"/>
              </a:rPr>
              <a:t>ÉAiÀÄªÀ£ÀÄ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C£ÀºÀð£ÁUÀÄªÀªÀgÉUÀÆ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QjAiÀÄªÀ¤UÉ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PÉÆqÀvÀPÀÄÌzÀ®è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9.1.(r)(3)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ªÀÄPÀÌ½EzÀ¯ï°CªÀgÀ ¸</a:t>
            </a:r>
            <a:r>
              <a:rPr lang="en-US" dirty="0" err="1" smtClean="0">
                <a:latin typeface="Nudi 01 e" pitchFamily="2" charset="0"/>
              </a:rPr>
              <a:t>ÀºÀd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ÉÆÃµÀPÀjUÉ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ÀAzÁAiÀÄªÀiÁqÀ¨ÉÃPÀÄ</a:t>
            </a:r>
            <a:r>
              <a:rPr lang="en-US" dirty="0" smtClean="0">
                <a:latin typeface="Nudi 01 e" pitchFamily="2" charset="0"/>
              </a:rPr>
              <a:t> «ªÁzÀUÀ½zÀÝ°è PÁ£ÀÆ£ÀÄ ¸</a:t>
            </a:r>
            <a:r>
              <a:rPr lang="en-US" dirty="0" err="1" smtClean="0">
                <a:latin typeface="Nudi 01 e" pitchFamily="2" charset="0"/>
              </a:rPr>
              <a:t>ÀªÀÄävÀ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ÉÆÃµÀPÀjUÉ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ÀAzÁAiÀÄªÁUÀvÀPÀÌzÀÄÝ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r>
              <a:rPr lang="en-US" dirty="0" smtClean="0">
                <a:latin typeface="Nudi 01 e" pitchFamily="2" charset="0"/>
              </a:rPr>
              <a:t>9.1.(E)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ÀqÉvÉ</a:t>
            </a:r>
            <a:r>
              <a:rPr lang="en-US" dirty="0" smtClean="0">
                <a:latin typeface="Nudi 01 e" pitchFamily="2" charset="0"/>
              </a:rPr>
              <a:t> ¤AiÀÄªÀiÁªÀ½¥ÀæPÁgÀ </a:t>
            </a:r>
            <a:r>
              <a:rPr lang="en-US" dirty="0" err="1" smtClean="0">
                <a:latin typeface="Nudi 01 e" pitchFamily="2" charset="0"/>
              </a:rPr>
              <a:t>C£ÀÄªÀÄw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ÀqÉzÀÄ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JgÀqÀ£ÉÃ</a:t>
            </a:r>
            <a:r>
              <a:rPr lang="en-US" dirty="0" smtClean="0">
                <a:latin typeface="Nudi 01 e" pitchFamily="2" charset="0"/>
              </a:rPr>
              <a:t> «ª</a:t>
            </a:r>
            <a:r>
              <a:rPr lang="en-US" dirty="0" err="1" smtClean="0">
                <a:latin typeface="Nudi 01 e" pitchFamily="2" charset="0"/>
              </a:rPr>
              <a:t>ÁºÀªÁVzÀÝ°è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E§âjUÀÆ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ÀªÀiÁ£ÀªÁV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ÀAzÁAiÀÄªÁUÀvÀPÀÌzÀÄÝ</a:t>
            </a:r>
            <a:r>
              <a:rPr lang="en-US" dirty="0" smtClean="0">
                <a:latin typeface="Nudi 01 e" pitchFamily="2" charset="0"/>
              </a:rPr>
              <a:t> F </a:t>
            </a:r>
            <a:r>
              <a:rPr lang="en-US" dirty="0" err="1" smtClean="0">
                <a:latin typeface="Nudi 01 e" pitchFamily="2" charset="0"/>
              </a:rPr>
              <a:t>E§âgÀ</a:t>
            </a:r>
            <a:r>
              <a:rPr lang="en-US" dirty="0" smtClean="0">
                <a:latin typeface="Nudi 01 e" pitchFamily="2" charset="0"/>
              </a:rPr>
              <a:t> º</a:t>
            </a:r>
            <a:r>
              <a:rPr lang="en-US" dirty="0" err="1" smtClean="0">
                <a:latin typeface="Nudi 01 e" pitchFamily="2" charset="0"/>
              </a:rPr>
              <a:t>ÉArgÀ°è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AiÀiÁgÁzÀgÀÆ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ÀÄgÀtºÉÆA¢zÀÝ°è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ÀwßAiÀÄ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ªÀÄPÀÌ½UÉ </a:t>
            </a:r>
            <a:r>
              <a:rPr lang="en-US" dirty="0" err="1" smtClean="0">
                <a:latin typeface="Nudi 01 e" pitchFamily="2" charset="0"/>
              </a:rPr>
              <a:t>C£ÀÄPÀæªÀÄzÀ°è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r>
              <a:rPr lang="en-US" dirty="0" smtClean="0">
                <a:latin typeface="Nudi 01 e" pitchFamily="2" charset="0"/>
              </a:rPr>
              <a:t>9.1.(</a:t>
            </a:r>
            <a:r>
              <a:rPr lang="en-US" dirty="0" err="1" smtClean="0">
                <a:latin typeface="Nudi 01 e" pitchFamily="2" charset="0"/>
              </a:rPr>
              <a:t>J¥sï</a:t>
            </a:r>
            <a:r>
              <a:rPr lang="en-US" dirty="0" smtClean="0">
                <a:latin typeface="Nudi 01 e" pitchFamily="2" charset="0"/>
              </a:rPr>
              <a:t>)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ÀqÉAiÀÄ®Ä</a:t>
            </a:r>
            <a:r>
              <a:rPr lang="en-US" dirty="0" smtClean="0">
                <a:latin typeface="Nudi 01 e" pitchFamily="2" charset="0"/>
              </a:rPr>
              <a:t> ºÀPÀÄÌ¼À ¸</a:t>
            </a:r>
            <a:r>
              <a:rPr lang="en-US" dirty="0" err="1" smtClean="0">
                <a:latin typeface="Nudi 01 e" pitchFamily="2" charset="0"/>
              </a:rPr>
              <a:t>ÀzÀ¸Àå£ÀÄ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ËPÀgÀgÀ£À£ÀÄß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PÉÆ¯ÉªÀiÁrzÀ°è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¥ÉæÃgÉÃ¦¹zÀ°è ¸</a:t>
            </a:r>
            <a:r>
              <a:rPr lang="en-US" dirty="0" err="1" smtClean="0">
                <a:latin typeface="Nudi 01 e" pitchFamily="2" charset="0"/>
              </a:rPr>
              <a:t>ÀÄ¥Áj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ÃrzÀ°è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ÀæPÀgÀtªÀÅ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EvÀåðxÀªÁUÀÄªÀªÀgÉUÀÆ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CªÀiÁ£ÀwÛ£À°èqÀ¨ÉÃPÀÄ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9.(2) (1)PÉÆ¯É </a:t>
            </a:r>
            <a:r>
              <a:rPr lang="en-US" dirty="0" err="1" smtClean="0">
                <a:latin typeface="Nudi 01 e" pitchFamily="2" charset="0"/>
              </a:rPr>
              <a:t>DgÉÆÃ¥ÀªÀÅ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Á©ÃvÁzÀgÉ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</a:t>
            </a:r>
            <a:r>
              <a:rPr lang="en-US" dirty="0" smtClean="0">
                <a:latin typeface="Nudi 01 e" pitchFamily="2" charset="0"/>
              </a:rPr>
              <a:t>¢£</a:t>
            </a:r>
            <a:r>
              <a:rPr lang="en-US" dirty="0" err="1" smtClean="0">
                <a:latin typeface="Nudi 01 e" pitchFamily="2" charset="0"/>
              </a:rPr>
              <a:t>ÁAPÀ¢AzÀ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EvÀgÉ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ÀzÀ¸ÀåjUÉ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r>
              <a:rPr lang="en-US" dirty="0" smtClean="0">
                <a:latin typeface="Nudi 01 e" pitchFamily="2" charset="0"/>
              </a:rPr>
              <a:t>9.(2) (2) </a:t>
            </a:r>
            <a:r>
              <a:rPr lang="en-US" dirty="0" err="1" smtClean="0">
                <a:latin typeface="Nudi 01 e" pitchFamily="2" charset="0"/>
              </a:rPr>
              <a:t>DgÉÆÃ¥À¸Á©vÁUÀ¢zÀÝgÉ</a:t>
            </a:r>
            <a:r>
              <a:rPr lang="en-US" dirty="0" smtClean="0">
                <a:latin typeface="Nudi 01 e" pitchFamily="2" charset="0"/>
              </a:rPr>
              <a:t> CªÀ¤UÉÃ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endParaRPr lang="en-US" dirty="0" smtClean="0">
              <a:latin typeface="Nudi 01 e" pitchFamily="2" charset="0"/>
            </a:endParaRPr>
          </a:p>
          <a:p>
            <a:endParaRPr lang="en-US" dirty="0" smtClean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FAMILY PENSION  RULE 09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latin typeface="Nudi 01 e" pitchFamily="2" charset="0"/>
              </a:rPr>
              <a:t>9(3) </a:t>
            </a:r>
            <a:r>
              <a:rPr lang="en-US" dirty="0" err="1" smtClean="0">
                <a:latin typeface="Nudi 01 e" pitchFamily="2" charset="0"/>
              </a:rPr>
              <a:t>PÉÆ¯ÉAiÀÄÄ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ÀÈwÛAiÀÄ£ÀAvÀgÀ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ÀqÉzÀgÀÆ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EzÉÃ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AiÀÄªÀÄªÁgÀÄ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PÀæªÀÄªÀ</a:t>
            </a:r>
            <a:r>
              <a:rPr lang="en-US" dirty="0" smtClean="0">
                <a:latin typeface="Nudi 01 e" pitchFamily="2" charset="0"/>
              </a:rPr>
              <a:t>»¸</a:t>
            </a:r>
            <a:r>
              <a:rPr lang="en-US" dirty="0" err="1" smtClean="0">
                <a:latin typeface="Nudi 01 e" pitchFamily="2" charset="0"/>
              </a:rPr>
              <a:t>ÀÄªÀÅzÀÄ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9(4)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CªÀ½ ªÀÄPÀÌ½UÉ ¤</a:t>
            </a:r>
            <a:r>
              <a:rPr lang="en-US" dirty="0" err="1" smtClean="0">
                <a:latin typeface="Nudi 01 e" pitchFamily="2" charset="0"/>
              </a:rPr>
              <a:t>ÃqÀ¨ÉÃPÁzÀ°è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E§âgÀÆ</a:t>
            </a:r>
            <a:r>
              <a:rPr lang="en-US" dirty="0" smtClean="0">
                <a:latin typeface="Nudi 01 e" pitchFamily="2" charset="0"/>
              </a:rPr>
              <a:t> ªÀÄPÀÌ½UÉ ¸</a:t>
            </a:r>
            <a:r>
              <a:rPr lang="en-US" dirty="0" err="1" smtClean="0">
                <a:latin typeface="Nudi 01 e" pitchFamily="2" charset="0"/>
              </a:rPr>
              <a:t>ÀªÀiÁ£ÀªÁV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ÃqÀÄªÀÅzÀÄ</a:t>
            </a:r>
            <a:endParaRPr lang="en-US" dirty="0" smtClean="0">
              <a:latin typeface="Nudi 01 e" pitchFamily="2" charset="0"/>
            </a:endParaRPr>
          </a:p>
          <a:p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Nudi 01 e" pitchFamily="2" charset="0"/>
              </a:rPr>
              <a:t>10(1)(J) ¸</a:t>
            </a:r>
            <a:r>
              <a:rPr lang="en-US" dirty="0" err="1" smtClean="0">
                <a:latin typeface="Nudi 01 e" pitchFamily="2" charset="0"/>
              </a:rPr>
              <a:t>ÀPÁðjÃ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¸ÉÃªÉUÉ ¸</a:t>
            </a:r>
            <a:r>
              <a:rPr lang="en-US" dirty="0" err="1" smtClean="0">
                <a:latin typeface="Nudi 01 e" pitchFamily="2" charset="0"/>
              </a:rPr>
              <a:t>ÉÃjzÀ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PÉÆÃqÀ¯ÉÃ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vÀ£Àß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PÀÄlÄA§zÀ</a:t>
            </a:r>
            <a:r>
              <a:rPr lang="en-US" dirty="0" smtClean="0">
                <a:latin typeface="Nudi 01 e" pitchFamily="2" charset="0"/>
              </a:rPr>
              <a:t> «ªÀgÀUÀ¼À£ÀÄß £ÀªÀÄÆ£É J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PÀbÉÃj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ÀÄÄRå¸ÀÜjUÉ</a:t>
            </a:r>
            <a:r>
              <a:rPr lang="en-US" dirty="0" smtClean="0">
                <a:latin typeface="Nudi 01 e" pitchFamily="2" charset="0"/>
              </a:rPr>
              <a:t> w½¹ ¸ÉÃªÁ ¥</a:t>
            </a:r>
            <a:r>
              <a:rPr lang="en-US" dirty="0" err="1" smtClean="0">
                <a:latin typeface="Nudi 01 e" pitchFamily="2" charset="0"/>
              </a:rPr>
              <a:t>ÀÄ¸ÀÛPÀzÀ°è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gÉAiÀÄ¨ÉÃPÀÄ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10(1)(©) ºÉtÄÚªÀÄUÀ¼À «ª</a:t>
            </a:r>
            <a:r>
              <a:rPr lang="en-US" dirty="0" err="1" smtClean="0">
                <a:latin typeface="Nudi 01 e" pitchFamily="2" charset="0"/>
              </a:rPr>
              <a:t>ÁºÀªÁzÁUÀ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PÀÄlÄA§zÀ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UÁvÀæzÀ°è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zÀ¯ÁªÀuÉAiÀiÁzÀgÀÆ</a:t>
            </a:r>
            <a:r>
              <a:rPr lang="en-US" dirty="0" smtClean="0">
                <a:latin typeface="Nudi 01 e" pitchFamily="2" charset="0"/>
              </a:rPr>
              <a:t> ¸ÉÃªÁ ¥</a:t>
            </a:r>
            <a:r>
              <a:rPr lang="en-US" dirty="0" err="1" smtClean="0">
                <a:latin typeface="Nudi 01 e" pitchFamily="2" charset="0"/>
              </a:rPr>
              <a:t>ÀÄ¸ÀÛPÀzÀ°è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gÉ¸À¨ÉÃPÀÄ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10(1)(¹) £</a:t>
            </a:r>
            <a:r>
              <a:rPr lang="en-US" dirty="0" err="1" smtClean="0">
                <a:latin typeface="Nudi 01 e" pitchFamily="2" charset="0"/>
              </a:rPr>
              <a:t>ËPÀgÀÄ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vÀ£Àß</a:t>
            </a:r>
            <a:r>
              <a:rPr lang="en-US" dirty="0" smtClean="0">
                <a:latin typeface="Nudi 01 e" pitchFamily="2" charset="0"/>
              </a:rPr>
              <a:t> CAUÀ«PÀ® ªÀÄUÀÄ«£À §UÉÎ </a:t>
            </a:r>
            <a:r>
              <a:rPr lang="en-US" dirty="0" err="1" smtClean="0">
                <a:latin typeface="Nudi 01 e" pitchFamily="2" charset="0"/>
              </a:rPr>
              <a:t>f¯Áè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Àdð£ïVAvÀ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PÀrªÉÄE®èzÀ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ÉÊzÀåjAzÀ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ÀæªÀiÁt¥ÀvÀæzÉÆA¢UÉ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£ÀªÀÄÆ£É E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PÀbÉÃj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ÀÄÄRå¸ÀÜjUÉ</a:t>
            </a:r>
            <a:r>
              <a:rPr lang="en-US" dirty="0" smtClean="0">
                <a:latin typeface="Nudi 01 e" pitchFamily="2" charset="0"/>
              </a:rPr>
              <a:t> w½¸ÀÄªÀÅzÀÄ</a:t>
            </a:r>
          </a:p>
          <a:p>
            <a:r>
              <a:rPr lang="en-US" dirty="0" smtClean="0">
                <a:latin typeface="Nudi 01 e" pitchFamily="2" charset="0"/>
              </a:rPr>
              <a:t>10(1)(r) F CAUÀ«PÀ® ªÀÄPÀÌ §UÉÎ £ÀªÀÄÆ£É J </a:t>
            </a:r>
            <a:r>
              <a:rPr lang="en-US" dirty="0" err="1" smtClean="0">
                <a:latin typeface="Nudi 01 e" pitchFamily="2" charset="0"/>
              </a:rPr>
              <a:t>gÀ£ÀÄß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ÀA§AzÀ¥ÀlÖ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C¢üPÁjAiÀÄÄ</a:t>
            </a:r>
            <a:r>
              <a:rPr lang="en-US" dirty="0" smtClean="0">
                <a:latin typeface="Nudi 01 e" pitchFamily="2" charset="0"/>
              </a:rPr>
              <a:t> ¸ÉÃªÁ ¥</a:t>
            </a:r>
            <a:r>
              <a:rPr lang="en-US" dirty="0" err="1" smtClean="0">
                <a:latin typeface="Nudi 01 e" pitchFamily="2" charset="0"/>
              </a:rPr>
              <a:t>ÀÄ¸ÀÛPÀzÀ°è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CAn¸À¨ÉÃPÀÄ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10(2) </a:t>
            </a:r>
            <a:r>
              <a:rPr lang="en-US" dirty="0" err="1" smtClean="0">
                <a:latin typeface="Nudi 01 e" pitchFamily="2" charset="0"/>
              </a:rPr>
              <a:t>PÀbÉÃjAiÀÄ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ÀÄÄRå¸ÀÜgÀÄ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PÀÄlÄA§zÀ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AiÀiÁªÀÅzÉÃ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zÀ¯ÁªÀuÉAiÀÄ£ÀÄß</a:t>
            </a:r>
            <a:r>
              <a:rPr lang="en-US" dirty="0" smtClean="0">
                <a:latin typeface="Nudi 01 e" pitchFamily="2" charset="0"/>
              </a:rPr>
              <a:t> £ÀªÀÄÆ£É J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§</a:t>
            </a:r>
            <a:r>
              <a:rPr lang="en-US" dirty="0" err="1" smtClean="0">
                <a:latin typeface="Nudi 01 e" pitchFamily="2" charset="0"/>
              </a:rPr>
              <a:t>zÀ¯ÁªÀuÉAiÀÄ£ÀÄß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ÉÃj¸ÀvÀPÀÌzÀÄÝ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10(3)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PÀbÉÃj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ª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ÀÄÄRå¸ÀÜjUÉ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£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ËPÀgÀ£À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PÀÄlÄA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§ ¸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ÀzÀ¸ÀågÀ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SÁvÀjAiÀiÁVzÀÝgÉ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gÉ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«£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ÀÆå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C¢üPÁjUÀ½AzÀ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fÃªÀAvÀ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¸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ÀzÀ¸Àå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¥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ÀæªÀiÁt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¥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ÀvÀæ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¤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ÃqÀÄAvÉ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CUÀæ¥Àr¸ÀÄªÀAw¯Áè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«ª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ÁzÀ«zÀÝ°è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fÃªÀAvÀ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PÀÄlÄA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§ ¸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ÀzÀ¸ÀågÀ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¥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ÀnÖ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ºÁUÀÆ ª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ÀÄgÀt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¥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ÀæªÀiÁt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¥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ÀvÀæªÀ£ÀÄß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DUÀæ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»¸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À¨ÉÃPÁUÀÄvÀÛzÉ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.</a:t>
            </a:r>
          </a:p>
          <a:p>
            <a:endParaRPr lang="en-US" dirty="0" smtClean="0">
              <a:latin typeface="Nudi 01 e" pitchFamily="2" charset="0"/>
            </a:endParaRPr>
          </a:p>
          <a:p>
            <a:endParaRPr lang="en-US" dirty="0" smtClean="0">
              <a:solidFill>
                <a:srgbClr val="FF0000"/>
              </a:solidFill>
              <a:latin typeface="Nudi 01 e" pitchFamily="2" charset="0"/>
            </a:endParaRPr>
          </a:p>
          <a:p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0000"/>
          </a:solidFill>
        </p:spPr>
        <p:txBody>
          <a:bodyPr/>
          <a:lstStyle/>
          <a:p>
            <a:r>
              <a:rPr lang="en-US" dirty="0" smtClean="0"/>
              <a:t>FAMILY PENSION  RULE 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>
              <a:buNone/>
            </a:pPr>
            <a:r>
              <a:rPr lang="en-US" dirty="0" smtClean="0">
                <a:latin typeface="Nudi 01 e" pitchFamily="2" charset="0"/>
              </a:rPr>
              <a:t>¤AiÀÄªÀÄ-11 £</a:t>
            </a:r>
            <a:r>
              <a:rPr lang="en-US" dirty="0" err="1" smtClean="0">
                <a:latin typeface="Nudi 01 e" pitchFamily="2" charset="0"/>
              </a:rPr>
              <a:t>ËPÀgÀ£À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ÀÄgÀtzÀ</a:t>
            </a:r>
            <a:r>
              <a:rPr lang="en-US" dirty="0" smtClean="0">
                <a:latin typeface="Nudi 01 e" pitchFamily="2" charset="0"/>
              </a:rPr>
              <a:t> «µ</a:t>
            </a:r>
            <a:r>
              <a:rPr lang="en-US" dirty="0" err="1" smtClean="0">
                <a:latin typeface="Nudi 01 e" pitchFamily="2" charset="0"/>
              </a:rPr>
              <a:t>ÀAiÀÄ</a:t>
            </a:r>
            <a:r>
              <a:rPr lang="en-US" dirty="0" smtClean="0">
                <a:latin typeface="Nudi 01 e" pitchFamily="2" charset="0"/>
              </a:rPr>
              <a:t> w½zÁPÀët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gÀªÀgÀÄ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£ÀªÀÄÆ£É-©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MAzÀÄ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ÀvÀæªÀ£ÀÄß</a:t>
            </a:r>
            <a:r>
              <a:rPr lang="en-US" dirty="0" smtClean="0">
                <a:latin typeface="Nudi 01 e" pitchFamily="2" charset="0"/>
              </a:rPr>
              <a:t> PÀ½¸À¨ÉÃPÀÄ </a:t>
            </a:r>
            <a:r>
              <a:rPr lang="en-US" dirty="0" err="1" smtClean="0">
                <a:latin typeface="Nudi 01 e" pitchFamily="2" charset="0"/>
              </a:rPr>
              <a:t>vÀÄÛ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CzÀgÀ°è</a:t>
            </a:r>
            <a:r>
              <a:rPr lang="en-US" dirty="0" smtClean="0">
                <a:latin typeface="Nudi 01 e" pitchFamily="2" charset="0"/>
              </a:rPr>
              <a:t> w½¹gÀÄªÀ zÀ¸ÁÛªÉÃdÄUÀ¼À£ÀÄß PÉÃ¼À¨ÉÃPÀÄ</a:t>
            </a: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zÀ¸ÁÛªÉÃdÄUÀ¼ÀÄ §</a:t>
            </a:r>
            <a:r>
              <a:rPr lang="en-US" dirty="0" err="1" smtClean="0">
                <a:latin typeface="Nudi 01 e" pitchFamily="2" charset="0"/>
              </a:rPr>
              <a:t>AzÀ£ÀAvÀgÀ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gÀªÀgÀÄ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£ÀªÀÄÆ£É-¹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ÀÈwÛªÉÃvÀ£ÀªÀ£ÀÄß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ÀÄAdÆgÀÄ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ÀiÁr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ÉÃªÁ¥ÀÄ¸ÀÛªÀ£ÀÄß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ÀÄºÁ¯ÉÃR¥Á®gÀªÀjUÉ</a:t>
            </a:r>
            <a:r>
              <a:rPr lang="en-US" dirty="0" smtClean="0">
                <a:latin typeface="Nudi 01 e" pitchFamily="2" charset="0"/>
              </a:rPr>
              <a:t> PÀ½¹ </a:t>
            </a:r>
            <a:r>
              <a:rPr lang="en-US" dirty="0" err="1" smtClean="0">
                <a:latin typeface="Nudi 01 e" pitchFamily="2" charset="0"/>
              </a:rPr>
              <a:t>CªÀjAzÀ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DzÉÃ±ÀªÀ£ÀÄß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ÀqÉAiÀÄvÀPÀÌzÀÄÝ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latin typeface="Nudi 01 e" pitchFamily="2" charset="0"/>
              </a:rPr>
              <a:t>¤</a:t>
            </a:r>
            <a:r>
              <a:rPr lang="en-US" dirty="0" err="1" smtClean="0">
                <a:latin typeface="Nudi 01 e" pitchFamily="2" charset="0"/>
              </a:rPr>
              <a:t>jÃQëvÀ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ÉÃvÀ£ÀªÀ£ÀÄß</a:t>
            </a:r>
            <a:r>
              <a:rPr lang="en-US" dirty="0" smtClean="0">
                <a:latin typeface="Nudi 01 e" pitchFamily="2" charset="0"/>
              </a:rPr>
              <a:t> DgÀÄwAUÀ½UÉ «</a:t>
            </a:r>
            <a:r>
              <a:rPr lang="en-US" dirty="0" err="1" smtClean="0">
                <a:latin typeface="Nudi 01 e" pitchFamily="2" charset="0"/>
              </a:rPr>
              <a:t>ÄÃgÀzÀAvÉ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ÀiÁvÀæ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ÀÄAdÆgÀÄ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ÀiÁqÀ¨ÉÃPÀÄ</a:t>
            </a:r>
            <a:r>
              <a:rPr lang="en-US" dirty="0" smtClean="0">
                <a:latin typeface="Nudi 01 e" pitchFamily="2" charset="0"/>
              </a:rPr>
              <a:t> , ª</a:t>
            </a:r>
            <a:r>
              <a:rPr lang="en-US" dirty="0" err="1" smtClean="0">
                <a:latin typeface="Nudi 01 e" pitchFamily="2" charset="0"/>
              </a:rPr>
              <a:t>ÀÄºÁ¯ÉÃR¥Á®gÀ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C£ÀÄªÉÆÃzÀ£ÉAiÉÆA¢UÉ</a:t>
            </a:r>
            <a:r>
              <a:rPr lang="en-US" dirty="0" smtClean="0">
                <a:latin typeface="Nudi 01 e" pitchFamily="2" charset="0"/>
              </a:rPr>
              <a:t> «¸</a:t>
            </a:r>
            <a:r>
              <a:rPr lang="en-US" dirty="0" err="1" smtClean="0">
                <a:latin typeface="Nudi 01 e" pitchFamily="2" charset="0"/>
              </a:rPr>
              <a:t>ÀÛj¸À®Æ</a:t>
            </a:r>
            <a:r>
              <a:rPr lang="en-US" dirty="0" smtClean="0">
                <a:latin typeface="Nudi 01 e" pitchFamily="2" charset="0"/>
              </a:rPr>
              <a:t>§º</a:t>
            </a:r>
            <a:r>
              <a:rPr lang="en-US" dirty="0" err="1" smtClean="0">
                <a:latin typeface="Nudi 01 e" pitchFamily="2" charset="0"/>
              </a:rPr>
              <a:t>ÀÄzÀÄ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DzÀgÉ</a:t>
            </a:r>
            <a:r>
              <a:rPr lang="en-US" dirty="0" smtClean="0">
                <a:latin typeface="Nudi 01 e" pitchFamily="2" charset="0"/>
              </a:rPr>
              <a:t> F ª</a:t>
            </a:r>
            <a:r>
              <a:rPr lang="en-US" dirty="0" err="1" smtClean="0">
                <a:latin typeface="Nudi 01 e" pitchFamily="2" charset="0"/>
              </a:rPr>
              <a:t>ÉÆvÀÛªÀÅ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CAVÃPÁºÀð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ÉÃvÀ£ÀzÀ</a:t>
            </a:r>
            <a:r>
              <a:rPr lang="en-US" dirty="0" smtClean="0">
                <a:latin typeface="Nudi 01 e" pitchFamily="2" charset="0"/>
              </a:rPr>
              <a:t> ¾ ¨</a:t>
            </a:r>
            <a:r>
              <a:rPr lang="en-US" dirty="0" err="1" smtClean="0">
                <a:latin typeface="Nudi 01 e" pitchFamily="2" charset="0"/>
              </a:rPr>
              <a:t>sÁUÀQÌAvÀ</a:t>
            </a:r>
            <a:r>
              <a:rPr lang="en-US" dirty="0" smtClean="0">
                <a:latin typeface="Nudi 01 e" pitchFamily="2" charset="0"/>
              </a:rPr>
              <a:t> º</a:t>
            </a:r>
            <a:r>
              <a:rPr lang="en-US" dirty="0" err="1" smtClean="0">
                <a:latin typeface="Nudi 01 e" pitchFamily="2" charset="0"/>
              </a:rPr>
              <a:t>ÉaÑgÀvÀPÀÄÌzÀ®è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Nudi 01 e" pitchFamily="2" charset="0"/>
              </a:rPr>
              <a:t>13(1) £</a:t>
            </a:r>
            <a:r>
              <a:rPr lang="en-US" dirty="0" err="1" smtClean="0">
                <a:latin typeface="Nudi 01 e" pitchFamily="2" charset="0"/>
              </a:rPr>
              <a:t>ËPÀgÀ£ÀÄ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ÀÈwÛAiÀÄ£ÀAvÀgÀ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vÀ£Àß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ÀwßAiÉÆA¢V£À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dAn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ÁªÀavÀæªÀ£ÀÄß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PÀbÉÃjAiÀÄ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ÀÄÄRå¸ÀÛjUÉ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ÃqÀ¨ÉÃPÀÄ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EzÀgÀ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MAzÀÄ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ÀæwAiÀÄ£ÀÄß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ÀÄºÁ¯ÉÃR¥Á®gÀªÀgÀÄ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DzÉÃ±ÀzÀ°è</a:t>
            </a:r>
            <a:r>
              <a:rPr lang="en-US" dirty="0" smtClean="0">
                <a:latin typeface="Nudi 01 e" pitchFamily="2" charset="0"/>
              </a:rPr>
              <a:t> CAn¹ ¸</a:t>
            </a:r>
            <a:r>
              <a:rPr lang="en-US" dirty="0" err="1" smtClean="0">
                <a:latin typeface="Nudi 01 e" pitchFamily="2" charset="0"/>
              </a:rPr>
              <a:t>ÀAzÁAiÀÄªÀiÁqÀ°gÀÄvÁÛgÉ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  ¤ª</a:t>
            </a:r>
            <a:r>
              <a:rPr lang="en-US" dirty="0" err="1" smtClean="0">
                <a:latin typeface="Nudi 01 e" pitchFamily="2" charset="0"/>
              </a:rPr>
              <a:t>ÀÈwÛzÁgÀ£ÀÄ</a:t>
            </a:r>
            <a:r>
              <a:rPr lang="en-US" dirty="0" smtClean="0">
                <a:latin typeface="Nudi 01 e" pitchFamily="2" charset="0"/>
              </a:rPr>
              <a:t> ªÀÄgÀtÂ¹zÀ°è ReÁ£Á¢üPÁjUÀ¼ÀÄ ª</a:t>
            </a:r>
            <a:r>
              <a:rPr lang="en-US" dirty="0" err="1" smtClean="0">
                <a:latin typeface="Nudi 01 e" pitchFamily="2" charset="0"/>
              </a:rPr>
              <a:t>ÀÄgÀt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ÀæªÀiÁt¥ÀvÀæ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ÁªÀavÀæ</a:t>
            </a:r>
            <a:r>
              <a:rPr lang="en-US" dirty="0" smtClean="0">
                <a:latin typeface="Nudi 01 e" pitchFamily="2" charset="0"/>
              </a:rPr>
              <a:t> ºÁUÀÆ £ÀªÀÄÆ£É-© </a:t>
            </a:r>
            <a:r>
              <a:rPr lang="en-US" dirty="0" err="1" smtClean="0">
                <a:latin typeface="Nudi 01 e" pitchFamily="2" charset="0"/>
              </a:rPr>
              <a:t>gÀ°è£À</a:t>
            </a:r>
            <a:r>
              <a:rPr lang="en-US" dirty="0" smtClean="0">
                <a:latin typeface="Nudi 01 e" pitchFamily="2" charset="0"/>
              </a:rPr>
              <a:t> zÀ¸ÁÛªÉÃdÄUÀ¼À£ÀÄß ¥Àj²Ã°¹ ª</a:t>
            </a:r>
            <a:r>
              <a:rPr lang="en-US" dirty="0" err="1" smtClean="0">
                <a:latin typeface="Nudi 01 e" pitchFamily="2" charset="0"/>
              </a:rPr>
              <a:t>ÀÄºÁ¯ÉÃR¥Á®jUÉ</a:t>
            </a:r>
            <a:r>
              <a:rPr lang="en-US" dirty="0" smtClean="0">
                <a:latin typeface="Nudi 01 e" pitchFamily="2" charset="0"/>
              </a:rPr>
              <a:t> w½¹ ¹éÃPÀj¹zÀ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ÀÈwÛªÉÃvÀ£ÀªÀÅ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ÁægÀA</a:t>
            </a:r>
            <a:r>
              <a:rPr lang="en-US" dirty="0" smtClean="0">
                <a:latin typeface="Nudi 01 e" pitchFamily="2" charset="0"/>
              </a:rPr>
              <a:t>§ª</a:t>
            </a:r>
            <a:r>
              <a:rPr lang="en-US" dirty="0" err="1" smtClean="0">
                <a:latin typeface="Nudi 01 e" pitchFamily="2" charset="0"/>
              </a:rPr>
              <a:t>ÁUÀÄvÀÛzÉ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13(2) ReÁ£Á¢PÁjUÀ¼ÀÄ ¤ª</a:t>
            </a:r>
            <a:r>
              <a:rPr lang="en-US" dirty="0" err="1" smtClean="0">
                <a:latin typeface="Nudi 01 e" pitchFamily="2" charset="0"/>
              </a:rPr>
              <a:t>ÀÈwÛzÁgÀ£À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ÀÄgÀtzÀ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PÀÄjvÀ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ÀiÁ»wAiÀÄ£ÀÄß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£ÀªÀÄÆ£É-r </a:t>
            </a:r>
            <a:r>
              <a:rPr lang="en-US" dirty="0" err="1" smtClean="0">
                <a:latin typeface="Nudi 01 e" pitchFamily="2" charset="0"/>
              </a:rPr>
              <a:t>gÀ°è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À°è¸ÀÄªÀÅzÀÄ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13(3) «</a:t>
            </a:r>
            <a:r>
              <a:rPr lang="en-US" dirty="0" err="1" smtClean="0">
                <a:latin typeface="Nudi 01 e" pitchFamily="2" charset="0"/>
              </a:rPr>
              <a:t>zsÀªÉ</a:t>
            </a:r>
            <a:r>
              <a:rPr lang="en-US" dirty="0" smtClean="0">
                <a:latin typeface="Nudi 01 e" pitchFamily="2" charset="0"/>
              </a:rPr>
              <a:t>/«</a:t>
            </a:r>
            <a:r>
              <a:rPr lang="en-US" dirty="0" err="1" smtClean="0">
                <a:latin typeface="Nudi 01 e" pitchFamily="2" charset="0"/>
              </a:rPr>
              <a:t>zsÀÄgÀ£À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ÀÄ£Àgï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ÁºÀzÀ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¤ª</a:t>
            </a:r>
            <a:r>
              <a:rPr lang="en-US" dirty="0" err="1" smtClean="0">
                <a:latin typeface="Nudi 01 e" pitchFamily="2" charset="0"/>
              </a:rPr>
              <a:t>ÀÈwÛªÉÃvÀ£ÀªÀÅ</a:t>
            </a:r>
            <a:r>
              <a:rPr lang="en-US" dirty="0" smtClean="0">
                <a:latin typeface="Nudi 01 e" pitchFamily="2" charset="0"/>
              </a:rPr>
              <a:t> ¸ÀÜVvÀUÉÆ¼ÀÄîvÀÛzÉ </a:t>
            </a:r>
            <a:r>
              <a:rPr lang="en-US" dirty="0" err="1" smtClean="0">
                <a:latin typeface="Nudi 01 e" pitchFamily="2" charset="0"/>
              </a:rPr>
              <a:t>DzÀgÉ</a:t>
            </a:r>
            <a:r>
              <a:rPr lang="en-US" dirty="0" smtClean="0">
                <a:latin typeface="Nudi 01 e" pitchFamily="2" charset="0"/>
              </a:rPr>
              <a:t> C¥Áæ¥ÀÛªÀÄPÀÌ½UÉ ªÀÄPÀÌ¼À ¥</a:t>
            </a:r>
            <a:r>
              <a:rPr lang="en-US" dirty="0" err="1" smtClean="0">
                <a:latin typeface="Nudi 01 e" pitchFamily="2" charset="0"/>
              </a:rPr>
              <a:t>ÀgÀªÁV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ÉÆÃµÀPÀgÀÄ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Cfð¸À°è¸ÀÄªÁUÀ</a:t>
            </a:r>
            <a:r>
              <a:rPr lang="en-US" dirty="0" smtClean="0">
                <a:latin typeface="Nudi 01 e" pitchFamily="2" charset="0"/>
              </a:rPr>
              <a:t> </a:t>
            </a: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¥</a:t>
            </a:r>
            <a:r>
              <a:rPr lang="en-US" dirty="0" err="1" smtClean="0">
                <a:latin typeface="Nudi 01 e" pitchFamily="2" charset="0"/>
              </a:rPr>
              <a:t>ÀÄ£Àgï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ÁºÀzÀ</a:t>
            </a:r>
            <a:r>
              <a:rPr lang="en-US" dirty="0" smtClean="0">
                <a:latin typeface="Nudi 01 e" pitchFamily="2" charset="0"/>
              </a:rPr>
              <a:t> ¢£ÁAPÀ </a:t>
            </a: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º</a:t>
            </a:r>
            <a:r>
              <a:rPr lang="en-US" dirty="0" err="1" smtClean="0">
                <a:latin typeface="Nudi 01 e" pitchFamily="2" charset="0"/>
              </a:rPr>
              <a:t>ÀtªÀ£ÀÄß</a:t>
            </a:r>
            <a:r>
              <a:rPr lang="en-US" dirty="0" smtClean="0">
                <a:latin typeface="Nudi 01 e" pitchFamily="2" charset="0"/>
              </a:rPr>
              <a:t> ¹éÃPÀj¸À®Ä wÃªÀiÁð¤¹zÀ </a:t>
            </a:r>
            <a:r>
              <a:rPr lang="en-US" dirty="0" err="1" smtClean="0">
                <a:latin typeface="Nudi 01 e" pitchFamily="2" charset="0"/>
              </a:rPr>
              <a:t>ReÁ£É</a:t>
            </a:r>
            <a:endParaRPr lang="en-US" dirty="0" smtClean="0">
              <a:latin typeface="Nudi 01 e" pitchFamily="2" charset="0"/>
            </a:endParaRPr>
          </a:p>
          <a:p>
            <a:pPr>
              <a:buNone/>
            </a:pPr>
            <a:r>
              <a:rPr lang="en-US" dirty="0" smtClean="0">
                <a:latin typeface="Nudi 01 e" pitchFamily="2" charset="0"/>
              </a:rPr>
              <a:t>¥</a:t>
            </a:r>
            <a:r>
              <a:rPr lang="en-US" dirty="0" err="1" smtClean="0">
                <a:latin typeface="Nudi 01 e" pitchFamily="2" charset="0"/>
              </a:rPr>
              <a:t>Àæuï</a:t>
            </a:r>
            <a:r>
              <a:rPr lang="en-US" dirty="0" smtClean="0">
                <a:latin typeface="Nudi 01 e" pitchFamily="2" charset="0"/>
              </a:rPr>
              <a:t> «¼Á¸ÀzÉÆA¢UÉ </a:t>
            </a:r>
            <a:r>
              <a:rPr lang="en-US" dirty="0" err="1" smtClean="0">
                <a:latin typeface="Nudi 01 e" pitchFamily="2" charset="0"/>
              </a:rPr>
              <a:t>Cfð¸À°è¸À¨ÉÃPÀÄ</a:t>
            </a:r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 smtClean="0"/>
              <a:t>FAMILY PENSION  RULE 14.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 smtClean="0">
                <a:latin typeface="Nudi 01 e" pitchFamily="2" charset="0"/>
              </a:rPr>
              <a:t>PÀÄlÄA</a:t>
            </a:r>
            <a:r>
              <a:rPr lang="en-US" dirty="0" smtClean="0">
                <a:latin typeface="Nudi 01 e" pitchFamily="2" charset="0"/>
              </a:rPr>
              <a:t>§ ª</a:t>
            </a:r>
            <a:r>
              <a:rPr lang="en-US" dirty="0" err="1" smtClean="0">
                <a:latin typeface="Nudi 01 e" pitchFamily="2" charset="0"/>
              </a:rPr>
              <a:t>ÉÃvÀ£ÀzÉÆA¢UÉ</a:t>
            </a:r>
            <a:r>
              <a:rPr lang="en-US" dirty="0" smtClean="0">
                <a:latin typeface="Nudi 01 e" pitchFamily="2" charset="0"/>
              </a:rPr>
              <a:t> PÁ®PÁ®PÉÌ ¸</a:t>
            </a:r>
            <a:r>
              <a:rPr lang="en-US" dirty="0" err="1" smtClean="0">
                <a:latin typeface="Nudi 01 e" pitchFamily="2" charset="0"/>
              </a:rPr>
              <a:t>ÀPÁðgÀªÀÅ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ÀÄAdÆgÀÄ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ÀiÁqÀÄªÀ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vÀÄnÖ¨sÀvÉåAiÀÄ£ÀÄß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ÀÄAdÆgÀÄ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ÀiÁr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ÁªÀw¸ÀÄªÀÅzÀÄ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FAMILY PENSION  RULE 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Nudi 01 e" pitchFamily="2" charset="0"/>
              </a:rPr>
              <a:t>15(1) ¤ª</a:t>
            </a:r>
            <a:r>
              <a:rPr lang="en-US" dirty="0" err="1" smtClean="0">
                <a:latin typeface="Nudi 01 e" pitchFamily="2" charset="0"/>
              </a:rPr>
              <a:t>ÀÈwÛAiÀÄ£ÀAvÀgÀ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ÀÄ£Àgï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ÁºÀªÁzÁUÀ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ÀÄvÀÄÛ</a:t>
            </a:r>
            <a:r>
              <a:rPr lang="en-US" dirty="0" smtClean="0">
                <a:latin typeface="Nudi 01 e" pitchFamily="2" charset="0"/>
              </a:rPr>
              <a:t> ªÀÄPÀÌ¼ÁzÁUÀ  F «µ</a:t>
            </a:r>
            <a:r>
              <a:rPr lang="en-US" dirty="0" err="1" smtClean="0">
                <a:latin typeface="Nudi 01 e" pitchFamily="2" charset="0"/>
              </a:rPr>
              <a:t>ÀAiÀÄªÀ£ÀÄß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£ÀªÀÄÆ£É-</a:t>
            </a:r>
            <a:r>
              <a:rPr lang="en-US" dirty="0" err="1" smtClean="0">
                <a:solidFill>
                  <a:srgbClr val="FF0000"/>
                </a:solidFill>
                <a:latin typeface="Nudi 01 e" pitchFamily="2" charset="0"/>
              </a:rPr>
              <a:t>J¥sï</a:t>
            </a:r>
            <a:r>
              <a:rPr lang="en-US" dirty="0" smtClean="0">
                <a:solidFill>
                  <a:srgbClr val="FF0000"/>
                </a:solidFill>
                <a:latin typeface="Nudi 01 e" pitchFamily="2" charset="0"/>
              </a:rPr>
              <a:t> </a:t>
            </a:r>
            <a:r>
              <a:rPr lang="en-US" dirty="0" smtClean="0">
                <a:latin typeface="Nudi 01 e" pitchFamily="2" charset="0"/>
              </a:rPr>
              <a:t>£</a:t>
            </a:r>
            <a:r>
              <a:rPr lang="en-US" dirty="0" err="1" smtClean="0">
                <a:latin typeface="Nudi 01 e" pitchFamily="2" charset="0"/>
              </a:rPr>
              <a:t>À°è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ÀiÁ»wAiÀÄ£ÀÄß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ÀÈwÛ¸ÀªÀÄAiÀÄzÀ°è£À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UÉ w½¸À¨ÉÃPÀÄ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gÀªÀgÀÄ</a:t>
            </a:r>
            <a:r>
              <a:rPr lang="en-US" dirty="0" smtClean="0">
                <a:latin typeface="Nudi 01 e" pitchFamily="2" charset="0"/>
              </a:rPr>
              <a:t> ¤ª</a:t>
            </a:r>
            <a:r>
              <a:rPr lang="en-US" dirty="0" err="1" smtClean="0">
                <a:latin typeface="Nudi 01 e" pitchFamily="2" charset="0"/>
              </a:rPr>
              <a:t>ÀÈvÀÛ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ËPÀgÀ£À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ÀÄ£Àgï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ÁºÀzÀ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ÀæªÀiÁt¥ÀvÀæ</a:t>
            </a:r>
            <a:r>
              <a:rPr lang="en-US" dirty="0" smtClean="0">
                <a:latin typeface="Nudi 01 e" pitchFamily="2" charset="0"/>
              </a:rPr>
              <a:t> ºÁUÀÆ ºÉÆ¸À ¥</a:t>
            </a:r>
            <a:r>
              <a:rPr lang="en-US" dirty="0" err="1" smtClean="0">
                <a:latin typeface="Nudi 01 e" pitchFamily="2" charset="0"/>
              </a:rPr>
              <a:t>ÀwßAiÉÆA¢V£À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dAn</a:t>
            </a:r>
            <a:r>
              <a:rPr lang="en-US" dirty="0" smtClean="0">
                <a:latin typeface="Nudi 01 e" pitchFamily="2" charset="0"/>
              </a:rPr>
              <a:t> ¨</a:t>
            </a:r>
            <a:r>
              <a:rPr lang="en-US" dirty="0" err="1" smtClean="0">
                <a:latin typeface="Nudi 01 e" pitchFamily="2" charset="0"/>
              </a:rPr>
              <a:t>ÁªÀavÀé£ÀÄß</a:t>
            </a:r>
            <a:r>
              <a:rPr lang="en-US" dirty="0" smtClean="0">
                <a:latin typeface="Nudi 01 e" pitchFamily="2" charset="0"/>
              </a:rPr>
              <a:t> ¦¦M </a:t>
            </a:r>
            <a:r>
              <a:rPr lang="en-US" dirty="0" err="1" smtClean="0">
                <a:latin typeface="Nudi 01 e" pitchFamily="2" charset="0"/>
              </a:rPr>
              <a:t>DzÉÃ±ÀPÉÌ</a:t>
            </a:r>
            <a:r>
              <a:rPr lang="en-US" dirty="0" smtClean="0">
                <a:latin typeface="Nudi 01 e" pitchFamily="2" charset="0"/>
              </a:rPr>
              <a:t> ®UÀwÛ¹ </a:t>
            </a:r>
            <a:r>
              <a:rPr lang="en-US" dirty="0" err="1" smtClean="0">
                <a:latin typeface="Nudi 01 e" pitchFamily="2" charset="0"/>
              </a:rPr>
              <a:t>J¯Áè</a:t>
            </a:r>
            <a:r>
              <a:rPr lang="en-US" dirty="0" smtClean="0">
                <a:latin typeface="Nudi 01 e" pitchFamily="2" charset="0"/>
              </a:rPr>
              <a:t> ««gÀUÀ¼ÉÆA¢UÉ ª</a:t>
            </a:r>
            <a:r>
              <a:rPr lang="en-US" dirty="0" err="1" smtClean="0">
                <a:latin typeface="Nudi 01 e" pitchFamily="2" charset="0"/>
              </a:rPr>
              <a:t>ÀÄºÁ¯ÉÃR¥Á®jUÉ</a:t>
            </a:r>
            <a:r>
              <a:rPr lang="en-US" dirty="0" smtClean="0">
                <a:latin typeface="Nudi 01 e" pitchFamily="2" charset="0"/>
              </a:rPr>
              <a:t> w½¸ÀvÀPÀÌzÀÄÝ</a:t>
            </a:r>
          </a:p>
          <a:p>
            <a:r>
              <a:rPr lang="en-US" dirty="0" smtClean="0">
                <a:latin typeface="Nudi 01 e" pitchFamily="2" charset="0"/>
              </a:rPr>
              <a:t>15(2)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gÀªÀgÀÄ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ÀÄ£Àgï</a:t>
            </a:r>
            <a:r>
              <a:rPr lang="en-US" dirty="0" smtClean="0">
                <a:latin typeface="Nudi 01 e" pitchFamily="2" charset="0"/>
              </a:rPr>
              <a:t>«ª</a:t>
            </a:r>
            <a:r>
              <a:rPr lang="en-US" dirty="0" err="1" smtClean="0">
                <a:latin typeface="Nudi 01 e" pitchFamily="2" charset="0"/>
              </a:rPr>
              <a:t>ÁºÀzÀ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CfðAiÀÄ£ÀÄß</a:t>
            </a:r>
            <a:r>
              <a:rPr lang="en-US" dirty="0" smtClean="0">
                <a:latin typeface="Nudi 01 e" pitchFamily="2" charset="0"/>
              </a:rPr>
              <a:t> ¹éÃPÀj¹zÀ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ÀÄºÁ¯ÉÃR¥Á®jUÉ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wzÉÆÝÃ¯ÉAiÀÄ£ÀÄß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ÃqÀ®Ä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J¯Áè</a:t>
            </a:r>
            <a:r>
              <a:rPr lang="en-US" dirty="0" smtClean="0">
                <a:latin typeface="Nudi 01 e" pitchFamily="2" charset="0"/>
              </a:rPr>
              <a:t> ««gÀUÀ¼ÉÆA¢UÉ ¸</a:t>
            </a:r>
            <a:r>
              <a:rPr lang="en-US" dirty="0" err="1" smtClean="0">
                <a:latin typeface="Nudi 01 e" pitchFamily="2" charset="0"/>
              </a:rPr>
              <a:t>À°è¸ÀÄªÀÅzÀÄ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ÉÆzÀ</a:t>
            </a:r>
            <a:r>
              <a:rPr lang="en-US" dirty="0" smtClean="0">
                <a:latin typeface="Nudi 01 e" pitchFamily="2" charset="0"/>
              </a:rPr>
              <a:t>®£ÉÃ ¥</a:t>
            </a:r>
            <a:r>
              <a:rPr lang="en-US" dirty="0" err="1" smtClean="0">
                <a:latin typeface="Nudi 01 e" pitchFamily="2" charset="0"/>
              </a:rPr>
              <a:t>ÀwßAiÀÄÄ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fÃªÀAvÀªÁVzÀÝgÉ</a:t>
            </a:r>
            <a:r>
              <a:rPr lang="en-US" dirty="0" smtClean="0">
                <a:latin typeface="Nudi 01 e" pitchFamily="2" charset="0"/>
              </a:rPr>
              <a:t> CªÀ½UÉ </a:t>
            </a:r>
            <a:r>
              <a:rPr lang="en-US" dirty="0" err="1" smtClean="0">
                <a:latin typeface="Nudi 01 e" pitchFamily="2" charset="0"/>
              </a:rPr>
              <a:t>CxÀªÁ</a:t>
            </a:r>
            <a:r>
              <a:rPr lang="en-US" dirty="0" smtClean="0">
                <a:latin typeface="Nudi 01 e" pitchFamily="2" charset="0"/>
              </a:rPr>
              <a:t> CªÀ¼À </a:t>
            </a:r>
            <a:r>
              <a:rPr lang="en-US" dirty="0" err="1" smtClean="0">
                <a:latin typeface="Nudi 01 e" pitchFamily="2" charset="0"/>
              </a:rPr>
              <a:t>C¥Áæ¥ÀÛ</a:t>
            </a:r>
            <a:r>
              <a:rPr lang="en-US" dirty="0" smtClean="0">
                <a:latin typeface="Nudi 01 e" pitchFamily="2" charset="0"/>
              </a:rPr>
              <a:t> ªÀÄPÀÌ½UÉ ª</a:t>
            </a:r>
            <a:r>
              <a:rPr lang="en-US" dirty="0" err="1" smtClean="0">
                <a:latin typeface="Nudi 01 e" pitchFamily="2" charset="0"/>
              </a:rPr>
              <a:t>ÉÆzÀ</a:t>
            </a:r>
            <a:r>
              <a:rPr lang="en-US" dirty="0" smtClean="0">
                <a:latin typeface="Nudi 01 e" pitchFamily="2" charset="0"/>
              </a:rPr>
              <a:t>® </a:t>
            </a:r>
            <a:r>
              <a:rPr lang="en-US" dirty="0" err="1" smtClean="0">
                <a:latin typeface="Nudi 01 e" pitchFamily="2" charset="0"/>
              </a:rPr>
              <a:t>DzÀåvÉ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EgÀÄvÀÛzÉ</a:t>
            </a:r>
            <a:endParaRPr lang="en-US" dirty="0" smtClean="0">
              <a:latin typeface="Nudi 01 e" pitchFamily="2" charset="0"/>
            </a:endParaRPr>
          </a:p>
          <a:p>
            <a:r>
              <a:rPr lang="en-US" dirty="0" smtClean="0">
                <a:latin typeface="Nudi 01 e" pitchFamily="2" charset="0"/>
              </a:rPr>
              <a:t>15(3) </a:t>
            </a:r>
            <a:r>
              <a:rPr lang="en-US" dirty="0" err="1" smtClean="0">
                <a:latin typeface="Nudi 01 e" pitchFamily="2" charset="0"/>
              </a:rPr>
              <a:t>wzÉÆÝÃ¯É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ÀiÁrzÀ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ÀÄºÁ¯ÉÃR¥Á®gÀÄ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CAvÀºÀ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DzÉÃ±ÀªÀ£ÀÄß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ReÁ£É</a:t>
            </a:r>
            <a:r>
              <a:rPr lang="en-US" dirty="0" smtClean="0">
                <a:latin typeface="Nudi 01 e" pitchFamily="2" charset="0"/>
              </a:rPr>
              <a:t>, </a:t>
            </a:r>
            <a:r>
              <a:rPr lang="en-US" dirty="0" err="1" smtClean="0">
                <a:latin typeface="Nudi 01 e" pitchFamily="2" charset="0"/>
              </a:rPr>
              <a:t>rrN</a:t>
            </a:r>
            <a:r>
              <a:rPr lang="en-US" dirty="0" smtClean="0">
                <a:latin typeface="Nudi 01 e" pitchFamily="2" charset="0"/>
              </a:rPr>
              <a:t> ºÁUÀÆ ¸ÀA§A¢¹zÀ ¤ª</a:t>
            </a:r>
            <a:r>
              <a:rPr lang="en-US" dirty="0" err="1" smtClean="0">
                <a:latin typeface="Nudi 01 e" pitchFamily="2" charset="0"/>
              </a:rPr>
              <a:t>ÀÈwÛzÁgÀjUÉ</a:t>
            </a:r>
            <a:r>
              <a:rPr lang="en-US" dirty="0" smtClean="0">
                <a:latin typeface="Nudi 01 e" pitchFamily="2" charset="0"/>
              </a:rPr>
              <a:t> PÀ½¸ÀÄvÁÛgÉ</a:t>
            </a:r>
          </a:p>
          <a:p>
            <a:r>
              <a:rPr lang="en-US" dirty="0" smtClean="0">
                <a:latin typeface="Nudi 01 e" pitchFamily="2" charset="0"/>
              </a:rPr>
              <a:t>15(4)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£</a:t>
            </a:r>
            <a:r>
              <a:rPr lang="en-US" dirty="0" err="1" smtClean="0">
                <a:latin typeface="Nudi 01 e" pitchFamily="2" charset="0"/>
              </a:rPr>
              <a:t>ÀAvÀgÀ</a:t>
            </a:r>
            <a:r>
              <a:rPr lang="en-US" dirty="0" smtClean="0">
                <a:latin typeface="Nudi 01 e" pitchFamily="2" charset="0"/>
              </a:rPr>
              <a:t> d¤¹zÀ ªÀÄPÀÌ¼ÀÆ ¸</a:t>
            </a:r>
            <a:r>
              <a:rPr lang="en-US" dirty="0" err="1" smtClean="0">
                <a:latin typeface="Nudi 01 e" pitchFamily="2" charset="0"/>
              </a:rPr>
              <a:t>ÉÃjzÀAvÉ</a:t>
            </a:r>
            <a:r>
              <a:rPr lang="en-US" dirty="0" smtClean="0">
                <a:latin typeface="Nudi 01 e" pitchFamily="2" charset="0"/>
              </a:rPr>
              <a:t> ¥</a:t>
            </a:r>
            <a:r>
              <a:rPr lang="en-US" dirty="0" err="1" smtClean="0">
                <a:latin typeface="Nudi 01 e" pitchFamily="2" charset="0"/>
              </a:rPr>
              <a:t>ÀæwÃ</a:t>
            </a:r>
            <a:r>
              <a:rPr lang="en-US" dirty="0" smtClean="0">
                <a:latin typeface="Nudi 01 e" pitchFamily="2" charset="0"/>
              </a:rPr>
              <a:t> ªÀÄPÀÌ¼À ¸</a:t>
            </a:r>
            <a:r>
              <a:rPr lang="en-US" dirty="0" err="1" smtClean="0">
                <a:latin typeface="Nudi 01 e" pitchFamily="2" charset="0"/>
              </a:rPr>
              <a:t>ÀgÀ</a:t>
            </a:r>
            <a:r>
              <a:rPr lang="en-US" dirty="0" smtClean="0">
                <a:latin typeface="Nudi 01 e" pitchFamily="2" charset="0"/>
              </a:rPr>
              <a:t>¢ §</a:t>
            </a:r>
            <a:r>
              <a:rPr lang="en-US" dirty="0" err="1" smtClean="0">
                <a:latin typeface="Nudi 01 e" pitchFamily="2" charset="0"/>
              </a:rPr>
              <a:t>AzÁUÀ¯É¯Áè</a:t>
            </a:r>
            <a:r>
              <a:rPr lang="en-US" dirty="0" smtClean="0">
                <a:latin typeface="Nudi 01 e" pitchFamily="2" charset="0"/>
              </a:rPr>
              <a:t> ºÉÆ¸À ¤ª</a:t>
            </a:r>
            <a:r>
              <a:rPr lang="en-US" dirty="0" err="1" smtClean="0">
                <a:latin typeface="Nudi 01 e" pitchFamily="2" charset="0"/>
              </a:rPr>
              <a:t>ÀÈwÛ</a:t>
            </a:r>
            <a:r>
              <a:rPr lang="en-US" dirty="0" smtClean="0">
                <a:latin typeface="Nudi 01 e" pitchFamily="2" charset="0"/>
              </a:rPr>
              <a:t> ª</a:t>
            </a:r>
            <a:r>
              <a:rPr lang="en-US" dirty="0" err="1" smtClean="0">
                <a:latin typeface="Nudi 01 e" pitchFamily="2" charset="0"/>
              </a:rPr>
              <a:t>ÉÃvÀ£À</a:t>
            </a:r>
            <a:r>
              <a:rPr lang="en-US" dirty="0" smtClean="0">
                <a:latin typeface="Nudi 01 e" pitchFamily="2" charset="0"/>
              </a:rPr>
              <a:t> ¸</a:t>
            </a:r>
            <a:r>
              <a:rPr lang="en-US" dirty="0" err="1" smtClean="0">
                <a:latin typeface="Nudi 01 e" pitchFamily="2" charset="0"/>
              </a:rPr>
              <a:t>ÀAzÁAiÀÄzÀ</a:t>
            </a:r>
            <a:r>
              <a:rPr lang="en-US" dirty="0" smtClean="0">
                <a:latin typeface="Nudi 01 e" pitchFamily="2" charset="0"/>
              </a:rPr>
              <a:t> </a:t>
            </a:r>
            <a:r>
              <a:rPr lang="en-US" dirty="0" err="1" smtClean="0">
                <a:latin typeface="Nudi 01 e" pitchFamily="2" charset="0"/>
              </a:rPr>
              <a:t>DzÉÃ±ÀªÀ£ÀÄß</a:t>
            </a:r>
            <a:r>
              <a:rPr lang="en-US" dirty="0" smtClean="0">
                <a:latin typeface="Nudi 01 e" pitchFamily="2" charset="0"/>
              </a:rPr>
              <a:t> ¤</a:t>
            </a:r>
            <a:r>
              <a:rPr lang="en-US" dirty="0" err="1" smtClean="0">
                <a:latin typeface="Nudi 01 e" pitchFamily="2" charset="0"/>
              </a:rPr>
              <a:t>ÃqÀvÀPÀÌzÀÄÝ</a:t>
            </a:r>
            <a:endParaRPr lang="en-US" dirty="0" smtClean="0">
              <a:latin typeface="Nudi 01 e" pitchFamily="2" charset="0"/>
            </a:endParaRPr>
          </a:p>
          <a:p>
            <a:endParaRPr lang="en-US" dirty="0">
              <a:latin typeface="Nudi 01 e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> STEP BY STEP PROTOCOL ON DEATH OF EMPLOYEE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 smtClean="0"/>
              <a:t>DDO AND CASE WORKER MUST VISIT AND SEE DEAD BODY AND IDENTIFY EMPLOYEE</a:t>
            </a:r>
          </a:p>
          <a:p>
            <a:r>
              <a:rPr lang="en-US" dirty="0" smtClean="0"/>
              <a:t>GIVE FORM-B  AFTER SUBMISSION PROCESS THE CLAIMS </a:t>
            </a:r>
          </a:p>
          <a:p>
            <a:r>
              <a:rPr lang="en-US" dirty="0" smtClean="0"/>
              <a:t>DDO MUST MAKE A BILL O CG REG CREMATION FUND 5000 TO 15000 AMMEDIATELY </a:t>
            </a:r>
          </a:p>
          <a:p>
            <a:r>
              <a:rPr lang="en-US" dirty="0" smtClean="0"/>
              <a:t>AFTER APPLICATION FROM WIFE DO GIS BILL AND SURRENDER BILL BEFORE SUBMITTING PENSION PAPERS TO AG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3016</TotalTime>
  <Words>1483</Words>
  <Application>Microsoft Office PowerPoint</Application>
  <PresentationFormat>On-screen Show (4:3)</PresentationFormat>
  <Paragraphs>90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FAMILY PENSION RULE 02,03 </vt:lpstr>
      <vt:lpstr>FAMILY PENSION  RULE 04 </vt:lpstr>
      <vt:lpstr>DEATH GRATUITY </vt:lpstr>
      <vt:lpstr>DEATH GRATUITY  FAMILY PENSION RULE 05</vt:lpstr>
      <vt:lpstr>FAMILY PENSION  RULE 06 ,07</vt:lpstr>
      <vt:lpstr>FAMILY PENSION  RULE 08</vt:lpstr>
      <vt:lpstr>FAMILY PENSION  RULE 09</vt:lpstr>
      <vt:lpstr>FAMILY PENSION  RULE 09</vt:lpstr>
      <vt:lpstr>FAMILY PENSION  RULE 09</vt:lpstr>
      <vt:lpstr>FAMILY PENSION  RULE 10</vt:lpstr>
      <vt:lpstr>FAMILY PENSION  RULE 11</vt:lpstr>
      <vt:lpstr>FAMILY PENSION  RULE 12</vt:lpstr>
      <vt:lpstr>FAMILY PENSION  RULE 13</vt:lpstr>
      <vt:lpstr>FAMILY PENSION  RULE 14.</vt:lpstr>
      <vt:lpstr>FAMILY PENSION  RULE 15</vt:lpstr>
      <vt:lpstr> STEP BY STEP PROTOCOL ON DEATH OF EMPLOYEE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JOINING PERIOD</dc:title>
  <dc:creator>Admin</dc:creator>
  <cp:lastModifiedBy>Thanush Raj</cp:lastModifiedBy>
  <cp:revision>41</cp:revision>
  <dcterms:created xsi:type="dcterms:W3CDTF">2021-10-24T00:45:24Z</dcterms:created>
  <dcterms:modified xsi:type="dcterms:W3CDTF">2022-11-27T15:53:28Z</dcterms:modified>
</cp:coreProperties>
</file>