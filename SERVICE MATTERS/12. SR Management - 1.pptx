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2292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1" y="6218863"/>
            <a:ext cx="686331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14350" y="2336804"/>
            <a:ext cx="5829300" cy="243968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14350" y="4815476"/>
            <a:ext cx="5829300" cy="1599605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2824" y="6604001"/>
            <a:ext cx="6860824" cy="2549451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82" y="1412949"/>
            <a:ext cx="5829300" cy="24384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2035" y="3908949"/>
            <a:ext cx="3429000" cy="1939851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2727510" y="4007296"/>
            <a:ext cx="137160" cy="3048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2587698" y="4007296"/>
            <a:ext cx="137160" cy="3048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975106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975106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6172200" cy="1524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7213600"/>
            <a:ext cx="3030141" cy="1016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3483771" y="7213600"/>
            <a:ext cx="3031331" cy="1016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42901" y="1925727"/>
            <a:ext cx="3030141" cy="5255684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1925727"/>
            <a:ext cx="3031331" cy="5255684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502400"/>
            <a:ext cx="5611332" cy="6096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314700" y="7140136"/>
            <a:ext cx="2980944" cy="12192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85800" y="365760"/>
            <a:ext cx="5609844" cy="6096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45274" y="8543925"/>
            <a:ext cx="1440180" cy="48768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5924" y="7257871"/>
            <a:ext cx="5372100" cy="864309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1450" y="253291"/>
            <a:ext cx="6515100" cy="585216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5055" y="8543928"/>
            <a:ext cx="1763011" cy="48683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6486831"/>
            <a:ext cx="6056574" cy="750229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37328" y="6669326"/>
            <a:ext cx="2851502" cy="192414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40170" y="7713364"/>
            <a:ext cx="2851502" cy="1117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4532" y="7721672"/>
            <a:ext cx="2551736" cy="1441157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6928" y="7716986"/>
            <a:ext cx="2554132" cy="1445844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6498084" y="6651253"/>
            <a:ext cx="137160" cy="3048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6358272" y="6651253"/>
            <a:ext cx="137160" cy="3048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1975107"/>
            <a:ext cx="6172200" cy="584809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33011" y="366189"/>
            <a:ext cx="1333103" cy="745701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8"/>
            <a:ext cx="4743450" cy="745701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37328" y="6669326"/>
            <a:ext cx="2851502" cy="192414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40170" y="7713364"/>
            <a:ext cx="2851502" cy="1117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4532" y="7721672"/>
            <a:ext cx="2551736" cy="1441157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6928" y="7716986"/>
            <a:ext cx="2554132" cy="1445844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342900" y="1975106"/>
            <a:ext cx="6172200" cy="6034617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5045274" y="8543925"/>
            <a:ext cx="1440180" cy="48768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85055" y="8543928"/>
            <a:ext cx="1763011" cy="486833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6485454" y="8543928"/>
            <a:ext cx="274320" cy="486833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6172200" cy="9144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284" y="278501"/>
            <a:ext cx="6413117" cy="8865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42900" y="2195361"/>
            <a:ext cx="6172200" cy="496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331322"/>
            <a:ext cx="5900556" cy="789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1" y="135692"/>
            <a:ext cx="5980991" cy="824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1532" y="914402"/>
            <a:ext cx="6239268" cy="62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12796" y="1295401"/>
            <a:ext cx="6240405" cy="5095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2781" y="304802"/>
            <a:ext cx="5966574" cy="8077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" y="990600"/>
            <a:ext cx="6858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222" y="685800"/>
            <a:ext cx="6217065" cy="7391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321469"/>
            <a:ext cx="5943600" cy="792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304800"/>
            <a:ext cx="6143895" cy="851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457199"/>
            <a:ext cx="6400800" cy="8471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305993"/>
            <a:ext cx="6187711" cy="8457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319143"/>
            <a:ext cx="6019800" cy="8367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96702"/>
            <a:ext cx="6248400" cy="8718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84019"/>
            <a:ext cx="5943600" cy="847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526250"/>
            <a:ext cx="5943600" cy="816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</TotalTime>
  <Words>0</Words>
  <Application>Microsoft Office PowerPoint</Application>
  <PresentationFormat>On-screen Show (4:3)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Concourse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ACER</cp:lastModifiedBy>
  <cp:revision>3</cp:revision>
  <dcterms:created xsi:type="dcterms:W3CDTF">2006-08-16T00:00:00Z</dcterms:created>
  <dcterms:modified xsi:type="dcterms:W3CDTF">2026-01-22T04:52:48Z</dcterms:modified>
</cp:coreProperties>
</file>