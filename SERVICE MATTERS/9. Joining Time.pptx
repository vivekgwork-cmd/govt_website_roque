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9"/>
  </p:notesMasterIdLst>
  <p:sldIdLst>
    <p:sldId id="256" r:id="rId2"/>
    <p:sldId id="265" r:id="rId3"/>
    <p:sldId id="257" r:id="rId4"/>
    <p:sldId id="258" r:id="rId5"/>
    <p:sldId id="259" r:id="rId6"/>
    <p:sldId id="268" r:id="rId7"/>
    <p:sldId id="26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12" autoAdjust="0"/>
    <p:restoredTop sz="92294" autoAdjust="0"/>
  </p:normalViewPr>
  <p:slideViewPr>
    <p:cSldViewPr>
      <p:cViewPr varScale="1">
        <p:scale>
          <a:sx n="68" d="100"/>
          <a:sy n="68" d="100"/>
        </p:scale>
        <p:origin x="1800"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0B6D927-D122-4DB8-B664-574D83BB6DCA}" type="datetimeFigureOut">
              <a:rPr lang="en-US" smtClean="0"/>
              <a:pPr/>
              <a:t>5/25/2022</a:t>
            </a:fld>
            <a:endParaRPr lang="en-IN"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3A352FE-82D3-4DD0-9213-1B3DC758341F}" type="slidenum">
              <a:rPr lang="en-IN" smtClean="0"/>
              <a:pPr/>
              <a:t>‹#›</a:t>
            </a:fld>
            <a:endParaRPr lang="en-I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4334933" y="1169931"/>
            <a:ext cx="4814835" cy="4993802"/>
            <a:chOff x="4334933" y="1169931"/>
            <a:chExt cx="4814835" cy="4993802"/>
          </a:xfrm>
        </p:grpSpPr>
        <p:cxnSp>
          <p:nvCxnSpPr>
            <p:cNvPr id="17" name="Straight Connector 16"/>
            <p:cNvCxnSpPr/>
            <p:nvPr/>
          </p:nvCxnSpPr>
          <p:spPr>
            <a:xfrm flipH="1">
              <a:off x="6009259" y="1169931"/>
              <a:ext cx="3134741" cy="313474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4334933" y="1348898"/>
              <a:ext cx="4814835" cy="481483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5225595" y="1469269"/>
              <a:ext cx="3912054" cy="391205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H="1">
              <a:off x="5304588" y="1307856"/>
              <a:ext cx="3839412" cy="3839412"/>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5707078" y="1770196"/>
              <a:ext cx="3430571" cy="343057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ctrTitle"/>
          </p:nvPr>
        </p:nvSpPr>
        <p:spPr>
          <a:xfrm>
            <a:off x="533400" y="533400"/>
            <a:ext cx="6154713" cy="3124201"/>
          </a:xfrm>
        </p:spPr>
        <p:txBody>
          <a:bodyPr anchor="b">
            <a:normAutofit/>
          </a:bodyPr>
          <a:lstStyle>
            <a:lvl1pPr algn="l">
              <a:defRPr sz="4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533400" y="3843868"/>
            <a:ext cx="4954250" cy="1913466"/>
          </a:xfrm>
        </p:spPr>
        <p:txBody>
          <a:bodyPr anchor="t">
            <a:normAutofit/>
          </a:bodyPr>
          <a:lstStyle>
            <a:lvl1pPr marL="0" indent="0" algn="l">
              <a:buNone/>
              <a:defRPr sz="20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295566170"/>
      </p:ext>
    </p:extLst>
  </p:cSld>
  <p:clrMapOvr>
    <a:masterClrMapping/>
  </p:clrMapOvr>
  <p:transition>
    <p:wip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533400" y="533400"/>
            <a:ext cx="6554867" cy="3767670"/>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766162190"/>
      </p:ext>
    </p:extLst>
  </p:cSld>
  <p:clrMapOvr>
    <a:masterClrMapping/>
  </p:clrMapOvr>
  <p:transition>
    <p:wip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3400" y="1981199"/>
            <a:ext cx="6402468" cy="2319867"/>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533400" y="4487333"/>
            <a:ext cx="6402467" cy="15324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18898903"/>
      </p:ext>
    </p:extLst>
  </p:cSld>
  <p:clrMapOvr>
    <a:masterClrMapping/>
  </p:clrMapOvr>
  <p:transition>
    <p:wip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smtClean="0"/>
              <a:t>Click to edit Master title style</a:t>
            </a:r>
            <a:endParaRPr lang="en-US" dirty="0"/>
          </a:p>
        </p:txBody>
      </p:sp>
      <p:sp>
        <p:nvSpPr>
          <p:cNvPr id="11" name="Content Placeholder 3"/>
          <p:cNvSpPr>
            <a:spLocks noGrp="1"/>
          </p:cNvSpPr>
          <p:nvPr>
            <p:ph sz="half" idx="13"/>
          </p:nvPr>
        </p:nvSpPr>
        <p:spPr>
          <a:xfrm>
            <a:off x="533400" y="533400"/>
            <a:ext cx="3949967" cy="3767667"/>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Content Placeholder 5"/>
          <p:cNvSpPr>
            <a:spLocks noGrp="1"/>
          </p:cNvSpPr>
          <p:nvPr>
            <p:ph sz="quarter" idx="4"/>
          </p:nvPr>
        </p:nvSpPr>
        <p:spPr>
          <a:xfrm>
            <a:off x="4662362" y="533400"/>
            <a:ext cx="3948238" cy="37592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5/25/2022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32245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762001" y="533400"/>
            <a:ext cx="3716866" cy="609600"/>
          </a:xfrm>
        </p:spPr>
        <p:txBody>
          <a:bodyPr anchor="b">
            <a:noAutofit/>
          </a:bodyPr>
          <a:lstStyle>
            <a:lvl1pPr marL="0" indent="0">
              <a:buNone/>
              <a:defRPr sz="2400" b="0" cap="all">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533399" y="1143000"/>
            <a:ext cx="3945467" cy="3158067"/>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855016" y="566738"/>
            <a:ext cx="3764051" cy="576262"/>
          </a:xfrm>
        </p:spPr>
        <p:txBody>
          <a:bodyPr anchor="b">
            <a:noAutofit/>
          </a:bodyPr>
          <a:lstStyle>
            <a:lvl1pPr marL="0" indent="0">
              <a:buNone/>
              <a:defRPr sz="2400" b="0" cap="all">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62362" y="1143000"/>
            <a:ext cx="3956705" cy="3149600"/>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5/25/2022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176460486"/>
      </p:ext>
    </p:extLst>
  </p:cSld>
  <p:clrMapOvr>
    <a:masterClrMapping/>
  </p:clrMapOvr>
  <p:transition>
    <p:wip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5/25/2022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130599567"/>
      </p:ext>
    </p:extLst>
  </p:cSld>
  <p:clrMapOvr>
    <a:masterClrMapping/>
  </p:clrMapOvr>
  <p:transition>
    <p:wip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5/25/2022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626311765"/>
      </p:ext>
    </p:extLst>
  </p:cSld>
  <p:clrMapOvr>
    <a:masterClrMapping/>
  </p:clrMapOvr>
  <p:transition>
    <p:wip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18667" y="533400"/>
            <a:ext cx="3200400" cy="1524000"/>
          </a:xfrm>
        </p:spPr>
        <p:txBody>
          <a:bodyPr anchor="b">
            <a:normAutofit/>
          </a:bodyPr>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533399" y="533400"/>
            <a:ext cx="4438755" cy="54864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418667" y="2209802"/>
            <a:ext cx="32004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426491919"/>
      </p:ext>
    </p:extLst>
  </p:cSld>
  <p:clrMapOvr>
    <a:masterClrMapping/>
  </p:clrMapOvr>
  <p:transition>
    <p:wip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495800" y="1447800"/>
            <a:ext cx="3563258" cy="1143000"/>
          </a:xfrm>
        </p:spPr>
        <p:txBody>
          <a:bodyPr anchor="b">
            <a:normAutofit/>
          </a:bodyPr>
          <a:lstStyle>
            <a:lvl1pPr algn="l">
              <a:defRPr sz="2400" b="0"/>
            </a:lvl1pPr>
          </a:lstStyle>
          <a:p>
            <a:r>
              <a:rPr lang="en-US" smtClean="0"/>
              <a:t>Click to edit Master title style</a:t>
            </a:r>
            <a:endParaRPr lang="en-US" dirty="0"/>
          </a:p>
        </p:txBody>
      </p:sp>
      <p:sp>
        <p:nvSpPr>
          <p:cNvPr id="17" name="Picture Placeholder 2"/>
          <p:cNvSpPr>
            <a:spLocks noGrp="1" noChangeAspect="1"/>
          </p:cNvSpPr>
          <p:nvPr>
            <p:ph type="pic" idx="13"/>
          </p:nvPr>
        </p:nvSpPr>
        <p:spPr>
          <a:xfrm>
            <a:off x="762000" y="914400"/>
            <a:ext cx="3280974" cy="48006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4496027" y="2743200"/>
            <a:ext cx="3564223" cy="2082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5/25/2022</a:t>
            </a:fld>
            <a:endParaRPr lang="en-US" dirty="0"/>
          </a:p>
        </p:txBody>
      </p:sp>
      <p:sp>
        <p:nvSpPr>
          <p:cNvPr id="6" name="Footer Placeholder 5"/>
          <p:cNvSpPr>
            <a:spLocks noGrp="1"/>
          </p:cNvSpPr>
          <p:nvPr>
            <p:ph type="ftr" sz="quarter" idx="11"/>
          </p:nvPr>
        </p:nvSpPr>
        <p:spPr>
          <a:xfrm>
            <a:off x="533400" y="6172200"/>
            <a:ext cx="5811724" cy="365125"/>
          </a:xfrm>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9474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lstStyle/>
          <a:p>
            <a:r>
              <a:rPr lang="en-US" smtClean="0"/>
              <a:t>Click to edit Master title style</a:t>
            </a:r>
            <a:endParaRPr lang="en-US" dirty="0"/>
          </a:p>
        </p:txBody>
      </p:sp>
      <p:sp>
        <p:nvSpPr>
          <p:cNvPr id="6" name="Picture Placeholder 2"/>
          <p:cNvSpPr>
            <a:spLocks noGrp="1" noChangeAspect="1"/>
          </p:cNvSpPr>
          <p:nvPr>
            <p:ph type="pic" idx="13"/>
          </p:nvPr>
        </p:nvSpPr>
        <p:spPr>
          <a:xfrm>
            <a:off x="533400" y="533400"/>
            <a:ext cx="8077200"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9" name="Text Placeholder 9"/>
          <p:cNvSpPr>
            <a:spLocks noGrp="1"/>
          </p:cNvSpPr>
          <p:nvPr>
            <p:ph type="body" sz="quarter" idx="14"/>
          </p:nvPr>
        </p:nvSpPr>
        <p:spPr>
          <a:xfrm>
            <a:off x="762002" y="3843867"/>
            <a:ext cx="7281332"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5/25/2022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489108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077200" cy="2895600"/>
          </a:xfrm>
        </p:spPr>
        <p:txBody>
          <a:bodyPr anchor="ctr">
            <a:normAutofit/>
          </a:bodyPr>
          <a:lstStyle>
            <a:lvl1pPr algn="l">
              <a:defRPr sz="2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533400" y="4114800"/>
            <a:ext cx="6383552" cy="1905000"/>
          </a:xfrm>
        </p:spPr>
        <p:txBody>
          <a:bodyPr anchor="ctr">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738834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283" y="533400"/>
            <a:ext cx="6859787" cy="2895600"/>
          </a:xfrm>
        </p:spPr>
        <p:txBody>
          <a:bodyPr anchor="ctr">
            <a:normAutofit/>
          </a:bodyPr>
          <a:lstStyle>
            <a:lvl1pPr algn="l">
              <a:defRPr sz="28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066800" y="3429000"/>
            <a:ext cx="6402467" cy="4826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533400" y="4301070"/>
            <a:ext cx="6382361" cy="171873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
        <p:nvSpPr>
          <p:cNvPr id="14" name="TextBox 13"/>
          <p:cNvSpPr txBox="1"/>
          <p:nvPr/>
        </p:nvSpPr>
        <p:spPr>
          <a:xfrm>
            <a:off x="228600" y="710624"/>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7696200" y="2768601"/>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4304635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33400" y="3429000"/>
            <a:ext cx="6382361" cy="1697400"/>
          </a:xfrm>
        </p:spPr>
        <p:txBody>
          <a:bodyPr anchor="b">
            <a:normAutofit/>
          </a:bodyPr>
          <a:lstStyle>
            <a:lvl1pPr algn="l">
              <a:defRPr sz="2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533400" y="5132980"/>
            <a:ext cx="6383552" cy="886819"/>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8409771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284" y="533400"/>
            <a:ext cx="6859786" cy="2895600"/>
          </a:xfrm>
        </p:spPr>
        <p:txBody>
          <a:bodyPr anchor="ctr">
            <a:normAutofit/>
          </a:bodyPr>
          <a:lstStyle>
            <a:lvl1pPr algn="l">
              <a:defRPr sz="28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533400" y="3886200"/>
            <a:ext cx="6382361" cy="1049866"/>
          </a:xfrm>
        </p:spPr>
        <p:txBody>
          <a:bodyPr vert="horz" lIns="91440" tIns="45720" rIns="91440" bIns="45720" rtlCol="0" anchor="b">
            <a:normAutofit/>
          </a:bodyPr>
          <a:lstStyle>
            <a:lvl1pPr>
              <a:buNone/>
              <a:defRPr lang="en-US" sz="2000" b="0" cap="all"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533400" y="4953000"/>
            <a:ext cx="6382360" cy="10668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
        <p:nvSpPr>
          <p:cNvPr id="14" name="TextBox 13"/>
          <p:cNvSpPr txBox="1"/>
          <p:nvPr/>
        </p:nvSpPr>
        <p:spPr>
          <a:xfrm>
            <a:off x="228600" y="710624"/>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7696200" y="2768601"/>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4806379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7525658" cy="2895600"/>
          </a:xfrm>
        </p:spPr>
        <p:txBody>
          <a:bodyPr vert="horz" lIns="91440" tIns="45720" rIns="91440" bIns="45720" rtlCol="0" anchor="ctr">
            <a:normAutofit/>
          </a:bodyPr>
          <a:lstStyle>
            <a:lvl1pPr>
              <a:defRPr lang="en-US" sz="2800"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533400" y="3928534"/>
            <a:ext cx="6382361" cy="838200"/>
          </a:xfrm>
        </p:spPr>
        <p:txBody>
          <a:bodyPr vert="horz" lIns="91440" tIns="45720" rIns="91440" bIns="45720" rtlCol="0" anchor="b">
            <a:normAutofit/>
          </a:bodyPr>
          <a:lstStyle>
            <a:lvl1pPr>
              <a:buNone/>
              <a:defRPr lang="en-US" sz="2000" b="0" cap="all"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533400" y="4766735"/>
            <a:ext cx="6382360" cy="1253065"/>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5332061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lgn="l">
              <a:defRPr sz="2800"/>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3400" y="533401"/>
            <a:ext cx="6554867" cy="376767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669993613"/>
      </p:ext>
    </p:extLst>
  </p:cSld>
  <p:clrMapOvr>
    <a:masterClrMapping/>
  </p:clrMapOvr>
  <p:transition>
    <p:wip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66406" y="533400"/>
            <a:ext cx="2044194" cy="4419600"/>
          </a:xfrm>
        </p:spPr>
        <p:txBody>
          <a:bodyPr vert="eaVert">
            <a:normAutofit/>
          </a:bodyPr>
          <a:lstStyle>
            <a:lvl1pPr>
              <a:defRPr sz="2800"/>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3400" y="533400"/>
            <a:ext cx="5850012" cy="54864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454200944"/>
      </p:ext>
    </p:extLst>
  </p:cSld>
  <p:clrMapOvr>
    <a:masterClrMapping/>
  </p:clrMapOvr>
  <p:transition>
    <p:wip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6670675" y="3894667"/>
            <a:ext cx="2470456" cy="2658533"/>
            <a:chOff x="6687077" y="3259666"/>
            <a:chExt cx="2981857" cy="3208867"/>
          </a:xfrm>
        </p:grpSpPr>
        <p:cxnSp>
          <p:nvCxnSpPr>
            <p:cNvPr id="8" name="Straight Connector 7"/>
            <p:cNvCxnSpPr/>
            <p:nvPr/>
          </p:nvCxnSpPr>
          <p:spPr>
            <a:xfrm flipH="1">
              <a:off x="8756120" y="3259666"/>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6687077" y="3486677"/>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7772400" y="3581400"/>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7923214" y="3433394"/>
              <a:ext cx="1739738" cy="173974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8398935" y="3985317"/>
              <a:ext cx="1264017" cy="1264016"/>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533400" y="4495800"/>
            <a:ext cx="6554867" cy="1524000"/>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33400" y="533401"/>
            <a:ext cx="6554867" cy="3767670"/>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30245" y="6172203"/>
            <a:ext cx="1200463"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1D8BD707-D9CF-40AE-B4C6-C98DA3205C09}" type="datetimeFigureOut">
              <a:rPr lang="en-US" smtClean="0"/>
              <a:pPr/>
              <a:t>5/25/2022</a:t>
            </a:fld>
            <a:endParaRPr lang="en-US" dirty="0"/>
          </a:p>
        </p:txBody>
      </p:sp>
      <p:sp>
        <p:nvSpPr>
          <p:cNvPr id="5" name="Footer Placeholder 4"/>
          <p:cNvSpPr>
            <a:spLocks noGrp="1"/>
          </p:cNvSpPr>
          <p:nvPr>
            <p:ph type="ftr" sz="quarter" idx="3"/>
          </p:nvPr>
        </p:nvSpPr>
        <p:spPr>
          <a:xfrm>
            <a:off x="533400" y="6172200"/>
            <a:ext cx="5811724"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7774426" y="5578478"/>
            <a:ext cx="856907" cy="669925"/>
          </a:xfrm>
          <a:prstGeom prst="rect">
            <a:avLst/>
          </a:prstGeom>
        </p:spPr>
        <p:txBody>
          <a:bodyPr vert="horz" lIns="91440" tIns="45720" rIns="91440" bIns="45720" rtlCol="0" anchor="b"/>
          <a:lstStyle>
            <a:lvl1pPr algn="r">
              <a:defRPr sz="2800" b="0" i="0">
                <a:solidFill>
                  <a:schemeClr val="bg2">
                    <a:lumMod val="50000"/>
                  </a:schemeClr>
                </a:solidFill>
                <a:effectLst/>
                <a:latin typeface="+mn-lt"/>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156485911"/>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ransition>
    <p:wipe/>
  </p:transition>
  <p:timing>
    <p:tnLst>
      <p:par>
        <p:cTn id="1" dur="indefinite" restart="never" nodeType="tmRoot"/>
      </p:par>
    </p:tnLst>
  </p:timing>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04800"/>
            <a:ext cx="7848600" cy="990601"/>
          </a:xfrm>
        </p:spPr>
        <p:txBody>
          <a:bodyPr>
            <a:normAutofit fontScale="90000"/>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en-US" sz="4900" b="1" dirty="0" smtClean="0">
                <a:ln>
                  <a:prstDash val="solid"/>
                </a:ln>
                <a:solidFill>
                  <a:schemeClr val="bg2">
                    <a:lumMod val="75000"/>
                  </a:schemeClr>
                </a:solidFill>
                <a:effectLst>
                  <a:outerShdw blurRad="88000" dist="50800" dir="5040000" algn="tl">
                    <a:schemeClr val="accent4">
                      <a:tint val="80000"/>
                      <a:satMod val="250000"/>
                      <a:alpha val="45000"/>
                    </a:schemeClr>
                  </a:outerShdw>
                </a:effectLst>
              </a:rPr>
              <a:t>ಸೇರುವ ಕಾಲ(Joining Time)</a:t>
            </a:r>
            <a:br>
              <a:rPr lang="en-US" sz="4900" b="1" dirty="0" smtClean="0">
                <a:ln>
                  <a:prstDash val="solid"/>
                </a:ln>
                <a:solidFill>
                  <a:schemeClr val="bg2">
                    <a:lumMod val="75000"/>
                  </a:schemeClr>
                </a:solidFill>
                <a:effectLst>
                  <a:outerShdw blurRad="88000" dist="50800" dir="5040000" algn="tl">
                    <a:schemeClr val="accent4">
                      <a:tint val="80000"/>
                      <a:satMod val="250000"/>
                      <a:alpha val="45000"/>
                    </a:schemeClr>
                  </a:outerShdw>
                </a:effectLst>
              </a:rPr>
            </a:br>
            <a:r>
              <a:rPr lang="en-US" sz="2200" b="1" dirty="0" smtClean="0">
                <a:ln>
                  <a:prstDash val="solid"/>
                </a:ln>
                <a:solidFill>
                  <a:schemeClr val="bg2">
                    <a:lumMod val="75000"/>
                  </a:schemeClr>
                </a:solidFill>
                <a:effectLst>
                  <a:outerShdw blurRad="88000" dist="50800" dir="5040000" algn="tl">
                    <a:schemeClr val="accent4">
                      <a:tint val="80000"/>
                      <a:satMod val="250000"/>
                      <a:alpha val="45000"/>
                    </a:schemeClr>
                  </a:outerShdw>
                </a:effectLst>
              </a:rPr>
              <a:t>(ನಿಯಮ 76 ರಿಂದ)</a:t>
            </a:r>
            <a:endParaRPr lang="en-IN" sz="2200" b="1" dirty="0">
              <a:ln>
                <a:prstDash val="solid"/>
              </a:ln>
              <a:solidFill>
                <a:schemeClr val="bg2">
                  <a:lumMod val="75000"/>
                </a:schemeClr>
              </a:solidFill>
              <a:effectLst>
                <a:outerShdw blurRad="88000" dist="50800" dir="5040000" algn="tl">
                  <a:schemeClr val="accent4">
                    <a:tint val="80000"/>
                    <a:satMod val="250000"/>
                    <a:alpha val="45000"/>
                  </a:schemeClr>
                </a:outerShdw>
              </a:effectLst>
            </a:endParaRPr>
          </a:p>
        </p:txBody>
      </p:sp>
      <p:sp>
        <p:nvSpPr>
          <p:cNvPr id="3" name="Subtitle 2"/>
          <p:cNvSpPr>
            <a:spLocks noGrp="1"/>
          </p:cNvSpPr>
          <p:nvPr>
            <p:ph type="subTitle" idx="1"/>
          </p:nvPr>
        </p:nvSpPr>
        <p:spPr>
          <a:xfrm>
            <a:off x="228600" y="1447800"/>
            <a:ext cx="8686800" cy="5029200"/>
          </a:xfrm>
        </p:spPr>
        <p:txBody>
          <a:bodyPr>
            <a:normAutofit fontScale="85000" lnSpcReduction="10000"/>
          </a:bodyPr>
          <a:lstStyle/>
          <a:p>
            <a:pPr marL="514350" indent="-514350" algn="just">
              <a:lnSpc>
                <a:spcPct val="150000"/>
              </a:lnSpc>
              <a:buFont typeface="+mj-lt"/>
              <a:buAutoNum type="arabicPeriod"/>
            </a:pPr>
            <a:r>
              <a:rPr lang="en-US" sz="2000" dirty="0" err="1" smtClean="0">
                <a:solidFill>
                  <a:schemeClr val="bg1"/>
                </a:solidFill>
                <a:latin typeface="Nudi 01 e" pitchFamily="2" charset="0"/>
              </a:rPr>
              <a:t>ಸಾರ್ವಜನಿಕ</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ಹಿತ</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ದೃಷ್ಟಿಯಿಂದ</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ವರ್ಗಾವಣೆಯಾದ</a:t>
            </a:r>
            <a:r>
              <a:rPr lang="en-US" sz="2000" dirty="0" smtClean="0">
                <a:solidFill>
                  <a:schemeClr val="bg1"/>
                </a:solidFill>
                <a:latin typeface="Nudi 01 e" pitchFamily="2" charset="0"/>
              </a:rPr>
              <a:t> ಸರ್ಕಾರಿ ನೌಕರಿನಿಗೆ ಹೊಸ ಹುದ್ದೆಗೆ ಹಾಜರಾಗಲು ಸೇರಿಕೆ ಕಾಲ ಸಿಗುತ್ತದೆ.</a:t>
            </a:r>
          </a:p>
          <a:p>
            <a:pPr marL="514350" indent="-514350" algn="just">
              <a:lnSpc>
                <a:spcPct val="150000"/>
              </a:lnSpc>
              <a:buFont typeface="+mj-lt"/>
              <a:buAutoNum type="arabicPeriod"/>
            </a:pPr>
            <a:r>
              <a:rPr lang="en-US" sz="2000" dirty="0" smtClean="0">
                <a:solidFill>
                  <a:schemeClr val="bg1"/>
                </a:solidFill>
                <a:latin typeface="Nudi 01 e" pitchFamily="2" charset="0"/>
              </a:rPr>
              <a:t>ವಿಶೇಷ ಕರ್ತವ್ಯಕ್ಕಾಗಿ ಸ್ವಲ್ಪ ಕಾಲದವರೆಗೆ ಮಾತ್ರ ಬೇರೆಡೆ ಕಳುಹಿಸಿದರೆ ಕೇವಲ ವಾಸ್ತವಿಕ ಪ್ರಯಾಣ ಸಮಯವನ್ನು ಅನುಮತಿಸಬಹುದು</a:t>
            </a:r>
          </a:p>
          <a:p>
            <a:pPr marL="514350" indent="-514350" algn="just">
              <a:lnSpc>
                <a:spcPct val="150000"/>
              </a:lnSpc>
              <a:buFont typeface="+mj-lt"/>
              <a:buAutoNum type="arabicPeriod"/>
            </a:pPr>
            <a:r>
              <a:rPr lang="en-US" sz="2000" dirty="0" smtClean="0">
                <a:solidFill>
                  <a:schemeClr val="bg1"/>
                </a:solidFill>
                <a:latin typeface="Nudi 01 e" pitchFamily="2" charset="0"/>
              </a:rPr>
              <a:t>ಕೋರಿಕೆ ಮೇರೆಗೆ ವರ್ಗಾವಣೆಯಾದಾಗ ಸೇರುವ ಕಾಲ ದೊರೆಯುವುದಿಲ್ಲ, ಪ್ರಯಾಣದ ದಿನಗಳನ್ನು ಬಳಸಲು ಬರುವುದಿಲ್ಲ. ಈ ದಿನಗಳಿಗಾಗಿ ರಜೆಯನ್ನು ಮಂಜೂರು ಮಾಡಿಕೊಳ್ಳಬೇಕಾಗಿತ್ತದೆ. ಆದರೆ ನಿಯಮ 85 ರಲ್ಲಿ ಹೇಳಿದಂತೆ ಚಾರ್ಜ್ ವಹಿಸಿಕೊಳ್ಳಲು ತಲುಪಿದ ದಿನಗಳನ್ನು ಮಾತ್ರ ಉಪಯೋಗಿಸಿಕೊಳ್ಳಬಹುದು.</a:t>
            </a:r>
          </a:p>
          <a:p>
            <a:pPr marL="514350" indent="-514350" algn="just">
              <a:lnSpc>
                <a:spcPct val="150000"/>
              </a:lnSpc>
              <a:buFont typeface="+mj-lt"/>
              <a:buAutoNum type="arabicPeriod"/>
            </a:pPr>
            <a:r>
              <a:rPr lang="en-US" sz="2000" dirty="0" smtClean="0">
                <a:solidFill>
                  <a:schemeClr val="bg1"/>
                </a:solidFill>
                <a:latin typeface="Nudi 01 e" pitchFamily="2" charset="0"/>
              </a:rPr>
              <a:t>ಕೇಂದ್ರ ಸರ್ಕಾರ/ ಇತರ ರಾಜ್ಯ ಸರ್ಕಾರ /ಇತರ ಸಂಸ್ಥೆಗೆ ನಿಯೋಜನೆ ಮೇಲೆ ಹೋದ ರಾಜ್ಯ ಸರ್ಕಾರಿ ನೌಕರರಿಗೆ ರಚಿಸಿದ ನಿಯಮಗಳ ಪ್ರಕಾರ ಸೇರುವ ಕಲ ಸಿಗುತ್ತದೆ. ಆದರೆ ಒಪ್ಪಂದಲ್ಲಿ ಬೇರೆ ನಿಯಮಗಳನ್ನು ಅನ್ವಯವಾಗುವಂತೆ ಕರಾರುಗಳಿದ್ದರೆ ಅದರ ಪ್ರಕಾರ ಸೇರುವ ಕಾಲ ಸಿಗುತ್ತದೆ. </a:t>
            </a:r>
            <a:endParaRPr lang="en-US" sz="1800" dirty="0" smtClean="0">
              <a:solidFill>
                <a:schemeClr val="bg1"/>
              </a:solidFill>
              <a:latin typeface="Nudi 01 e" pitchFamily="2" charset="0"/>
            </a:endParaRPr>
          </a:p>
          <a:p>
            <a:pPr marL="514350" indent="-514350" algn="just">
              <a:buFont typeface="+mj-lt"/>
              <a:buAutoNum type="arabicPeriod"/>
            </a:pPr>
            <a:endParaRPr lang="en-US" sz="2000" dirty="0" smtClean="0">
              <a:solidFill>
                <a:schemeClr val="tx1"/>
              </a:solidFill>
              <a:latin typeface="Nudi 01 e" pitchFamily="2" charset="0"/>
            </a:endParaRPr>
          </a:p>
          <a:p>
            <a:pPr marL="514350" indent="-514350" algn="l">
              <a:buFont typeface="+mj-lt"/>
              <a:buAutoNum type="arabicPeriod"/>
            </a:pPr>
            <a:endParaRPr lang="en-US" sz="2000" dirty="0" smtClean="0">
              <a:solidFill>
                <a:schemeClr val="tx1"/>
              </a:solidFill>
              <a:latin typeface="Nudi 01 e" pitchFamily="2" charset="0"/>
            </a:endParaRPr>
          </a:p>
          <a:p>
            <a:endParaRPr lang="en-IN" dirty="0">
              <a:solidFill>
                <a:schemeClr val="tx1"/>
              </a:solidFill>
              <a:latin typeface="Nudi 01 e" pitchFamily="2" charset="0"/>
            </a:endParaRP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ppt_x</p:attrName>
                                        </p:attrNameLst>
                                      </p:cBhvr>
                                      <p:tavLst>
                                        <p:tav tm="0">
                                          <p:val>
                                            <p:strVal val="#ppt_x"/>
                                          </p:val>
                                        </p:tav>
                                        <p:tav tm="100000">
                                          <p:val>
                                            <p:strVal val="#ppt_x"/>
                                          </p:val>
                                        </p:tav>
                                      </p:tavLst>
                                    </p:anim>
                                    <p:anim calcmode="lin" valueType="num">
                                      <p:cBhvr>
                                        <p:cTn id="9" dur="2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2000"/>
                                        <p:tgtEl>
                                          <p:spTgt spid="3">
                                            <p:txEl>
                                              <p:pRg st="3" end="3"/>
                                            </p:txEl>
                                          </p:spTgt>
                                        </p:tgtEl>
                                      </p:cBhvr>
                                    </p:animEffect>
                                    <p:anim calcmode="lin" valueType="num">
                                      <p:cBhvr>
                                        <p:cTn id="36" dur="2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2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382000" cy="5897563"/>
          </a:xfrm>
        </p:spPr>
        <p:txBody>
          <a:bodyPr>
            <a:normAutofit fontScale="92500" lnSpcReduction="20000"/>
          </a:bodyPr>
          <a:lstStyle/>
          <a:p>
            <a:pPr marL="514350" indent="-514350" algn="just">
              <a:lnSpc>
                <a:spcPct val="150000"/>
              </a:lnSpc>
              <a:buNone/>
            </a:pPr>
            <a:r>
              <a:rPr lang="en-US" sz="2000" dirty="0" smtClean="0">
                <a:solidFill>
                  <a:schemeClr val="bg1"/>
                </a:solidFill>
                <a:latin typeface="Nudi 01 e" pitchFamily="2" charset="0"/>
              </a:rPr>
              <a:t>5.  </a:t>
            </a:r>
            <a:r>
              <a:rPr lang="en-US" sz="2000" dirty="0" err="1" smtClean="0">
                <a:solidFill>
                  <a:schemeClr val="bg1"/>
                </a:solidFill>
                <a:latin typeface="Nudi 01 e" pitchFamily="2" charset="0"/>
              </a:rPr>
              <a:t>ಕೇಂದ್ರ</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ಸರ್ಕಾರ</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ಇತರ</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ರಾಜ್ಯ</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ಸರ್ಕಾರ</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ಇತರ</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ಸಂಸ್ಥೆಗಳಿಂದ</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ನಮ್ಮ</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ರಾಜ್ಯಕ್ಕೆ</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ನಿಯೋಜನೆ</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ಮೇಲೆ</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ಬಂದರೆ</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ಅವರಿಗೆ</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ಕರ್ನಾಟಕ</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ನಾಗರೀಕ</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ಸೇವಾ</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ನಿಯಾಮವಳಿಗಳು</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ಅನ್ವಯವಾಗುತ್ತದೆ</a:t>
            </a:r>
            <a:r>
              <a:rPr lang="en-US" sz="2000" dirty="0" smtClean="0">
                <a:solidFill>
                  <a:schemeClr val="bg1"/>
                </a:solidFill>
                <a:latin typeface="Nudi 01 e" pitchFamily="2" charset="0"/>
              </a:rPr>
              <a:t>.</a:t>
            </a:r>
          </a:p>
          <a:p>
            <a:pPr marL="514350" indent="-514350" algn="just">
              <a:lnSpc>
                <a:spcPct val="150000"/>
              </a:lnSpc>
              <a:buNone/>
            </a:pPr>
            <a:r>
              <a:rPr lang="en-US" sz="2000" dirty="0" smtClean="0">
                <a:solidFill>
                  <a:schemeClr val="bg1"/>
                </a:solidFill>
                <a:latin typeface="Nudi 01 e" pitchFamily="2" charset="0"/>
              </a:rPr>
              <a:t>6. </a:t>
            </a:r>
            <a:r>
              <a:rPr lang="en-US" sz="2000" dirty="0" err="1" smtClean="0">
                <a:solidFill>
                  <a:schemeClr val="bg1"/>
                </a:solidFill>
                <a:latin typeface="Nudi 01 e" pitchFamily="2" charset="0"/>
              </a:rPr>
              <a:t>ಸ್ಪರ್ಧಾತ್ಮಕ</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ಪರೀಕ್ಷೆ</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ಅಥವಾ</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ಸಂದರ್ಶನದ</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ಸಲುವಾಗಿ</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ನೇಮಗೊಂಡ</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ಹುದ್ದೆಗೆ</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ಹಾಜರಾಗಲು</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ಸೇರುವ</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ಕಾಲ</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ಸಿಗುತ್ತದೆ</a:t>
            </a:r>
            <a:r>
              <a:rPr lang="en-US" sz="2000" dirty="0" smtClean="0">
                <a:solidFill>
                  <a:schemeClr val="bg1"/>
                </a:solidFill>
                <a:latin typeface="Nudi 01 e" pitchFamily="2" charset="0"/>
              </a:rPr>
              <a:t>.</a:t>
            </a:r>
          </a:p>
          <a:p>
            <a:pPr marL="514350" indent="-514350" algn="just">
              <a:lnSpc>
                <a:spcPct val="150000"/>
              </a:lnSpc>
              <a:buNone/>
            </a:pPr>
            <a:r>
              <a:rPr lang="en-US" sz="2000" dirty="0" smtClean="0">
                <a:solidFill>
                  <a:schemeClr val="bg1"/>
                </a:solidFill>
                <a:latin typeface="Nudi 01 e" pitchFamily="2" charset="0"/>
              </a:rPr>
              <a:t>7.  </a:t>
            </a:r>
            <a:r>
              <a:rPr lang="en-US" sz="2000" dirty="0" err="1" smtClean="0">
                <a:solidFill>
                  <a:schemeClr val="bg1"/>
                </a:solidFill>
                <a:latin typeface="Nudi 01 e" pitchFamily="2" charset="0"/>
              </a:rPr>
              <a:t>ರಾಜ್ಯದ</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ಒಳಗಡೆ</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ಅಥವಾ</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ಹೊರಗೆ</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ತರಬೇತಿಗಾಗಿ</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ನಿಯುಕ್ತಿಗಾಗಿ</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ಅವಧಿ</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ಮತ್ತು</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ವಾಸ್ತವಿಕ</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ಪ್ರವಾಸದ</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ಅವಧಿಯನ್ನು</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ಸೇವಾ</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ಅವಧಿಯೆಂದು</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ಪರಿಗಣಿಸುವುದರಿಂದ</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ಸೇರುವ</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ಕಾಲ</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ಸಿಗುವುದಿಲ್ಲ</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ಆದರೆ</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ತರಬೇತಿ</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ಮುಕ್ತಾಯವಾದ</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ನಂತರ</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ಬೇರೆ</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ಸ್ಥಳಕ್ಕೆ</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ವರ್ಗಾವಣೆಯಾದರೆ</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ಸೇರುವ</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ಕಾಲ</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ಸಿಗುತ್ತದೆ</a:t>
            </a:r>
            <a:r>
              <a:rPr lang="en-US" sz="2000" dirty="0" smtClean="0">
                <a:solidFill>
                  <a:schemeClr val="bg1"/>
                </a:solidFill>
                <a:latin typeface="Nudi 01 e" pitchFamily="2" charset="0"/>
              </a:rPr>
              <a:t>..</a:t>
            </a:r>
          </a:p>
          <a:p>
            <a:pPr marL="514350" indent="-514350" algn="just">
              <a:lnSpc>
                <a:spcPct val="150000"/>
              </a:lnSpc>
              <a:buNone/>
            </a:pPr>
            <a:r>
              <a:rPr lang="en-US" sz="2000" dirty="0" smtClean="0">
                <a:solidFill>
                  <a:schemeClr val="bg1"/>
                </a:solidFill>
                <a:latin typeface="Nudi 01 e" pitchFamily="2" charset="0"/>
              </a:rPr>
              <a:t>8.  </a:t>
            </a:r>
            <a:r>
              <a:rPr lang="en-US" sz="2000" dirty="0" err="1" smtClean="0">
                <a:solidFill>
                  <a:schemeClr val="bg1"/>
                </a:solidFill>
                <a:latin typeface="Nudi 01 e" pitchFamily="2" charset="0"/>
              </a:rPr>
              <a:t>ನಿಲಂಬನೆಗೊಂಡ</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ಸರ್ಕಾರಿ</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ನೌಕರಿನಿಗೆ</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ಪುನರ್</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ನೇಮಕ</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ಆಜ್ಞೆ</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ದೊರೆತ</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ಮರು</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ದಿನದಿಂದ</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ಬೇರೆ</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ಸ್ಥಳಕ್ಕೆ</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ಹಾಜರಾಗಲು</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ಮಾತ್ರ</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ಸೇರುವ</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ಕಾಲ</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ಸಿಗುತ್ತದೆ</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ಮೊದಲಿದ್ದ</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ಸ್ಥಳದಲ್ಲಿಯೇ</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ಮುಂದುವರಿಸಲ್ಪಟ್ಟರೆ</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ಸೇರಿಕೆ</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ಕಾಲ</a:t>
            </a:r>
            <a:r>
              <a:rPr lang="en-US" sz="2000" dirty="0" smtClean="0">
                <a:solidFill>
                  <a:schemeClr val="bg1"/>
                </a:solidFill>
                <a:latin typeface="Nudi 01 e" pitchFamily="2" charset="0"/>
              </a:rPr>
              <a:t> </a:t>
            </a:r>
            <a:r>
              <a:rPr lang="en-US" sz="2000" dirty="0" err="1" smtClean="0">
                <a:solidFill>
                  <a:schemeClr val="bg1"/>
                </a:solidFill>
                <a:latin typeface="Nudi 01 e" pitchFamily="2" charset="0"/>
              </a:rPr>
              <a:t>ಸಿಗುವುದಿಲ್ಲ</a:t>
            </a:r>
            <a:r>
              <a:rPr lang="en-US" sz="2000" dirty="0" smtClean="0">
                <a:solidFill>
                  <a:schemeClr val="bg1"/>
                </a:solidFill>
                <a:latin typeface="Nudi 01 e" pitchFamily="2" charset="0"/>
              </a:rPr>
              <a:t>.</a:t>
            </a:r>
          </a:p>
          <a:p>
            <a:pPr>
              <a:buNone/>
            </a:pPr>
            <a:endParaRPr lang="en-IN" dirty="0"/>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scene3d>
              <a:camera prst="orthographicFront"/>
              <a:lightRig rig="soft" dir="t">
                <a:rot lat="0" lon="0" rev="10800000"/>
              </a:lightRig>
            </a:scene3d>
            <a:sp3d>
              <a:bevelT w="27940" h="12700"/>
              <a:contourClr>
                <a:srgbClr val="DDDDDD"/>
              </a:contourClr>
            </a:sp3d>
          </a:bodyPr>
          <a:lstStyle/>
          <a:p>
            <a:r>
              <a:rPr lang="en-US" b="1" u="sng" spc="150" dirty="0" smtClean="0">
                <a:ln w="11430"/>
                <a:solidFill>
                  <a:srgbClr val="F8F8F8"/>
                </a:solidFill>
                <a:effectLst>
                  <a:outerShdw blurRad="25400" algn="tl" rotWithShape="0">
                    <a:srgbClr val="000000">
                      <a:alpha val="43000"/>
                    </a:srgbClr>
                  </a:outerShdw>
                </a:effectLst>
              </a:rPr>
              <a:t>(ನಿಯಮ 78) ಸೇರಿಕೆ ಕಾಲ ಎಷ್ಟು ಸಿಗುತ್ತದೆ.?</a:t>
            </a:r>
            <a:endParaRPr lang="en-IN" b="1" u="sng" spc="150" dirty="0">
              <a:ln w="11430"/>
              <a:solidFill>
                <a:srgbClr val="F8F8F8"/>
              </a:solidFill>
              <a:effectLst>
                <a:outerShdw blurRad="25400" algn="tl" rotWithShape="0">
                  <a:srgbClr val="000000">
                    <a:alpha val="43000"/>
                  </a:srgbClr>
                </a:outerShdw>
              </a:effectLst>
            </a:endParaRPr>
          </a:p>
        </p:txBody>
      </p:sp>
      <p:graphicFrame>
        <p:nvGraphicFramePr>
          <p:cNvPr id="4" name="Content Placeholder 3"/>
          <p:cNvGraphicFramePr>
            <a:graphicFrameLocks noGrp="1"/>
          </p:cNvGraphicFramePr>
          <p:nvPr>
            <p:ph idx="1"/>
          </p:nvPr>
        </p:nvGraphicFramePr>
        <p:xfrm>
          <a:off x="457200" y="1600200"/>
          <a:ext cx="8077200" cy="4796790"/>
        </p:xfrm>
        <a:graphic>
          <a:graphicData uri="http://schemas.openxmlformats.org/drawingml/2006/table">
            <a:tbl>
              <a:tblPr firstRow="1" bandRow="1">
                <a:tableStyleId>{F5AB1C69-6EDB-4FF4-983F-18BD219EF322}</a:tableStyleId>
              </a:tblPr>
              <a:tblGrid>
                <a:gridCol w="2019300">
                  <a:extLst>
                    <a:ext uri="{9D8B030D-6E8A-4147-A177-3AD203B41FA5}">
                      <a16:colId xmlns:a16="http://schemas.microsoft.com/office/drawing/2014/main" val="20000"/>
                    </a:ext>
                  </a:extLst>
                </a:gridCol>
                <a:gridCol w="2019300">
                  <a:extLst>
                    <a:ext uri="{9D8B030D-6E8A-4147-A177-3AD203B41FA5}">
                      <a16:colId xmlns:a16="http://schemas.microsoft.com/office/drawing/2014/main" val="20001"/>
                    </a:ext>
                  </a:extLst>
                </a:gridCol>
                <a:gridCol w="2019300">
                  <a:extLst>
                    <a:ext uri="{9D8B030D-6E8A-4147-A177-3AD203B41FA5}">
                      <a16:colId xmlns:a16="http://schemas.microsoft.com/office/drawing/2014/main" val="20002"/>
                    </a:ext>
                  </a:extLst>
                </a:gridCol>
                <a:gridCol w="2019300">
                  <a:extLst>
                    <a:ext uri="{9D8B030D-6E8A-4147-A177-3AD203B41FA5}">
                      <a16:colId xmlns:a16="http://schemas.microsoft.com/office/drawing/2014/main" val="20003"/>
                    </a:ext>
                  </a:extLst>
                </a:gridCol>
              </a:tblGrid>
              <a:tr h="590550">
                <a:tc gridSpan="2">
                  <a:txBody>
                    <a:bodyPr/>
                    <a:lstStyle/>
                    <a:p>
                      <a:pPr algn="ctr"/>
                      <a:r>
                        <a:rPr lang="en-US" dirty="0" smtClean="0"/>
                        <a:t>ಒಂದೇ</a:t>
                      </a:r>
                      <a:r>
                        <a:rPr lang="en-US" baseline="0" dirty="0" smtClean="0"/>
                        <a:t> </a:t>
                      </a:r>
                      <a:r>
                        <a:rPr lang="en-US" baseline="0" dirty="0" err="1" smtClean="0"/>
                        <a:t>ಸ್ಥಳದಲ್ಲಿ</a:t>
                      </a:r>
                      <a:r>
                        <a:rPr lang="en-US" baseline="0" dirty="0" smtClean="0"/>
                        <a:t> ವರ್ಗಾವಣೆ</a:t>
                      </a:r>
                      <a:endParaRPr lang="en-IN" b="1" dirty="0">
                        <a:solidFill>
                          <a:schemeClr val="bg1"/>
                        </a:solidFill>
                      </a:endParaRPr>
                    </a:p>
                  </a:txBody>
                  <a:tcPr>
                    <a:lnR w="38100" cap="flat" cmpd="sng" algn="ctr">
                      <a:solidFill>
                        <a:srgbClr val="C00000"/>
                      </a:solidFill>
                      <a:prstDash val="solid"/>
                      <a:round/>
                      <a:headEnd type="none" w="med" len="med"/>
                      <a:tailEnd type="none" w="med" len="med"/>
                    </a:lnR>
                    <a:lnB w="38100" cap="flat" cmpd="sng" algn="ctr">
                      <a:solidFill>
                        <a:srgbClr val="C00000"/>
                      </a:solidFill>
                      <a:prstDash val="solid"/>
                      <a:round/>
                      <a:headEnd type="none" w="med" len="med"/>
                      <a:tailEnd type="none" w="med" len="med"/>
                    </a:lnB>
                  </a:tcPr>
                </a:tc>
                <a:tc hMerge="1">
                  <a:txBody>
                    <a:bodyPr/>
                    <a:lstStyle/>
                    <a:p>
                      <a:endParaRPr lang="en-IN" dirty="0"/>
                    </a:p>
                  </a:txBody>
                  <a:tcPr/>
                </a:tc>
                <a:tc gridSpan="2">
                  <a:txBody>
                    <a:bodyPr/>
                    <a:lstStyle/>
                    <a:p>
                      <a:pPr algn="ctr"/>
                      <a:r>
                        <a:rPr lang="en-US" dirty="0" smtClean="0"/>
                        <a:t>ಬೇರೆ </a:t>
                      </a:r>
                      <a:r>
                        <a:rPr lang="en-US" dirty="0" err="1" smtClean="0"/>
                        <a:t>ಸ್ಥಳಕ್ಕೆ</a:t>
                      </a:r>
                      <a:r>
                        <a:rPr lang="en-US" baseline="0" dirty="0" smtClean="0"/>
                        <a:t> </a:t>
                      </a:r>
                      <a:r>
                        <a:rPr lang="en-US" baseline="0" dirty="0" err="1" smtClean="0"/>
                        <a:t>ವರ್ಗಾವಣೆಯಾದಾಗ</a:t>
                      </a:r>
                      <a:endParaRPr lang="en-IN" b="1" dirty="0">
                        <a:solidFill>
                          <a:schemeClr val="bg1"/>
                        </a:solidFill>
                      </a:endParaRPr>
                    </a:p>
                  </a:txBody>
                  <a:tcPr>
                    <a:lnL w="38100" cap="flat" cmpd="sng" algn="ctr">
                      <a:solidFill>
                        <a:srgbClr val="C00000"/>
                      </a:solidFill>
                      <a:prstDash val="solid"/>
                      <a:round/>
                      <a:headEnd type="none" w="med" len="med"/>
                      <a:tailEnd type="none" w="med" len="med"/>
                    </a:lnL>
                    <a:lnB w="38100" cap="flat" cmpd="sng" algn="ctr">
                      <a:solidFill>
                        <a:srgbClr val="C00000"/>
                      </a:solidFill>
                      <a:prstDash val="solid"/>
                      <a:round/>
                      <a:headEnd type="none" w="med" len="med"/>
                      <a:tailEnd type="none" w="med" len="med"/>
                    </a:lnB>
                  </a:tcPr>
                </a:tc>
                <a:tc hMerge="1">
                  <a:txBody>
                    <a:bodyPr/>
                    <a:lstStyle/>
                    <a:p>
                      <a:endParaRPr lang="en-IN" dirty="0"/>
                    </a:p>
                  </a:txBody>
                  <a:tcPr/>
                </a:tc>
                <a:extLst>
                  <a:ext uri="{0D108BD9-81ED-4DB2-BD59-A6C34878D82A}">
                    <a16:rowId xmlns:a16="http://schemas.microsoft.com/office/drawing/2014/main" val="10000"/>
                  </a:ext>
                </a:extLst>
              </a:tr>
              <a:tr h="590550">
                <a:tc>
                  <a:txBody>
                    <a:bodyPr/>
                    <a:lstStyle/>
                    <a:p>
                      <a:pPr algn="ctr"/>
                      <a:r>
                        <a:rPr lang="en-US" dirty="0" smtClean="0"/>
                        <a:t>ಸೇರುವ ಕಾಲ </a:t>
                      </a:r>
                      <a:endParaRPr lang="en-IN" dirty="0">
                        <a:solidFill>
                          <a:schemeClr val="bg1"/>
                        </a:solidFill>
                      </a:endParaRPr>
                    </a:p>
                  </a:txBody>
                  <a:tcPr>
                    <a:lnR w="38100" cap="flat" cmpd="sng" algn="ctr">
                      <a:solidFill>
                        <a:srgbClr val="C00000"/>
                      </a:solidFill>
                      <a:prstDash val="solid"/>
                      <a:round/>
                      <a:headEnd type="none" w="med" len="med"/>
                      <a:tailEnd type="none" w="med" len="med"/>
                    </a:lnR>
                    <a:lnT w="38100" cap="flat" cmpd="sng" algn="ctr">
                      <a:solidFill>
                        <a:srgbClr val="C00000"/>
                      </a:solidFill>
                      <a:prstDash val="solid"/>
                      <a:round/>
                      <a:headEnd type="none" w="med" len="med"/>
                      <a:tailEnd type="none" w="med" len="med"/>
                    </a:lnT>
                    <a:lnB w="38100" cap="flat" cmpd="sng" algn="ctr">
                      <a:solidFill>
                        <a:srgbClr val="C00000"/>
                      </a:solidFill>
                      <a:prstDash val="solid"/>
                      <a:round/>
                      <a:headEnd type="none" w="med" len="med"/>
                      <a:tailEnd type="none" w="med" len="med"/>
                    </a:lnB>
                  </a:tcPr>
                </a:tc>
                <a:tc>
                  <a:txBody>
                    <a:bodyPr/>
                    <a:lstStyle/>
                    <a:p>
                      <a:pPr algn="ctr"/>
                      <a:r>
                        <a:rPr lang="en-US" dirty="0" smtClean="0"/>
                        <a:t>ಇಲ್ಲ</a:t>
                      </a:r>
                      <a:endParaRPr lang="en-IN" dirty="0">
                        <a:solidFill>
                          <a:schemeClr val="bg1"/>
                        </a:solidFill>
                      </a:endParaRPr>
                    </a:p>
                  </a:txBody>
                  <a:tcPr>
                    <a:lnL w="38100" cap="flat" cmpd="sng" algn="ctr">
                      <a:solidFill>
                        <a:srgbClr val="C00000"/>
                      </a:solidFill>
                      <a:prstDash val="solid"/>
                      <a:round/>
                      <a:headEnd type="none" w="med" len="med"/>
                      <a:tailEnd type="none" w="med" len="med"/>
                    </a:lnL>
                    <a:lnR w="38100" cap="flat" cmpd="sng" algn="ctr">
                      <a:solidFill>
                        <a:srgbClr val="C00000"/>
                      </a:solidFill>
                      <a:prstDash val="solid"/>
                      <a:round/>
                      <a:headEnd type="none" w="med" len="med"/>
                      <a:tailEnd type="none" w="med" len="med"/>
                    </a:lnR>
                    <a:lnT w="38100" cap="flat" cmpd="sng" algn="ctr">
                      <a:solidFill>
                        <a:srgbClr val="C00000"/>
                      </a:solidFill>
                      <a:prstDash val="solid"/>
                      <a:round/>
                      <a:headEnd type="none" w="med" len="med"/>
                      <a:tailEnd type="none" w="med" len="med"/>
                    </a:lnT>
                    <a:lnB w="38100" cap="flat" cmpd="sng" algn="ctr">
                      <a:solidFill>
                        <a:srgbClr val="C00000"/>
                      </a:solidFill>
                      <a:prstDash val="solid"/>
                      <a:round/>
                      <a:headEnd type="none" w="med" len="med"/>
                      <a:tailEnd type="none" w="med" len="med"/>
                    </a:lnB>
                  </a:tcPr>
                </a:tc>
                <a:tc>
                  <a:txBody>
                    <a:bodyPr/>
                    <a:lstStyle/>
                    <a:p>
                      <a:pPr algn="ctr"/>
                      <a:r>
                        <a:rPr lang="en-US" dirty="0" smtClean="0"/>
                        <a:t>ಅಂತರ</a:t>
                      </a:r>
                      <a:endParaRPr lang="en-IN" dirty="0">
                        <a:solidFill>
                          <a:schemeClr val="bg1"/>
                        </a:solidFill>
                      </a:endParaRPr>
                    </a:p>
                  </a:txBody>
                  <a:tcPr>
                    <a:lnL w="38100" cap="flat" cmpd="sng" algn="ctr">
                      <a:solidFill>
                        <a:srgbClr val="C00000"/>
                      </a:solidFill>
                      <a:prstDash val="solid"/>
                      <a:round/>
                      <a:headEnd type="none" w="med" len="med"/>
                      <a:tailEnd type="none" w="med" len="med"/>
                    </a:lnL>
                    <a:lnR w="38100" cap="flat" cmpd="sng" algn="ctr">
                      <a:solidFill>
                        <a:srgbClr val="C00000"/>
                      </a:solidFill>
                      <a:prstDash val="solid"/>
                      <a:round/>
                      <a:headEnd type="none" w="med" len="med"/>
                      <a:tailEnd type="none" w="med" len="med"/>
                    </a:lnR>
                    <a:lnT w="38100" cap="flat" cmpd="sng" algn="ctr">
                      <a:solidFill>
                        <a:srgbClr val="C00000"/>
                      </a:solidFill>
                      <a:prstDash val="solid"/>
                      <a:round/>
                      <a:headEnd type="none" w="med" len="med"/>
                      <a:tailEnd type="none" w="med" len="med"/>
                    </a:lnT>
                    <a:lnB w="38100" cap="flat" cmpd="sng" algn="ctr">
                      <a:solidFill>
                        <a:srgbClr val="C00000"/>
                      </a:solidFill>
                      <a:prstDash val="solid"/>
                      <a:round/>
                      <a:headEnd type="none" w="med" len="med"/>
                      <a:tailEnd type="none" w="med" len="med"/>
                    </a:lnB>
                  </a:tcPr>
                </a:tc>
                <a:tc>
                  <a:txBody>
                    <a:bodyPr/>
                    <a:lstStyle/>
                    <a:p>
                      <a:pPr algn="ctr"/>
                      <a:r>
                        <a:rPr lang="en-US" dirty="0" smtClean="0"/>
                        <a:t>ಸೇರುವ ಕಾಲ</a:t>
                      </a:r>
                      <a:r>
                        <a:rPr lang="en-US" baseline="0" dirty="0" smtClean="0"/>
                        <a:t>ದ ಅವಧಿ</a:t>
                      </a:r>
                      <a:endParaRPr lang="en-IN" dirty="0">
                        <a:solidFill>
                          <a:schemeClr val="bg1"/>
                        </a:solidFill>
                      </a:endParaRPr>
                    </a:p>
                  </a:txBody>
                  <a:tcPr>
                    <a:lnL w="38100" cap="flat" cmpd="sng" algn="ctr">
                      <a:solidFill>
                        <a:srgbClr val="C00000"/>
                      </a:solidFill>
                      <a:prstDash val="solid"/>
                      <a:round/>
                      <a:headEnd type="none" w="med" len="med"/>
                      <a:tailEnd type="none" w="med" len="med"/>
                    </a:lnL>
                    <a:lnT w="38100" cap="flat" cmpd="sng" algn="ctr">
                      <a:solidFill>
                        <a:srgbClr val="C00000"/>
                      </a:solidFill>
                      <a:prstDash val="solid"/>
                      <a:round/>
                      <a:headEnd type="none" w="med" len="med"/>
                      <a:tailEnd type="none" w="med" len="med"/>
                    </a:lnT>
                    <a:lnB w="381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10001"/>
                  </a:ext>
                </a:extLst>
              </a:tr>
              <a:tr h="590550">
                <a:tc>
                  <a:txBody>
                    <a:bodyPr/>
                    <a:lstStyle/>
                    <a:p>
                      <a:pPr algn="l"/>
                      <a:r>
                        <a:rPr lang="en-US" dirty="0" smtClean="0"/>
                        <a:t>ಪೂರ್ವಾಹ್ನ</a:t>
                      </a:r>
                      <a:r>
                        <a:rPr lang="en-US" baseline="0" dirty="0" smtClean="0"/>
                        <a:t> ಬಿಡುಗಡೆ</a:t>
                      </a:r>
                      <a:endParaRPr lang="en-IN" dirty="0">
                        <a:solidFill>
                          <a:schemeClr val="bg1"/>
                        </a:solidFill>
                      </a:endParaRPr>
                    </a:p>
                  </a:txBody>
                  <a:tcPr>
                    <a:lnR w="38100" cap="flat" cmpd="sng" algn="ctr">
                      <a:solidFill>
                        <a:srgbClr val="C00000"/>
                      </a:solidFill>
                      <a:prstDash val="solid"/>
                      <a:round/>
                      <a:headEnd type="none" w="med" len="med"/>
                      <a:tailEnd type="none" w="med" len="med"/>
                    </a:lnR>
                    <a:lnT w="38100" cap="flat" cmpd="sng" algn="ctr">
                      <a:solidFill>
                        <a:srgbClr val="C00000"/>
                      </a:solidFill>
                      <a:prstDash val="solid"/>
                      <a:round/>
                      <a:headEnd type="none" w="med" len="med"/>
                      <a:tailEnd type="none" w="med" len="med"/>
                    </a:lnT>
                    <a:lnB w="38100" cap="flat" cmpd="sng" algn="ctr">
                      <a:solidFill>
                        <a:srgbClr val="C00000"/>
                      </a:solidFill>
                      <a:prstDash val="solid"/>
                      <a:round/>
                      <a:headEnd type="none" w="med" len="med"/>
                      <a:tailEnd type="none" w="med" len="med"/>
                    </a:lnB>
                  </a:tcPr>
                </a:tc>
                <a:tc>
                  <a:txBody>
                    <a:bodyPr/>
                    <a:lstStyle/>
                    <a:p>
                      <a:pPr algn="l"/>
                      <a:r>
                        <a:rPr lang="en-US" dirty="0" smtClean="0"/>
                        <a:t>ಅಪರಾಹ್ನ ಹಾಜರಾಗತಕ್ಕದ್ದು</a:t>
                      </a:r>
                      <a:endParaRPr lang="en-IN" dirty="0">
                        <a:solidFill>
                          <a:schemeClr val="bg1"/>
                        </a:solidFill>
                      </a:endParaRPr>
                    </a:p>
                  </a:txBody>
                  <a:tcPr>
                    <a:lnL w="38100" cap="flat" cmpd="sng" algn="ctr">
                      <a:solidFill>
                        <a:srgbClr val="C00000"/>
                      </a:solidFill>
                      <a:prstDash val="solid"/>
                      <a:round/>
                      <a:headEnd type="none" w="med" len="med"/>
                      <a:tailEnd type="none" w="med" len="med"/>
                    </a:lnL>
                    <a:lnR w="38100" cap="flat" cmpd="sng" algn="ctr">
                      <a:solidFill>
                        <a:srgbClr val="C00000"/>
                      </a:solidFill>
                      <a:prstDash val="solid"/>
                      <a:round/>
                      <a:headEnd type="none" w="med" len="med"/>
                      <a:tailEnd type="none" w="med" len="med"/>
                    </a:lnR>
                    <a:lnT w="38100" cap="flat" cmpd="sng" algn="ctr">
                      <a:solidFill>
                        <a:srgbClr val="C00000"/>
                      </a:solidFill>
                      <a:prstDash val="solid"/>
                      <a:round/>
                      <a:headEnd type="none" w="med" len="med"/>
                      <a:tailEnd type="none" w="med" len="med"/>
                    </a:lnT>
                    <a:lnB w="38100" cap="flat" cmpd="sng" algn="ctr">
                      <a:solidFill>
                        <a:srgbClr val="C00000"/>
                      </a:solidFill>
                      <a:prstDash val="solid"/>
                      <a:round/>
                      <a:headEnd type="none" w="med" len="med"/>
                      <a:tailEnd type="none" w="med" len="med"/>
                    </a:lnB>
                  </a:tcPr>
                </a:tc>
                <a:tc>
                  <a:txBody>
                    <a:bodyPr/>
                    <a:lstStyle/>
                    <a:p>
                      <a:pPr algn="l"/>
                      <a:r>
                        <a:rPr lang="en-US" dirty="0" smtClean="0"/>
                        <a:t>1000 ಕಿ.ಮೀ ವರೆಗೆ</a:t>
                      </a:r>
                      <a:endParaRPr lang="en-IN" dirty="0">
                        <a:solidFill>
                          <a:schemeClr val="bg1"/>
                        </a:solidFill>
                      </a:endParaRPr>
                    </a:p>
                  </a:txBody>
                  <a:tcPr>
                    <a:lnL w="38100" cap="flat" cmpd="sng" algn="ctr">
                      <a:solidFill>
                        <a:srgbClr val="C00000"/>
                      </a:solidFill>
                      <a:prstDash val="solid"/>
                      <a:round/>
                      <a:headEnd type="none" w="med" len="med"/>
                      <a:tailEnd type="none" w="med" len="med"/>
                    </a:lnL>
                    <a:lnR w="38100" cap="flat" cmpd="sng" algn="ctr">
                      <a:solidFill>
                        <a:srgbClr val="C00000"/>
                      </a:solidFill>
                      <a:prstDash val="solid"/>
                      <a:round/>
                      <a:headEnd type="none" w="med" len="med"/>
                      <a:tailEnd type="none" w="med" len="med"/>
                    </a:lnR>
                    <a:lnT w="38100" cap="flat" cmpd="sng" algn="ctr">
                      <a:solidFill>
                        <a:srgbClr val="C00000"/>
                      </a:solidFill>
                      <a:prstDash val="solid"/>
                      <a:round/>
                      <a:headEnd type="none" w="med" len="med"/>
                      <a:tailEnd type="none" w="med" len="med"/>
                    </a:lnT>
                    <a:lnB w="38100" cap="flat" cmpd="sng" algn="ctr">
                      <a:solidFill>
                        <a:srgbClr val="C00000"/>
                      </a:solidFill>
                      <a:prstDash val="solid"/>
                      <a:round/>
                      <a:headEnd type="none" w="med" len="med"/>
                      <a:tailEnd type="none" w="med" len="med"/>
                    </a:lnB>
                  </a:tcPr>
                </a:tc>
                <a:tc>
                  <a:txBody>
                    <a:bodyPr/>
                    <a:lstStyle/>
                    <a:p>
                      <a:pPr algn="l"/>
                      <a:r>
                        <a:rPr lang="en-US" dirty="0" smtClean="0"/>
                        <a:t>10 ದಿನಗಳು</a:t>
                      </a:r>
                      <a:endParaRPr lang="en-IN" dirty="0">
                        <a:solidFill>
                          <a:schemeClr val="bg1"/>
                        </a:solidFill>
                      </a:endParaRPr>
                    </a:p>
                  </a:txBody>
                  <a:tcPr>
                    <a:lnL w="38100" cap="flat" cmpd="sng" algn="ctr">
                      <a:solidFill>
                        <a:srgbClr val="C00000"/>
                      </a:solidFill>
                      <a:prstDash val="solid"/>
                      <a:round/>
                      <a:headEnd type="none" w="med" len="med"/>
                      <a:tailEnd type="none" w="med" len="med"/>
                    </a:lnL>
                    <a:lnT w="38100" cap="flat" cmpd="sng" algn="ctr">
                      <a:solidFill>
                        <a:srgbClr val="C00000"/>
                      </a:solidFill>
                      <a:prstDash val="solid"/>
                      <a:round/>
                      <a:headEnd type="none" w="med" len="med"/>
                      <a:tailEnd type="none" w="med" len="med"/>
                    </a:lnT>
                    <a:lnB w="381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10002"/>
                  </a:ext>
                </a:extLst>
              </a:tr>
              <a:tr h="590550">
                <a:tc>
                  <a:txBody>
                    <a:bodyPr/>
                    <a:lstStyle/>
                    <a:p>
                      <a:pPr algn="l"/>
                      <a:r>
                        <a:rPr lang="en-US" dirty="0" smtClean="0"/>
                        <a:t>ಅಪರಾಹ್ನ ಬಿಡುಗಡೆ</a:t>
                      </a:r>
                      <a:endParaRPr lang="en-IN" dirty="0">
                        <a:solidFill>
                          <a:schemeClr val="bg1"/>
                        </a:solidFill>
                      </a:endParaRPr>
                    </a:p>
                  </a:txBody>
                  <a:tcPr>
                    <a:lnR w="38100" cap="flat" cmpd="sng" algn="ctr">
                      <a:solidFill>
                        <a:srgbClr val="C00000"/>
                      </a:solidFill>
                      <a:prstDash val="solid"/>
                      <a:round/>
                      <a:headEnd type="none" w="med" len="med"/>
                      <a:tailEnd type="none" w="med" len="med"/>
                    </a:lnR>
                    <a:lnT w="38100" cap="flat" cmpd="sng" algn="ctr">
                      <a:solidFill>
                        <a:srgbClr val="C00000"/>
                      </a:solidFill>
                      <a:prstDash val="solid"/>
                      <a:round/>
                      <a:headEnd type="none" w="med" len="med"/>
                      <a:tailEnd type="none" w="med" len="med"/>
                    </a:lnT>
                    <a:lnB w="38100" cap="flat" cmpd="sng" algn="ctr">
                      <a:solidFill>
                        <a:srgbClr val="C00000"/>
                      </a:solidFill>
                      <a:prstDash val="solid"/>
                      <a:round/>
                      <a:headEnd type="none" w="med" len="med"/>
                      <a:tailEnd type="none" w="med" len="med"/>
                    </a:lnB>
                  </a:tcPr>
                </a:tc>
                <a:tc>
                  <a:txBody>
                    <a:bodyPr/>
                    <a:lstStyle/>
                    <a:p>
                      <a:pPr algn="l"/>
                      <a:r>
                        <a:rPr lang="en-US" dirty="0" smtClean="0"/>
                        <a:t>ಪೂರ್ವಾಹ್ನ</a:t>
                      </a:r>
                      <a:r>
                        <a:rPr lang="en-US" baseline="0" dirty="0" smtClean="0"/>
                        <a:t> ಹಾಜರಾಗತಕ್ಕದ್ದು</a:t>
                      </a:r>
                      <a:endParaRPr lang="en-IN" dirty="0">
                        <a:solidFill>
                          <a:schemeClr val="bg1"/>
                        </a:solidFill>
                      </a:endParaRPr>
                    </a:p>
                  </a:txBody>
                  <a:tcPr>
                    <a:lnL w="38100" cap="flat" cmpd="sng" algn="ctr">
                      <a:solidFill>
                        <a:srgbClr val="C00000"/>
                      </a:solidFill>
                      <a:prstDash val="solid"/>
                      <a:round/>
                      <a:headEnd type="none" w="med" len="med"/>
                      <a:tailEnd type="none" w="med" len="med"/>
                    </a:lnL>
                    <a:lnR w="38100" cap="flat" cmpd="sng" algn="ctr">
                      <a:solidFill>
                        <a:srgbClr val="C00000"/>
                      </a:solidFill>
                      <a:prstDash val="solid"/>
                      <a:round/>
                      <a:headEnd type="none" w="med" len="med"/>
                      <a:tailEnd type="none" w="med" len="med"/>
                    </a:lnR>
                    <a:lnT w="38100" cap="flat" cmpd="sng" algn="ctr">
                      <a:solidFill>
                        <a:srgbClr val="C00000"/>
                      </a:solidFill>
                      <a:prstDash val="solid"/>
                      <a:round/>
                      <a:headEnd type="none" w="med" len="med"/>
                      <a:tailEnd type="none" w="med" len="med"/>
                    </a:lnT>
                    <a:lnB w="38100" cap="flat" cmpd="sng" algn="ctr">
                      <a:solidFill>
                        <a:srgbClr val="C00000"/>
                      </a:solidFill>
                      <a:prstDash val="solid"/>
                      <a:round/>
                      <a:headEnd type="none" w="med" len="med"/>
                      <a:tailEnd type="none" w="med" len="med"/>
                    </a:lnB>
                  </a:tcPr>
                </a:tc>
                <a:tc>
                  <a:txBody>
                    <a:bodyPr/>
                    <a:lstStyle/>
                    <a:p>
                      <a:pPr algn="l"/>
                      <a:r>
                        <a:rPr lang="en-US" dirty="0" smtClean="0"/>
                        <a:t>1000 ಕಿ.ಮೀ</a:t>
                      </a:r>
                      <a:r>
                        <a:rPr lang="en-US" baseline="0" dirty="0" smtClean="0"/>
                        <a:t> ಯಿಂದ 2000 ಕಿ.ಮೀ ವರೆಗೆ</a:t>
                      </a:r>
                      <a:endParaRPr lang="en-IN" dirty="0">
                        <a:solidFill>
                          <a:schemeClr val="bg1"/>
                        </a:solidFill>
                      </a:endParaRPr>
                    </a:p>
                  </a:txBody>
                  <a:tcPr>
                    <a:lnL w="38100" cap="flat" cmpd="sng" algn="ctr">
                      <a:solidFill>
                        <a:srgbClr val="C00000"/>
                      </a:solidFill>
                      <a:prstDash val="solid"/>
                      <a:round/>
                      <a:headEnd type="none" w="med" len="med"/>
                      <a:tailEnd type="none" w="med" len="med"/>
                    </a:lnL>
                    <a:lnR w="38100" cap="flat" cmpd="sng" algn="ctr">
                      <a:solidFill>
                        <a:srgbClr val="C00000"/>
                      </a:solidFill>
                      <a:prstDash val="solid"/>
                      <a:round/>
                      <a:headEnd type="none" w="med" len="med"/>
                      <a:tailEnd type="none" w="med" len="med"/>
                    </a:lnR>
                    <a:lnT w="38100" cap="flat" cmpd="sng" algn="ctr">
                      <a:solidFill>
                        <a:srgbClr val="C00000"/>
                      </a:solidFill>
                      <a:prstDash val="solid"/>
                      <a:round/>
                      <a:headEnd type="none" w="med" len="med"/>
                      <a:tailEnd type="none" w="med" len="med"/>
                    </a:lnT>
                    <a:lnB w="38100" cap="flat" cmpd="sng" algn="ctr">
                      <a:solidFill>
                        <a:srgbClr val="C00000"/>
                      </a:solidFill>
                      <a:prstDash val="solid"/>
                      <a:round/>
                      <a:headEnd type="none" w="med" len="med"/>
                      <a:tailEnd type="none" w="med" len="med"/>
                    </a:lnB>
                  </a:tcPr>
                </a:tc>
                <a:tc>
                  <a:txBody>
                    <a:bodyPr/>
                    <a:lstStyle/>
                    <a:p>
                      <a:pPr algn="l"/>
                      <a:r>
                        <a:rPr lang="en-US" dirty="0" smtClean="0"/>
                        <a:t>12</a:t>
                      </a:r>
                      <a:r>
                        <a:rPr lang="en-US" baseline="0" dirty="0" smtClean="0"/>
                        <a:t> ದಿನಗಳು</a:t>
                      </a:r>
                      <a:endParaRPr lang="en-IN" dirty="0">
                        <a:solidFill>
                          <a:schemeClr val="bg1"/>
                        </a:solidFill>
                      </a:endParaRPr>
                    </a:p>
                  </a:txBody>
                  <a:tcPr>
                    <a:lnL w="38100" cap="flat" cmpd="sng" algn="ctr">
                      <a:solidFill>
                        <a:srgbClr val="C00000"/>
                      </a:solidFill>
                      <a:prstDash val="solid"/>
                      <a:round/>
                      <a:headEnd type="none" w="med" len="med"/>
                      <a:tailEnd type="none" w="med" len="med"/>
                    </a:lnL>
                    <a:lnT w="38100" cap="flat" cmpd="sng" algn="ctr">
                      <a:solidFill>
                        <a:srgbClr val="C00000"/>
                      </a:solidFill>
                      <a:prstDash val="solid"/>
                      <a:round/>
                      <a:headEnd type="none" w="med" len="med"/>
                      <a:tailEnd type="none" w="med" len="med"/>
                    </a:lnT>
                    <a:lnB w="381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10003"/>
                  </a:ext>
                </a:extLst>
              </a:tr>
              <a:tr h="590550">
                <a:tc gridSpan="2">
                  <a:txBody>
                    <a:bodyPr/>
                    <a:lstStyle/>
                    <a:p>
                      <a:pPr algn="l"/>
                      <a:r>
                        <a:rPr lang="en-US" dirty="0" smtClean="0"/>
                        <a:t>ಒಂದೇ</a:t>
                      </a:r>
                      <a:r>
                        <a:rPr lang="en-US" baseline="0" dirty="0" smtClean="0"/>
                        <a:t> ಸ್ಥಳ – ಅದೇ ನಗರ ವ್ಯಾಪ್ತಿ. ಅದೇ ಮಹಾನಗರ ವ್ಯಾಪ್ತಿ.</a:t>
                      </a:r>
                    </a:p>
                    <a:p>
                      <a:pPr algn="l"/>
                      <a:r>
                        <a:rPr lang="en-US" baseline="0" dirty="0" smtClean="0"/>
                        <a:t>ಟಿಪ್ಪಣಿ  : ಹುಬ್ಬಳಿ ಮತ್ತು ಧಾರವಾಡ ನಗರಗಳನ್ನು ಒಂದೇ ಮಹಾನಗರ ಪಾಲಿಕೆಯಲ್ಲಿ ಬಂದರೂ ಬೇರೆ ಬೇರೆ ಸ್ಥಳಗಳೆಂದು  ಪರಿಗಣಿಸಲಾಗುವುದು.</a:t>
                      </a:r>
                      <a:endParaRPr lang="en-IN" dirty="0">
                        <a:solidFill>
                          <a:schemeClr val="bg1"/>
                        </a:solidFill>
                      </a:endParaRPr>
                    </a:p>
                  </a:txBody>
                  <a:tcPr>
                    <a:lnR w="38100" cap="flat" cmpd="sng" algn="ctr">
                      <a:solidFill>
                        <a:srgbClr val="C00000"/>
                      </a:solidFill>
                      <a:prstDash val="solid"/>
                      <a:round/>
                      <a:headEnd type="none" w="med" len="med"/>
                      <a:tailEnd type="none" w="med" len="med"/>
                    </a:lnR>
                    <a:lnT w="38100" cap="flat" cmpd="sng" algn="ctr">
                      <a:solidFill>
                        <a:srgbClr val="C00000"/>
                      </a:solidFill>
                      <a:prstDash val="solid"/>
                      <a:round/>
                      <a:headEnd type="none" w="med" len="med"/>
                      <a:tailEnd type="none" w="med" len="med"/>
                    </a:lnT>
                  </a:tcPr>
                </a:tc>
                <a:tc hMerge="1">
                  <a:txBody>
                    <a:bodyPr/>
                    <a:lstStyle/>
                    <a:p>
                      <a:endParaRPr lang="en-IN" dirty="0"/>
                    </a:p>
                  </a:txBody>
                  <a:tcPr/>
                </a:tc>
                <a:tc gridSpan="2">
                  <a:txBody>
                    <a:bodyPr/>
                    <a:lstStyle/>
                    <a:p>
                      <a:pPr algn="l"/>
                      <a:r>
                        <a:rPr lang="en-US" dirty="0" smtClean="0"/>
                        <a:t>2000 ಕಿ.ಮೀ.ಗೆ</a:t>
                      </a:r>
                      <a:r>
                        <a:rPr lang="en-US" baseline="0" dirty="0" smtClean="0"/>
                        <a:t> ಮೇಲ್ಪಟ್ಟ 15 ದಿನಗಳು ಆದರೆ ವಿಮಾನದ ಮೂಲಕ ಪ್ರಯಾಣಿಸಿದಾಗ 12 ದಿನಗಳಿಗೆ ಸೀಮಿತ.ರೂ.40,050/- ಮತ್ತು ಅಧಿಕ ಮೂಲ ವೇತನ ಪಡೆಯುವ </a:t>
                      </a:r>
                      <a:r>
                        <a:rPr lang="en-US" baseline="0" dirty="0" err="1" smtClean="0"/>
                        <a:t>ನೌಕರರು</a:t>
                      </a:r>
                      <a:r>
                        <a:rPr lang="en-US" baseline="0" dirty="0" smtClean="0"/>
                        <a:t> ವರ್ಗಾವಣೆ </a:t>
                      </a:r>
                      <a:r>
                        <a:rPr lang="en-US" baseline="0" dirty="0" err="1" smtClean="0"/>
                        <a:t>ಕಾಲಕ್ಕೂ</a:t>
                      </a:r>
                      <a:r>
                        <a:rPr lang="en-US" baseline="0" dirty="0" smtClean="0"/>
                        <a:t> ವಿಮಾನದ ಮೂಲಕ ಪ್ರಯಾಣಿಸಬಹುದು.</a:t>
                      </a:r>
                      <a:endParaRPr lang="en-IN" dirty="0">
                        <a:solidFill>
                          <a:schemeClr val="bg1"/>
                        </a:solidFill>
                      </a:endParaRPr>
                    </a:p>
                  </a:txBody>
                  <a:tcPr>
                    <a:lnL w="38100" cap="flat" cmpd="sng" algn="ctr">
                      <a:solidFill>
                        <a:srgbClr val="C00000"/>
                      </a:solidFill>
                      <a:prstDash val="solid"/>
                      <a:round/>
                      <a:headEnd type="none" w="med" len="med"/>
                      <a:tailEnd type="none" w="med" len="med"/>
                    </a:lnL>
                    <a:lnT w="38100" cap="flat" cmpd="sng" algn="ctr">
                      <a:solidFill>
                        <a:srgbClr val="C00000"/>
                      </a:solidFill>
                      <a:prstDash val="solid"/>
                      <a:round/>
                      <a:headEnd type="none" w="med" len="med"/>
                      <a:tailEnd type="none" w="med" len="med"/>
                    </a:lnT>
                  </a:tcPr>
                </a:tc>
                <a:tc hMerge="1">
                  <a:txBody>
                    <a:bodyPr/>
                    <a:lstStyle/>
                    <a:p>
                      <a:endParaRPr lang="en-IN" dirty="0"/>
                    </a:p>
                  </a:txBody>
                  <a:tcPr/>
                </a:tc>
                <a:extLst>
                  <a:ext uri="{0D108BD9-81ED-4DB2-BD59-A6C34878D82A}">
                    <a16:rowId xmlns:a16="http://schemas.microsoft.com/office/drawing/2014/main" val="10004"/>
                  </a:ext>
                </a:extLst>
              </a:tr>
            </a:tbl>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ppt_x</p:attrName>
                                        </p:attrNameLst>
                                      </p:cBhvr>
                                      <p:tavLst>
                                        <p:tav tm="0">
                                          <p:val>
                                            <p:strVal val="#ppt_x"/>
                                          </p:val>
                                        </p:tav>
                                        <p:tav tm="100000">
                                          <p:val>
                                            <p:strVal val="#ppt_x"/>
                                          </p:val>
                                        </p:tav>
                                      </p:tavLst>
                                    </p:anim>
                                    <p:anim calcmode="lin" valueType="num">
                                      <p:cBhvr>
                                        <p:cTn id="9" dur="2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000"/>
                                        <p:tgtEl>
                                          <p:spTgt spid="4"/>
                                        </p:tgtEl>
                                      </p:cBhvr>
                                    </p:animEffect>
                                    <p:anim calcmode="lin" valueType="num">
                                      <p:cBhvr>
                                        <p:cTn id="15" dur="2000" fill="hold"/>
                                        <p:tgtEl>
                                          <p:spTgt spid="4"/>
                                        </p:tgtEl>
                                        <p:attrNameLst>
                                          <p:attrName>ppt_x</p:attrName>
                                        </p:attrNameLst>
                                      </p:cBhvr>
                                      <p:tavLst>
                                        <p:tav tm="0">
                                          <p:val>
                                            <p:strVal val="#ppt_x"/>
                                          </p:val>
                                        </p:tav>
                                        <p:tav tm="100000">
                                          <p:val>
                                            <p:strVal val="#ppt_x"/>
                                          </p:val>
                                        </p:tav>
                                      </p:tavLst>
                                    </p:anim>
                                    <p:anim calcmode="lin" valueType="num">
                                      <p:cBhvr>
                                        <p:cTn id="16" dur="2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8229600" cy="1295400"/>
          </a:xfrm>
        </p:spPr>
        <p:txBody>
          <a:bodyPr>
            <a:noAutofit/>
          </a:bodyPr>
          <a:lstStyle/>
          <a:p>
            <a:r>
              <a:rPr lang="en-US" sz="3200"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ನಿಯಮ 79: ಸೇರಿಕೆ </a:t>
            </a:r>
            <a:r>
              <a:rPr lang="en-US" sz="3200" u="sng" dirty="0" err="1" smtClean="0">
                <a:ln w="18415" cmpd="sng">
                  <a:solidFill>
                    <a:srgbClr val="FFFFFF"/>
                  </a:solidFill>
                  <a:prstDash val="solid"/>
                </a:ln>
                <a:solidFill>
                  <a:srgbClr val="FFFFFF"/>
                </a:solidFill>
                <a:effectLst>
                  <a:outerShdw blurRad="63500" dir="3600000" algn="tl" rotWithShape="0">
                    <a:srgbClr val="000000">
                      <a:alpha val="70000"/>
                    </a:srgbClr>
                  </a:outerShdw>
                </a:effectLst>
              </a:rPr>
              <a:t>ಕಾಲದಲ್ಲಿದ್ದಾಗ</a:t>
            </a:r>
            <a:r>
              <a:rPr lang="en-US" sz="3200"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ವರ್ಗಾವಣೆ </a:t>
            </a:r>
            <a:r>
              <a:rPr lang="en-US" sz="3200" u="sng" dirty="0" err="1" smtClean="0">
                <a:ln w="18415" cmpd="sng">
                  <a:solidFill>
                    <a:srgbClr val="FFFFFF"/>
                  </a:solidFill>
                  <a:prstDash val="solid"/>
                </a:ln>
                <a:solidFill>
                  <a:srgbClr val="FFFFFF"/>
                </a:solidFill>
                <a:effectLst>
                  <a:outerShdw blurRad="63500" dir="3600000" algn="tl" rotWithShape="0">
                    <a:srgbClr val="000000">
                      <a:alpha val="70000"/>
                    </a:srgbClr>
                  </a:outerShdw>
                </a:effectLst>
              </a:rPr>
              <a:t>ಯಲ್ಲಿ</a:t>
            </a:r>
            <a:r>
              <a:rPr lang="en-US" sz="3200"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a:t>
            </a:r>
            <a:r>
              <a:rPr lang="en-US" sz="3200" u="sng" dirty="0" err="1" smtClean="0">
                <a:ln w="18415" cmpd="sng">
                  <a:solidFill>
                    <a:srgbClr val="FFFFFF"/>
                  </a:solidFill>
                  <a:prstDash val="solid"/>
                </a:ln>
                <a:solidFill>
                  <a:srgbClr val="FFFFFF"/>
                </a:solidFill>
                <a:effectLst>
                  <a:outerShdw blurRad="63500" dir="3600000" algn="tl" rotWithShape="0">
                    <a:srgbClr val="000000">
                      <a:alpha val="70000"/>
                    </a:srgbClr>
                  </a:outerShdw>
                </a:effectLst>
              </a:rPr>
              <a:t>ಬದಲಾವಣೆ</a:t>
            </a:r>
            <a:r>
              <a:rPr lang="en-US" sz="3200"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a:t>
            </a:r>
            <a:r>
              <a:rPr lang="en-US" sz="32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a:r>
            <a:br>
              <a:rPr lang="en-US" sz="32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br>
            <a:endParaRPr lang="en-IN" sz="32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3" name="Subtitle 2"/>
          <p:cNvSpPr>
            <a:spLocks noGrp="1"/>
          </p:cNvSpPr>
          <p:nvPr>
            <p:ph type="subTitle" idx="1"/>
          </p:nvPr>
        </p:nvSpPr>
        <p:spPr>
          <a:xfrm>
            <a:off x="152400" y="1371600"/>
            <a:ext cx="8991600" cy="5105400"/>
          </a:xfrm>
        </p:spPr>
        <p:txBody>
          <a:bodyPr>
            <a:normAutofit fontScale="92500" lnSpcReduction="20000"/>
          </a:bodyPr>
          <a:lstStyle/>
          <a:p>
            <a:pPr algn="just">
              <a:lnSpc>
                <a:spcPct val="150000"/>
              </a:lnSpc>
            </a:pPr>
            <a:r>
              <a:rPr lang="en-US" dirty="0" smtClean="0">
                <a:solidFill>
                  <a:schemeClr val="accent6">
                    <a:lumMod val="50000"/>
                  </a:schemeClr>
                </a:solidFill>
              </a:rPr>
              <a:t>   </a:t>
            </a:r>
            <a:r>
              <a:rPr lang="en-US" sz="2400" b="1" dirty="0" smtClean="0">
                <a:solidFill>
                  <a:srgbClr val="0070C0"/>
                </a:solidFill>
              </a:rPr>
              <a:t>ಸೇರಿಕೆ ಕಾಲದಲ್ಲಿರುವಾಗ  ಎರಡನೇ ವರ್ಗಾವಣಾ ಆಜ್ಞೆ ಮತ್ತೊಂದು ಸ್ಥಳಕ್ಕೆ ಆದರೆ  ಉಪಯೋಗಿಸಿದ ಸೇರಿಕೆ ಕಾಲವು ಸೇರಿ ವರ್ಗಾವಣೆ ಆಜ್ಞೆ ದೊರೆತ  ಮರುದಿನದಿಂದ ನಿಯಮ 78 ರಂತೆ ಪುನಃ ಸೇರಿಕೆ ಕಾಲ ಸಿಗುತ್ತದೆ,ಎರಡನೇ ಸೇರಿಕೆ ಕಾಲಕ್ಕೆ ಆಜ್ಞೆ ಕೈ ಸೇರುವ ಸ್ಥಳದಿಂದಲ್ಲೇ ವರ್ಗಾವಣೆಯಾಗಿದೆ ಎಂದು ಲೆಕ್ಕ ಹಾಕಬೇಕು</a:t>
            </a:r>
            <a:r>
              <a:rPr lang="en-US" b="1" dirty="0" smtClean="0">
                <a:solidFill>
                  <a:srgbClr val="0070C0"/>
                </a:solidFill>
              </a:rPr>
              <a:t>.</a:t>
            </a:r>
          </a:p>
          <a:p>
            <a:pPr algn="l">
              <a:buFont typeface="Arial" pitchFamily="34" charset="0"/>
              <a:buChar char="•"/>
            </a:pPr>
            <a:r>
              <a:rPr lang="en-US" sz="2800" u="sng" dirty="0" smtClean="0">
                <a:solidFill>
                  <a:srgbClr val="FF0000"/>
                </a:solidFill>
              </a:rPr>
              <a:t>ನಿಯಮ 80 ಮತ್ತು 82 : ತರಬೇತಿ ಅಥವಾ ಶಿಕ್ಷಣದ ನಂತರ ವಾಪಸಾತಿ </a:t>
            </a:r>
            <a:r>
              <a:rPr lang="en-US" sz="3600" u="sng" dirty="0" smtClean="0">
                <a:solidFill>
                  <a:srgbClr val="FF0000"/>
                </a:solidFill>
              </a:rPr>
              <a:t>:</a:t>
            </a:r>
          </a:p>
          <a:p>
            <a:pPr marL="514350" indent="-514350" algn="just">
              <a:lnSpc>
                <a:spcPct val="160000"/>
              </a:lnSpc>
            </a:pPr>
            <a:r>
              <a:rPr lang="en-US" sz="1800" dirty="0" smtClean="0">
                <a:solidFill>
                  <a:schemeClr val="bg1"/>
                </a:solidFill>
              </a:rPr>
              <a:t>     1</a:t>
            </a:r>
            <a:r>
              <a:rPr lang="en-US" sz="1800" b="1" dirty="0" smtClean="0">
                <a:solidFill>
                  <a:schemeClr val="bg1"/>
                </a:solidFill>
              </a:rPr>
              <a:t>)  ಹೊರ ದೇಶಗಳಲ್ಲಿ ಉನ್ನತ ಶಿಕ್ಷಣದ ಅಥವಾ ತರಬೇತಿ ಮುಗಿದ ನಂತರ ತಮ್ಮ ಸೇವಾ ಸ್ಥಳಕ್ಕೆ ಹಾಜರಾಗಲು ಗರಿಷ್ಠ 7 ದಿನಗಳು ಸೇರುವ ಕಾಲ ಲಭ್ಯವಿರುತ್ತದೆ.</a:t>
            </a:r>
          </a:p>
          <a:p>
            <a:pPr marL="514350" indent="-514350" algn="just">
              <a:lnSpc>
                <a:spcPct val="160000"/>
              </a:lnSpc>
            </a:pPr>
            <a:r>
              <a:rPr lang="en-US" sz="1800" b="1" dirty="0" smtClean="0">
                <a:solidFill>
                  <a:schemeClr val="bg1"/>
                </a:solidFill>
              </a:rPr>
              <a:t>     2)  ಹೊರ ದೇಶಗಳಲ್ಲಿ ನಿಯೋಜನೆ ಮೇಲೆ ಇದ್ದವರಿಗೂ ಗರಿಷ್ಠ 7 ದಿನಗಳ ಕಾಲ ಸೇರಿಕೆ ಕಾಲ ಲಭ್ಯವಿರುತ್ತದೆ.</a:t>
            </a:r>
            <a:endParaRPr lang="en-US" b="1" dirty="0" smtClean="0">
              <a:solidFill>
                <a:schemeClr val="bg1"/>
              </a:solidFill>
            </a:endParaRPr>
          </a:p>
          <a:p>
            <a:pPr marL="514350" indent="-514350" algn="l"/>
            <a:endParaRPr lang="en-US" sz="2800" dirty="0" smtClean="0">
              <a:solidFill>
                <a:srgbClr val="FF0000"/>
              </a:solidFill>
            </a:endParaRP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228600"/>
            <a:ext cx="8686800" cy="6324600"/>
          </a:xfrm>
        </p:spPr>
        <p:txBody>
          <a:bodyPr>
            <a:normAutofit fontScale="92500"/>
          </a:bodyPr>
          <a:lstStyle/>
          <a:p>
            <a:pPr marL="514350" indent="-514350" algn="l"/>
            <a:endParaRPr lang="en-US" sz="2600" u="sng" dirty="0" smtClean="0">
              <a:solidFill>
                <a:srgbClr val="FF0000"/>
              </a:solidFill>
            </a:endParaRPr>
          </a:p>
          <a:p>
            <a:pPr marL="514350" indent="-514350" algn="l">
              <a:buFont typeface="Arial" pitchFamily="34" charset="0"/>
              <a:buChar char="•"/>
            </a:pPr>
            <a:r>
              <a:rPr lang="en-US" sz="2800" u="sng" dirty="0" err="1" smtClean="0">
                <a:solidFill>
                  <a:srgbClr val="FF0000"/>
                </a:solidFill>
              </a:rPr>
              <a:t>ನಿಯಮ</a:t>
            </a:r>
            <a:r>
              <a:rPr lang="en-US" sz="2800" u="sng" dirty="0" smtClean="0">
                <a:solidFill>
                  <a:srgbClr val="FF0000"/>
                </a:solidFill>
              </a:rPr>
              <a:t> 82 : </a:t>
            </a:r>
            <a:r>
              <a:rPr lang="en-US" sz="2800" u="sng" dirty="0" err="1" smtClean="0">
                <a:solidFill>
                  <a:srgbClr val="FF0000"/>
                </a:solidFill>
              </a:rPr>
              <a:t>ಸೇರಿಕೆ</a:t>
            </a:r>
            <a:r>
              <a:rPr lang="en-US" sz="2800" u="sng" dirty="0" smtClean="0">
                <a:solidFill>
                  <a:srgbClr val="FF0000"/>
                </a:solidFill>
              </a:rPr>
              <a:t> </a:t>
            </a:r>
            <a:r>
              <a:rPr lang="en-US" sz="2800" u="sng" dirty="0" err="1" smtClean="0">
                <a:solidFill>
                  <a:srgbClr val="FF0000"/>
                </a:solidFill>
              </a:rPr>
              <a:t>ಕಾಲದೊಂದಿಗೆ</a:t>
            </a:r>
            <a:r>
              <a:rPr lang="en-US" sz="2800" u="sng" dirty="0" smtClean="0">
                <a:solidFill>
                  <a:srgbClr val="FF0000"/>
                </a:solidFill>
              </a:rPr>
              <a:t> </a:t>
            </a:r>
            <a:r>
              <a:rPr lang="en-US" sz="2800" u="sng" dirty="0" err="1" smtClean="0">
                <a:solidFill>
                  <a:srgbClr val="FF0000"/>
                </a:solidFill>
              </a:rPr>
              <a:t>ಸಾರ್ವತ್ರಿಕ</a:t>
            </a:r>
            <a:r>
              <a:rPr lang="en-US" sz="2800" u="sng" dirty="0" smtClean="0">
                <a:solidFill>
                  <a:srgbClr val="FF0000"/>
                </a:solidFill>
              </a:rPr>
              <a:t> </a:t>
            </a:r>
            <a:r>
              <a:rPr lang="en-US" sz="2800" u="sng" dirty="0" err="1" smtClean="0">
                <a:solidFill>
                  <a:srgbClr val="FF0000"/>
                </a:solidFill>
              </a:rPr>
              <a:t>ರಜೆ</a:t>
            </a:r>
            <a:r>
              <a:rPr lang="en-US" sz="2800" u="sng" dirty="0" smtClean="0">
                <a:solidFill>
                  <a:srgbClr val="FF0000"/>
                </a:solidFill>
              </a:rPr>
              <a:t> </a:t>
            </a:r>
            <a:r>
              <a:rPr lang="en-US" sz="2800" u="sng" dirty="0" err="1" smtClean="0">
                <a:solidFill>
                  <a:srgbClr val="FF0000"/>
                </a:solidFill>
              </a:rPr>
              <a:t>ಸೇರ್ಪಡೆ</a:t>
            </a:r>
            <a:r>
              <a:rPr lang="en-US" sz="2800" u="sng" dirty="0" smtClean="0">
                <a:solidFill>
                  <a:srgbClr val="FF0000"/>
                </a:solidFill>
              </a:rPr>
              <a:t> </a:t>
            </a:r>
            <a:r>
              <a:rPr lang="en-US" sz="2200" u="sng" dirty="0" smtClean="0">
                <a:solidFill>
                  <a:srgbClr val="FF0000"/>
                </a:solidFill>
              </a:rPr>
              <a:t>:</a:t>
            </a:r>
          </a:p>
          <a:p>
            <a:pPr algn="just"/>
            <a:r>
              <a:rPr lang="en-US" sz="2200" dirty="0" smtClean="0">
                <a:solidFill>
                  <a:schemeClr val="bg1"/>
                </a:solidFill>
              </a:rPr>
              <a:t>                </a:t>
            </a:r>
            <a:r>
              <a:rPr lang="en-US" sz="2200" dirty="0" err="1" smtClean="0">
                <a:solidFill>
                  <a:schemeClr val="bg1"/>
                </a:solidFill>
              </a:rPr>
              <a:t>ಸಾರ್ವತ್ರಿಕ</a:t>
            </a:r>
            <a:r>
              <a:rPr lang="en-US" sz="2200" dirty="0" smtClean="0">
                <a:solidFill>
                  <a:schemeClr val="bg1"/>
                </a:solidFill>
              </a:rPr>
              <a:t> </a:t>
            </a:r>
            <a:r>
              <a:rPr lang="en-US" sz="2200" dirty="0" err="1" smtClean="0">
                <a:solidFill>
                  <a:schemeClr val="bg1"/>
                </a:solidFill>
              </a:rPr>
              <a:t>ರಜಾ</a:t>
            </a:r>
            <a:r>
              <a:rPr lang="en-US" sz="2200" dirty="0" smtClean="0">
                <a:solidFill>
                  <a:schemeClr val="bg1"/>
                </a:solidFill>
              </a:rPr>
              <a:t> </a:t>
            </a:r>
            <a:r>
              <a:rPr lang="en-US" sz="2200" dirty="0" err="1" smtClean="0">
                <a:solidFill>
                  <a:schemeClr val="bg1"/>
                </a:solidFill>
              </a:rPr>
              <a:t>ದಿಗಳನ್ನು</a:t>
            </a:r>
            <a:r>
              <a:rPr lang="en-US" sz="2200" dirty="0" smtClean="0">
                <a:solidFill>
                  <a:schemeClr val="bg1"/>
                </a:solidFill>
              </a:rPr>
              <a:t> </a:t>
            </a:r>
            <a:r>
              <a:rPr lang="en-US" sz="2200" dirty="0" err="1" smtClean="0">
                <a:solidFill>
                  <a:schemeClr val="bg1"/>
                </a:solidFill>
              </a:rPr>
              <a:t>ಸೇರುವ</a:t>
            </a:r>
            <a:r>
              <a:rPr lang="en-US" sz="2200" dirty="0" smtClean="0">
                <a:solidFill>
                  <a:schemeClr val="bg1"/>
                </a:solidFill>
              </a:rPr>
              <a:t> </a:t>
            </a:r>
            <a:r>
              <a:rPr lang="en-US" sz="2200" dirty="0" err="1" smtClean="0">
                <a:solidFill>
                  <a:schemeClr val="bg1"/>
                </a:solidFill>
              </a:rPr>
              <a:t>ಕಾಲದ</a:t>
            </a:r>
            <a:r>
              <a:rPr lang="en-US" sz="2200" dirty="0" smtClean="0">
                <a:solidFill>
                  <a:schemeClr val="bg1"/>
                </a:solidFill>
              </a:rPr>
              <a:t> </a:t>
            </a:r>
            <a:r>
              <a:rPr lang="en-US" sz="2200" dirty="0" err="1" smtClean="0">
                <a:solidFill>
                  <a:schemeClr val="bg1"/>
                </a:solidFill>
              </a:rPr>
              <a:t>ಮಧ್ಯದಲ್ಲಿ</a:t>
            </a:r>
            <a:r>
              <a:rPr lang="en-US" sz="2200" dirty="0" smtClean="0">
                <a:solidFill>
                  <a:schemeClr val="bg1"/>
                </a:solidFill>
              </a:rPr>
              <a:t> </a:t>
            </a:r>
            <a:r>
              <a:rPr lang="en-US" sz="2200" dirty="0" err="1" smtClean="0">
                <a:solidFill>
                  <a:schemeClr val="bg1"/>
                </a:solidFill>
              </a:rPr>
              <a:t>ಬಳಸಲು</a:t>
            </a:r>
            <a:r>
              <a:rPr lang="en-US" sz="2200" dirty="0" smtClean="0">
                <a:solidFill>
                  <a:schemeClr val="bg1"/>
                </a:solidFill>
              </a:rPr>
              <a:t> </a:t>
            </a:r>
            <a:r>
              <a:rPr lang="en-US" sz="2200" dirty="0" err="1" smtClean="0">
                <a:solidFill>
                  <a:schemeClr val="bg1"/>
                </a:solidFill>
              </a:rPr>
              <a:t>ಬರುವುದಿಲ್ಲ</a:t>
            </a:r>
            <a:r>
              <a:rPr lang="en-US" sz="2200" dirty="0" smtClean="0">
                <a:solidFill>
                  <a:schemeClr val="bg1"/>
                </a:solidFill>
              </a:rPr>
              <a:t>. ಈ </a:t>
            </a:r>
            <a:r>
              <a:rPr lang="en-US" sz="2200" dirty="0" err="1" smtClean="0">
                <a:solidFill>
                  <a:schemeClr val="bg1"/>
                </a:solidFill>
              </a:rPr>
              <a:t>ರಜಾ</a:t>
            </a:r>
            <a:r>
              <a:rPr lang="en-US" sz="2200" dirty="0" smtClean="0">
                <a:solidFill>
                  <a:schemeClr val="bg1"/>
                </a:solidFill>
              </a:rPr>
              <a:t> </a:t>
            </a:r>
            <a:r>
              <a:rPr lang="en-US" sz="2200" dirty="0" err="1" smtClean="0">
                <a:solidFill>
                  <a:schemeClr val="bg1"/>
                </a:solidFill>
              </a:rPr>
              <a:t>ದಿನಗಳು</a:t>
            </a:r>
            <a:r>
              <a:rPr lang="en-US" sz="2200" dirty="0" smtClean="0">
                <a:solidFill>
                  <a:schemeClr val="bg1"/>
                </a:solidFill>
              </a:rPr>
              <a:t> </a:t>
            </a:r>
            <a:r>
              <a:rPr lang="en-US" sz="2200" dirty="0" err="1" smtClean="0">
                <a:solidFill>
                  <a:schemeClr val="bg1"/>
                </a:solidFill>
              </a:rPr>
              <a:t>ಸೇರಿವ</a:t>
            </a:r>
            <a:r>
              <a:rPr lang="en-US" sz="2200" dirty="0" smtClean="0">
                <a:solidFill>
                  <a:schemeClr val="bg1"/>
                </a:solidFill>
              </a:rPr>
              <a:t> </a:t>
            </a:r>
            <a:r>
              <a:rPr lang="en-US" sz="2200" dirty="0" err="1" smtClean="0">
                <a:solidFill>
                  <a:schemeClr val="bg1"/>
                </a:solidFill>
              </a:rPr>
              <a:t>ಕಾಲವೆಂದು</a:t>
            </a:r>
            <a:r>
              <a:rPr lang="en-US" sz="2200" dirty="0" smtClean="0">
                <a:solidFill>
                  <a:schemeClr val="bg1"/>
                </a:solidFill>
              </a:rPr>
              <a:t> </a:t>
            </a:r>
            <a:r>
              <a:rPr lang="en-US" sz="2200" dirty="0" err="1" smtClean="0">
                <a:solidFill>
                  <a:schemeClr val="bg1"/>
                </a:solidFill>
              </a:rPr>
              <a:t>ಪರಿಗಣಿಸಲ್ಪಡುತ್ತದೆ</a:t>
            </a:r>
            <a:r>
              <a:rPr lang="en-US" sz="2200" dirty="0" smtClean="0">
                <a:solidFill>
                  <a:schemeClr val="bg1"/>
                </a:solidFill>
              </a:rPr>
              <a:t>. </a:t>
            </a:r>
            <a:r>
              <a:rPr lang="en-US" sz="2200" dirty="0" err="1" smtClean="0">
                <a:solidFill>
                  <a:schemeClr val="bg1"/>
                </a:solidFill>
              </a:rPr>
              <a:t>ಆದರೆ</a:t>
            </a:r>
            <a:r>
              <a:rPr lang="en-US" sz="2200" dirty="0" smtClean="0">
                <a:solidFill>
                  <a:schemeClr val="bg1"/>
                </a:solidFill>
              </a:rPr>
              <a:t> </a:t>
            </a:r>
            <a:r>
              <a:rPr lang="en-US" sz="2200" dirty="0" err="1" smtClean="0">
                <a:solidFill>
                  <a:schemeClr val="bg1"/>
                </a:solidFill>
              </a:rPr>
              <a:t>ಸೇರಿವ</a:t>
            </a:r>
            <a:r>
              <a:rPr lang="en-US" sz="2200" dirty="0" smtClean="0">
                <a:solidFill>
                  <a:schemeClr val="bg1"/>
                </a:solidFill>
              </a:rPr>
              <a:t> </a:t>
            </a:r>
            <a:r>
              <a:rPr lang="en-US" sz="2200" dirty="0" err="1" smtClean="0">
                <a:solidFill>
                  <a:schemeClr val="bg1"/>
                </a:solidFill>
              </a:rPr>
              <a:t>ಕಾಲದ</a:t>
            </a:r>
            <a:r>
              <a:rPr lang="en-US" sz="2200" dirty="0" smtClean="0">
                <a:solidFill>
                  <a:schemeClr val="bg1"/>
                </a:solidFill>
              </a:rPr>
              <a:t> </a:t>
            </a:r>
            <a:r>
              <a:rPr lang="en-US" sz="2200" dirty="0" err="1" smtClean="0">
                <a:solidFill>
                  <a:schemeClr val="bg1"/>
                </a:solidFill>
              </a:rPr>
              <a:t>ನಂತರ</a:t>
            </a:r>
            <a:r>
              <a:rPr lang="en-US" sz="2200" dirty="0" smtClean="0">
                <a:solidFill>
                  <a:schemeClr val="bg1"/>
                </a:solidFill>
              </a:rPr>
              <a:t> </a:t>
            </a:r>
            <a:r>
              <a:rPr lang="en-US" sz="2200" dirty="0" err="1" smtClean="0">
                <a:solidFill>
                  <a:schemeClr val="bg1"/>
                </a:solidFill>
              </a:rPr>
              <a:t>ಬಂದ</a:t>
            </a:r>
            <a:r>
              <a:rPr lang="en-US" sz="2200" dirty="0" smtClean="0">
                <a:solidFill>
                  <a:schemeClr val="bg1"/>
                </a:solidFill>
              </a:rPr>
              <a:t> </a:t>
            </a:r>
            <a:r>
              <a:rPr lang="en-US" sz="2200" dirty="0" err="1" smtClean="0">
                <a:solidFill>
                  <a:schemeClr val="bg1"/>
                </a:solidFill>
              </a:rPr>
              <a:t>ಸಾರ್ವತ್ರಿಕ</a:t>
            </a:r>
            <a:r>
              <a:rPr lang="en-US" sz="2200" dirty="0" smtClean="0">
                <a:solidFill>
                  <a:schemeClr val="bg1"/>
                </a:solidFill>
              </a:rPr>
              <a:t> </a:t>
            </a:r>
            <a:r>
              <a:rPr lang="en-US" sz="2200" dirty="0" err="1" smtClean="0">
                <a:solidFill>
                  <a:schemeClr val="bg1"/>
                </a:solidFill>
              </a:rPr>
              <a:t>ರಜಾ</a:t>
            </a:r>
            <a:r>
              <a:rPr lang="en-US" sz="2200" dirty="0" smtClean="0">
                <a:solidFill>
                  <a:schemeClr val="bg1"/>
                </a:solidFill>
              </a:rPr>
              <a:t> </a:t>
            </a:r>
            <a:r>
              <a:rPr lang="en-US" sz="2200" dirty="0" err="1" smtClean="0">
                <a:solidFill>
                  <a:schemeClr val="bg1"/>
                </a:solidFill>
              </a:rPr>
              <a:t>ದಿನಗಳನ್ನು</a:t>
            </a:r>
            <a:r>
              <a:rPr lang="en-US" sz="2200" dirty="0" smtClean="0">
                <a:solidFill>
                  <a:schemeClr val="bg1"/>
                </a:solidFill>
              </a:rPr>
              <a:t> </a:t>
            </a:r>
            <a:r>
              <a:rPr lang="en-US" sz="2200" dirty="0" err="1" smtClean="0">
                <a:solidFill>
                  <a:schemeClr val="bg1"/>
                </a:solidFill>
              </a:rPr>
              <a:t>ಬಳಸಬಹುದು</a:t>
            </a:r>
            <a:r>
              <a:rPr lang="en-US" sz="2200" dirty="0" smtClean="0">
                <a:solidFill>
                  <a:schemeClr val="bg1"/>
                </a:solidFill>
              </a:rPr>
              <a:t>. </a:t>
            </a:r>
            <a:r>
              <a:rPr lang="en-US" sz="2200" dirty="0" err="1" smtClean="0">
                <a:solidFill>
                  <a:schemeClr val="bg1"/>
                </a:solidFill>
              </a:rPr>
              <a:t>ಸಾಂದಭರ್ಕಕ</a:t>
            </a:r>
            <a:r>
              <a:rPr lang="en-US" sz="2200" dirty="0" smtClean="0">
                <a:solidFill>
                  <a:schemeClr val="bg1"/>
                </a:solidFill>
              </a:rPr>
              <a:t> </a:t>
            </a:r>
            <a:r>
              <a:rPr lang="en-US" sz="2200" dirty="0" err="1" smtClean="0">
                <a:solidFill>
                  <a:schemeClr val="bg1"/>
                </a:solidFill>
              </a:rPr>
              <a:t>ರಜೆಯನ್ನು</a:t>
            </a:r>
            <a:r>
              <a:rPr lang="en-US" sz="2200" dirty="0" smtClean="0">
                <a:solidFill>
                  <a:schemeClr val="bg1"/>
                </a:solidFill>
              </a:rPr>
              <a:t> </a:t>
            </a:r>
            <a:r>
              <a:rPr lang="en-US" sz="2200" dirty="0" err="1" smtClean="0">
                <a:solidFill>
                  <a:schemeClr val="bg1"/>
                </a:solidFill>
              </a:rPr>
              <a:t>ಸೇರುವ</a:t>
            </a:r>
            <a:r>
              <a:rPr lang="en-US" sz="2200" dirty="0" smtClean="0">
                <a:solidFill>
                  <a:schemeClr val="bg1"/>
                </a:solidFill>
              </a:rPr>
              <a:t> </a:t>
            </a:r>
            <a:r>
              <a:rPr lang="en-US" sz="2200" dirty="0" err="1" smtClean="0">
                <a:solidFill>
                  <a:schemeClr val="bg1"/>
                </a:solidFill>
              </a:rPr>
              <a:t>ಕಾಲದೊಂದಿಗೆ</a:t>
            </a:r>
            <a:r>
              <a:rPr lang="en-US" sz="2200" dirty="0" smtClean="0">
                <a:solidFill>
                  <a:schemeClr val="bg1"/>
                </a:solidFill>
              </a:rPr>
              <a:t> </a:t>
            </a:r>
            <a:r>
              <a:rPr lang="en-US" sz="2200" dirty="0" err="1" smtClean="0">
                <a:solidFill>
                  <a:schemeClr val="bg1"/>
                </a:solidFill>
              </a:rPr>
              <a:t>ತೆಗೆದುಕೊಳ್ಳಲು</a:t>
            </a:r>
            <a:r>
              <a:rPr lang="en-US" sz="2200" dirty="0" smtClean="0">
                <a:solidFill>
                  <a:schemeClr val="bg1"/>
                </a:solidFill>
              </a:rPr>
              <a:t> </a:t>
            </a:r>
            <a:r>
              <a:rPr lang="en-US" sz="2200" dirty="0" err="1" smtClean="0">
                <a:solidFill>
                  <a:schemeClr val="bg1"/>
                </a:solidFill>
              </a:rPr>
              <a:t>ಬರುವುದಿಲ್ಲ</a:t>
            </a:r>
            <a:r>
              <a:rPr lang="en-US" sz="2200" dirty="0" smtClean="0">
                <a:solidFill>
                  <a:schemeClr val="bg1"/>
                </a:solidFill>
              </a:rPr>
              <a:t>, ವರ್ಗಾವಣೆ </a:t>
            </a:r>
            <a:r>
              <a:rPr lang="en-US" sz="2200" dirty="0" err="1" smtClean="0">
                <a:solidFill>
                  <a:schemeClr val="bg1"/>
                </a:solidFill>
              </a:rPr>
              <a:t>ಆದಾಗ</a:t>
            </a:r>
            <a:r>
              <a:rPr lang="en-US" sz="2200" dirty="0" smtClean="0">
                <a:solidFill>
                  <a:schemeClr val="bg1"/>
                </a:solidFill>
              </a:rPr>
              <a:t> </a:t>
            </a:r>
            <a:r>
              <a:rPr lang="en-US" sz="2200" dirty="0" err="1" smtClean="0">
                <a:solidFill>
                  <a:schemeClr val="bg1"/>
                </a:solidFill>
              </a:rPr>
              <a:t>ಬೇರೆ</a:t>
            </a:r>
            <a:r>
              <a:rPr lang="en-US" sz="2200" dirty="0" smtClean="0">
                <a:solidFill>
                  <a:schemeClr val="bg1"/>
                </a:solidFill>
              </a:rPr>
              <a:t> </a:t>
            </a:r>
            <a:r>
              <a:rPr lang="en-US" sz="2200" dirty="0" err="1" smtClean="0">
                <a:solidFill>
                  <a:schemeClr val="bg1"/>
                </a:solidFill>
              </a:rPr>
              <a:t>ವಿಧದ</a:t>
            </a:r>
            <a:r>
              <a:rPr lang="en-US" sz="2200" dirty="0" smtClean="0">
                <a:solidFill>
                  <a:schemeClr val="bg1"/>
                </a:solidFill>
              </a:rPr>
              <a:t> </a:t>
            </a:r>
            <a:r>
              <a:rPr lang="en-US" sz="2200" dirty="0" err="1" smtClean="0">
                <a:solidFill>
                  <a:schemeClr val="bg1"/>
                </a:solidFill>
              </a:rPr>
              <a:t>ರಜೆಯನ್ನು</a:t>
            </a:r>
            <a:r>
              <a:rPr lang="en-US" sz="2200" dirty="0" smtClean="0">
                <a:solidFill>
                  <a:schemeClr val="bg1"/>
                </a:solidFill>
              </a:rPr>
              <a:t> </a:t>
            </a:r>
            <a:r>
              <a:rPr lang="en-US" sz="2200" dirty="0" err="1" smtClean="0">
                <a:solidFill>
                  <a:schemeClr val="bg1"/>
                </a:solidFill>
              </a:rPr>
              <a:t>ಕೇವಲ</a:t>
            </a:r>
            <a:r>
              <a:rPr lang="en-US" sz="2200" dirty="0" smtClean="0">
                <a:solidFill>
                  <a:schemeClr val="bg1"/>
                </a:solidFill>
              </a:rPr>
              <a:t> </a:t>
            </a:r>
            <a:r>
              <a:rPr lang="en-US" sz="2200" dirty="0" err="1" smtClean="0">
                <a:solidFill>
                  <a:schemeClr val="bg1"/>
                </a:solidFill>
              </a:rPr>
              <a:t>ವೈದ್ಯಕೀಯ</a:t>
            </a:r>
            <a:r>
              <a:rPr lang="en-US" sz="2200" dirty="0" smtClean="0">
                <a:solidFill>
                  <a:schemeClr val="bg1"/>
                </a:solidFill>
              </a:rPr>
              <a:t> </a:t>
            </a:r>
            <a:r>
              <a:rPr lang="en-US" sz="2200" dirty="0" err="1" smtClean="0">
                <a:solidFill>
                  <a:schemeClr val="bg1"/>
                </a:solidFill>
              </a:rPr>
              <a:t>ಮಂಡಳಿ</a:t>
            </a:r>
            <a:r>
              <a:rPr lang="en-US" sz="2200" dirty="0" smtClean="0">
                <a:solidFill>
                  <a:schemeClr val="bg1"/>
                </a:solidFill>
              </a:rPr>
              <a:t> </a:t>
            </a:r>
            <a:r>
              <a:rPr lang="en-US" sz="2200" dirty="0" err="1" smtClean="0">
                <a:solidFill>
                  <a:schemeClr val="bg1"/>
                </a:solidFill>
              </a:rPr>
              <a:t>ನೀಡಿದ</a:t>
            </a:r>
            <a:r>
              <a:rPr lang="en-US" sz="2200" dirty="0" smtClean="0">
                <a:solidFill>
                  <a:schemeClr val="bg1"/>
                </a:solidFill>
              </a:rPr>
              <a:t> </a:t>
            </a:r>
            <a:r>
              <a:rPr lang="en-US" sz="2200" dirty="0" err="1" smtClean="0">
                <a:solidFill>
                  <a:schemeClr val="bg1"/>
                </a:solidFill>
              </a:rPr>
              <a:t>ದೃಢೀಕರಣ</a:t>
            </a:r>
            <a:r>
              <a:rPr lang="en-US" sz="2200" dirty="0" smtClean="0">
                <a:solidFill>
                  <a:schemeClr val="bg1"/>
                </a:solidFill>
              </a:rPr>
              <a:t> </a:t>
            </a:r>
            <a:r>
              <a:rPr lang="en-US" sz="2200" dirty="0" err="1" smtClean="0">
                <a:solidFill>
                  <a:schemeClr val="bg1"/>
                </a:solidFill>
              </a:rPr>
              <a:t>ಪತ್ರದ</a:t>
            </a:r>
            <a:r>
              <a:rPr lang="en-US" sz="2200" dirty="0" smtClean="0">
                <a:solidFill>
                  <a:schemeClr val="bg1"/>
                </a:solidFill>
              </a:rPr>
              <a:t> </a:t>
            </a:r>
            <a:r>
              <a:rPr lang="en-US" sz="2200" dirty="0" err="1" smtClean="0">
                <a:solidFill>
                  <a:schemeClr val="bg1"/>
                </a:solidFill>
              </a:rPr>
              <a:t>ಮೇಲೆ</a:t>
            </a:r>
            <a:r>
              <a:rPr lang="en-US" sz="2200" dirty="0" smtClean="0">
                <a:solidFill>
                  <a:schemeClr val="bg1"/>
                </a:solidFill>
              </a:rPr>
              <a:t> </a:t>
            </a:r>
            <a:r>
              <a:rPr lang="en-US" sz="2200" dirty="0" err="1" smtClean="0">
                <a:solidFill>
                  <a:schemeClr val="bg1"/>
                </a:solidFill>
              </a:rPr>
              <a:t>ಮಾತ್ರ</a:t>
            </a:r>
            <a:r>
              <a:rPr lang="en-US" sz="2200" dirty="0" smtClean="0">
                <a:solidFill>
                  <a:schemeClr val="bg1"/>
                </a:solidFill>
              </a:rPr>
              <a:t> </a:t>
            </a:r>
            <a:r>
              <a:rPr lang="en-US" sz="2200" dirty="0" err="1" smtClean="0">
                <a:solidFill>
                  <a:schemeClr val="bg1"/>
                </a:solidFill>
              </a:rPr>
              <a:t>ಮಂಜೂರು</a:t>
            </a:r>
            <a:r>
              <a:rPr lang="en-US" sz="2200" dirty="0" smtClean="0">
                <a:solidFill>
                  <a:schemeClr val="bg1"/>
                </a:solidFill>
              </a:rPr>
              <a:t> </a:t>
            </a:r>
            <a:r>
              <a:rPr lang="en-US" sz="2200" dirty="0" err="1" smtClean="0">
                <a:solidFill>
                  <a:schemeClr val="bg1"/>
                </a:solidFill>
              </a:rPr>
              <a:t>ಮಾಡಬಹುದು.ರಜೆಯ</a:t>
            </a:r>
            <a:r>
              <a:rPr lang="en-US" sz="2200" dirty="0" smtClean="0">
                <a:solidFill>
                  <a:schemeClr val="bg1"/>
                </a:solidFill>
              </a:rPr>
              <a:t> </a:t>
            </a:r>
            <a:r>
              <a:rPr lang="en-US" sz="2200" dirty="0" err="1" smtClean="0">
                <a:solidFill>
                  <a:schemeClr val="bg1"/>
                </a:solidFill>
              </a:rPr>
              <a:t>ಅವಧಿ</a:t>
            </a:r>
            <a:r>
              <a:rPr lang="en-US" sz="2200" dirty="0" smtClean="0">
                <a:solidFill>
                  <a:schemeClr val="bg1"/>
                </a:solidFill>
              </a:rPr>
              <a:t> </a:t>
            </a:r>
            <a:r>
              <a:rPr lang="en-US" sz="2200" dirty="0" err="1" smtClean="0">
                <a:solidFill>
                  <a:schemeClr val="bg1"/>
                </a:solidFill>
              </a:rPr>
              <a:t>ಎಷ್ಟೇ</a:t>
            </a:r>
            <a:r>
              <a:rPr lang="en-US" sz="2200" dirty="0" smtClean="0">
                <a:solidFill>
                  <a:schemeClr val="bg1"/>
                </a:solidFill>
              </a:rPr>
              <a:t> </a:t>
            </a:r>
            <a:r>
              <a:rPr lang="en-US" sz="2200" dirty="0" err="1" smtClean="0">
                <a:solidFill>
                  <a:schemeClr val="bg1"/>
                </a:solidFill>
              </a:rPr>
              <a:t>ಇದ್ದರೂ</a:t>
            </a:r>
            <a:r>
              <a:rPr lang="en-US" sz="2200" dirty="0" smtClean="0">
                <a:solidFill>
                  <a:schemeClr val="bg1"/>
                </a:solidFill>
              </a:rPr>
              <a:t> </a:t>
            </a:r>
            <a:r>
              <a:rPr lang="en-US" sz="2200" dirty="0" err="1" smtClean="0">
                <a:solidFill>
                  <a:schemeClr val="bg1"/>
                </a:solidFill>
              </a:rPr>
              <a:t>ಮಂಡಳಿ</a:t>
            </a:r>
            <a:r>
              <a:rPr lang="en-US" sz="2200" dirty="0" smtClean="0">
                <a:solidFill>
                  <a:schemeClr val="bg1"/>
                </a:solidFill>
              </a:rPr>
              <a:t> </a:t>
            </a:r>
            <a:r>
              <a:rPr lang="en-US" sz="2200" dirty="0" err="1" smtClean="0">
                <a:solidFill>
                  <a:schemeClr val="bg1"/>
                </a:solidFill>
              </a:rPr>
              <a:t>ನೀಡಿದ</a:t>
            </a:r>
            <a:r>
              <a:rPr lang="en-US" sz="2200" dirty="0" smtClean="0">
                <a:solidFill>
                  <a:schemeClr val="bg1"/>
                </a:solidFill>
              </a:rPr>
              <a:t> </a:t>
            </a:r>
            <a:r>
              <a:rPr lang="en-US" sz="2200" dirty="0" err="1" smtClean="0">
                <a:solidFill>
                  <a:schemeClr val="bg1"/>
                </a:solidFill>
              </a:rPr>
              <a:t>ದೃಢೀಕರಣ</a:t>
            </a:r>
            <a:r>
              <a:rPr lang="en-US" sz="2200" dirty="0" smtClean="0">
                <a:solidFill>
                  <a:schemeClr val="bg1"/>
                </a:solidFill>
              </a:rPr>
              <a:t>  </a:t>
            </a:r>
            <a:r>
              <a:rPr lang="en-US" sz="2200" dirty="0" err="1" smtClean="0">
                <a:solidFill>
                  <a:schemeClr val="bg1"/>
                </a:solidFill>
              </a:rPr>
              <a:t>ಪತ್ರ</a:t>
            </a:r>
            <a:r>
              <a:rPr lang="en-US" sz="2200" dirty="0" smtClean="0">
                <a:solidFill>
                  <a:schemeClr val="bg1"/>
                </a:solidFill>
              </a:rPr>
              <a:t> </a:t>
            </a:r>
            <a:r>
              <a:rPr lang="en-US" sz="2200" dirty="0" err="1" smtClean="0">
                <a:solidFill>
                  <a:schemeClr val="bg1"/>
                </a:solidFill>
              </a:rPr>
              <a:t>ಬೇಕು</a:t>
            </a:r>
            <a:endParaRPr lang="en-IN" sz="2200" dirty="0" smtClean="0">
              <a:solidFill>
                <a:schemeClr val="bg1"/>
              </a:solidFill>
            </a:endParaRPr>
          </a:p>
          <a:p>
            <a:pPr algn="just"/>
            <a:endParaRPr lang="en-US" sz="2600" b="1" dirty="0" smtClean="0">
              <a:solidFill>
                <a:srgbClr val="FF0000"/>
              </a:solidFill>
            </a:endParaRPr>
          </a:p>
          <a:p>
            <a:pPr algn="just">
              <a:buFont typeface="Arial" pitchFamily="34" charset="0"/>
              <a:buChar char="•"/>
            </a:pPr>
            <a:r>
              <a:rPr lang="en-US" sz="2600" b="1" dirty="0" smtClean="0">
                <a:solidFill>
                  <a:srgbClr val="FF0000"/>
                </a:solidFill>
              </a:rPr>
              <a:t> </a:t>
            </a:r>
            <a:r>
              <a:rPr lang="en-US" sz="2600" b="1" u="sng" dirty="0" err="1" smtClean="0">
                <a:solidFill>
                  <a:srgbClr val="FF0000"/>
                </a:solidFill>
              </a:rPr>
              <a:t>ನಿಯಮ</a:t>
            </a:r>
            <a:r>
              <a:rPr lang="en-US" sz="2600" b="1" u="sng" dirty="0" smtClean="0">
                <a:solidFill>
                  <a:srgbClr val="FF0000"/>
                </a:solidFill>
              </a:rPr>
              <a:t> 84 :</a:t>
            </a:r>
          </a:p>
          <a:p>
            <a:pPr algn="just"/>
            <a:r>
              <a:rPr lang="en-US" sz="1800" dirty="0" smtClean="0">
                <a:solidFill>
                  <a:schemeClr val="bg1"/>
                </a:solidFill>
              </a:rPr>
              <a:t>            </a:t>
            </a:r>
            <a:r>
              <a:rPr lang="en-US" sz="2200" dirty="0" smtClean="0">
                <a:solidFill>
                  <a:schemeClr val="bg1"/>
                </a:solidFill>
              </a:rPr>
              <a:t>ಸೇರಿಕೆ ಕಾಲದಲ್ಲಿ ಕಡಿತ : ಆಡಳಿತ ಹಿತದೃಷ್ಟಿಯಿಂದ ಮತ್ತು ಅವಶ್ಯ ಕಾರ್ಯ ನಿಮಿತ್ತವಾಗಿ  ಸೇರಿಕೆ ಕಾಲದಲ್ಲಿ ಕಡಿತಗೊಳಿಸಬಹುದು.ಕೇವಲ ವಾಸ್ತವಿಕ ಪ್ರಯಾಣ ಕಲಕ್ಕೆ ಸೀಮಿತಗೊಳಿಸಬಹುದು.</a:t>
            </a:r>
          </a:p>
          <a:p>
            <a:pPr algn="just"/>
            <a:endParaRPr lang="en-US" sz="2600" b="1" dirty="0" smtClean="0">
              <a:solidFill>
                <a:srgbClr val="FF0000"/>
              </a:solidFill>
            </a:endParaRPr>
          </a:p>
          <a:p>
            <a:pPr algn="just"/>
            <a:endParaRPr lang="en-US" sz="2600" b="1" dirty="0" smtClean="0">
              <a:solidFill>
                <a:srgbClr val="FF0000"/>
              </a:solidFill>
            </a:endParaRPr>
          </a:p>
          <a:p>
            <a:pPr algn="just"/>
            <a:endParaRPr lang="en-US" sz="1800" dirty="0" smtClean="0">
              <a:solidFill>
                <a:schemeClr val="bg1"/>
              </a:solidFill>
            </a:endParaRPr>
          </a:p>
          <a:p>
            <a:pPr algn="just"/>
            <a:endParaRPr lang="en-US" sz="2600" b="1" dirty="0" smtClean="0">
              <a:solidFill>
                <a:srgbClr val="FF0000"/>
              </a:solidFill>
            </a:endParaRPr>
          </a:p>
          <a:p>
            <a:pPr algn="just"/>
            <a:endParaRPr lang="en-US" sz="1800" dirty="0" smtClean="0">
              <a:solidFill>
                <a:schemeClr val="bg1"/>
              </a:solidFill>
            </a:endParaRP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762000"/>
            <a:ext cx="8610600" cy="5715000"/>
          </a:xfrm>
        </p:spPr>
        <p:txBody>
          <a:bodyPr>
            <a:normAutofit fontScale="25000" lnSpcReduction="20000"/>
          </a:bodyPr>
          <a:lstStyle/>
          <a:p>
            <a:pPr algn="l">
              <a:lnSpc>
                <a:spcPct val="170000"/>
              </a:lnSpc>
              <a:buFont typeface="Arial" pitchFamily="34" charset="0"/>
              <a:buChar char="•"/>
            </a:pPr>
            <a:r>
              <a:rPr lang="en-US" sz="9600" b="1" dirty="0" smtClean="0">
                <a:solidFill>
                  <a:srgbClr val="FF0000"/>
                </a:solidFill>
              </a:rPr>
              <a:t>  </a:t>
            </a:r>
            <a:r>
              <a:rPr lang="en-US" sz="9600" b="1" u="sng" dirty="0" err="1" smtClean="0">
                <a:solidFill>
                  <a:srgbClr val="FF0000"/>
                </a:solidFill>
              </a:rPr>
              <a:t>ನಿಯಮ</a:t>
            </a:r>
            <a:r>
              <a:rPr lang="en-US" sz="9600" b="1" u="sng" dirty="0" smtClean="0">
                <a:solidFill>
                  <a:srgbClr val="FF0000"/>
                </a:solidFill>
              </a:rPr>
              <a:t> 85 </a:t>
            </a:r>
            <a:r>
              <a:rPr lang="en-US" sz="9600" b="1" u="sng" dirty="0">
                <a:solidFill>
                  <a:srgbClr val="FF0000"/>
                </a:solidFill>
              </a:rPr>
              <a:t> </a:t>
            </a:r>
            <a:r>
              <a:rPr lang="en-US" sz="9600" b="1" u="sng" dirty="0" err="1" smtClean="0">
                <a:solidFill>
                  <a:srgbClr val="FF0000"/>
                </a:solidFill>
              </a:rPr>
              <a:t>ಪ್ರಭಾರ</a:t>
            </a:r>
            <a:r>
              <a:rPr lang="en-US" sz="9600" b="1" u="sng" dirty="0" smtClean="0">
                <a:solidFill>
                  <a:srgbClr val="FF0000"/>
                </a:solidFill>
              </a:rPr>
              <a:t> </a:t>
            </a:r>
            <a:r>
              <a:rPr lang="en-US" sz="9600" b="1" u="sng" dirty="0" err="1" smtClean="0">
                <a:solidFill>
                  <a:srgbClr val="FF0000"/>
                </a:solidFill>
              </a:rPr>
              <a:t>ವಹಿಸಿಕೊಳ್ಳಲು</a:t>
            </a:r>
            <a:r>
              <a:rPr lang="en-US" sz="9600" b="1" u="sng" dirty="0" smtClean="0">
                <a:solidFill>
                  <a:srgbClr val="FF0000"/>
                </a:solidFill>
              </a:rPr>
              <a:t> </a:t>
            </a:r>
            <a:r>
              <a:rPr lang="en-US" sz="9600" b="1" u="sng" dirty="0" err="1" smtClean="0">
                <a:solidFill>
                  <a:srgbClr val="FF0000"/>
                </a:solidFill>
              </a:rPr>
              <a:t>ಅದಿಕ</a:t>
            </a:r>
            <a:r>
              <a:rPr lang="en-US" sz="9600" b="1" u="sng" dirty="0" smtClean="0">
                <a:solidFill>
                  <a:srgbClr val="FF0000"/>
                </a:solidFill>
              </a:rPr>
              <a:t> </a:t>
            </a:r>
            <a:r>
              <a:rPr lang="en-US" sz="9600" b="1" u="sng" dirty="0" err="1" smtClean="0">
                <a:solidFill>
                  <a:srgbClr val="FF0000"/>
                </a:solidFill>
              </a:rPr>
              <a:t>ಸೇರುವ</a:t>
            </a:r>
            <a:r>
              <a:rPr lang="en-US" sz="9600" b="1" u="sng" dirty="0" smtClean="0">
                <a:solidFill>
                  <a:srgbClr val="FF0000"/>
                </a:solidFill>
              </a:rPr>
              <a:t> </a:t>
            </a:r>
            <a:r>
              <a:rPr lang="en-US" sz="9600" b="1" u="sng" dirty="0" err="1" smtClean="0">
                <a:solidFill>
                  <a:srgbClr val="FF0000"/>
                </a:solidFill>
              </a:rPr>
              <a:t>ಕಾಲ</a:t>
            </a:r>
            <a:r>
              <a:rPr lang="en-US" sz="9600" b="1" u="sng" dirty="0" smtClean="0">
                <a:solidFill>
                  <a:srgbClr val="FF0000"/>
                </a:solidFill>
              </a:rPr>
              <a:t> </a:t>
            </a:r>
            <a:r>
              <a:rPr lang="en-US" sz="6200" b="1" u="sng" dirty="0" smtClean="0">
                <a:solidFill>
                  <a:srgbClr val="FF0000"/>
                </a:solidFill>
              </a:rPr>
              <a:t/>
            </a:r>
            <a:br>
              <a:rPr lang="en-US" sz="6200" b="1" u="sng" dirty="0" smtClean="0">
                <a:solidFill>
                  <a:srgbClr val="FF0000"/>
                </a:solidFill>
              </a:rPr>
            </a:br>
            <a:r>
              <a:rPr lang="en-US" sz="8000" dirty="0" smtClean="0">
                <a:solidFill>
                  <a:schemeClr val="bg1"/>
                </a:solidFill>
              </a:rPr>
              <a:t>            ಈ </a:t>
            </a:r>
            <a:r>
              <a:rPr lang="en-US" sz="8000" dirty="0" err="1" smtClean="0">
                <a:solidFill>
                  <a:schemeClr val="bg1"/>
                </a:solidFill>
              </a:rPr>
              <a:t>ನಿಯಮದ</a:t>
            </a:r>
            <a:r>
              <a:rPr lang="en-US" sz="8000" dirty="0" smtClean="0">
                <a:solidFill>
                  <a:schemeClr val="bg1"/>
                </a:solidFill>
              </a:rPr>
              <a:t> </a:t>
            </a:r>
            <a:r>
              <a:rPr lang="en-US" sz="8000" dirty="0" err="1" smtClean="0">
                <a:solidFill>
                  <a:schemeClr val="bg1"/>
                </a:solidFill>
              </a:rPr>
              <a:t>ಅಡಿ</a:t>
            </a:r>
            <a:r>
              <a:rPr lang="en-US" sz="8000" dirty="0" smtClean="0">
                <a:solidFill>
                  <a:schemeClr val="bg1"/>
                </a:solidFill>
              </a:rPr>
              <a:t> </a:t>
            </a:r>
            <a:r>
              <a:rPr lang="en-US" sz="8000" dirty="0" err="1" smtClean="0">
                <a:solidFill>
                  <a:schemeClr val="bg1"/>
                </a:solidFill>
              </a:rPr>
              <a:t>ಕೊಟ್ಟಿರುವ</a:t>
            </a:r>
            <a:r>
              <a:rPr lang="en-US" sz="8000" dirty="0" smtClean="0">
                <a:solidFill>
                  <a:schemeClr val="bg1"/>
                </a:solidFill>
              </a:rPr>
              <a:t> </a:t>
            </a:r>
            <a:r>
              <a:rPr lang="en-US" sz="8000" dirty="0" err="1" smtClean="0">
                <a:solidFill>
                  <a:schemeClr val="bg1"/>
                </a:solidFill>
              </a:rPr>
              <a:t>ಪ್ರಕಾರ</a:t>
            </a:r>
            <a:r>
              <a:rPr lang="en-US" sz="8000" dirty="0" smtClean="0">
                <a:solidFill>
                  <a:schemeClr val="bg1"/>
                </a:solidFill>
              </a:rPr>
              <a:t> </a:t>
            </a:r>
            <a:r>
              <a:rPr lang="en-US" sz="8000" dirty="0" err="1" smtClean="0">
                <a:solidFill>
                  <a:schemeClr val="bg1"/>
                </a:solidFill>
              </a:rPr>
              <a:t>ಪದ</a:t>
            </a:r>
            <a:r>
              <a:rPr lang="en-US" sz="8000" dirty="0" smtClean="0">
                <a:solidFill>
                  <a:schemeClr val="bg1"/>
                </a:solidFill>
              </a:rPr>
              <a:t> </a:t>
            </a:r>
            <a:r>
              <a:rPr lang="en-US" sz="8000" dirty="0" err="1" smtClean="0">
                <a:solidFill>
                  <a:schemeClr val="bg1"/>
                </a:solidFill>
              </a:rPr>
              <a:t>ಮುಕ್ತ</a:t>
            </a:r>
            <a:r>
              <a:rPr lang="en-US" sz="8000" dirty="0" smtClean="0">
                <a:solidFill>
                  <a:schemeClr val="bg1"/>
                </a:solidFill>
              </a:rPr>
              <a:t> </a:t>
            </a:r>
            <a:r>
              <a:rPr lang="en-US" sz="8000" dirty="0" err="1" smtClean="0">
                <a:solidFill>
                  <a:schemeClr val="bg1"/>
                </a:solidFill>
              </a:rPr>
              <a:t>ಅಧಿಕಾರಿಗೆ</a:t>
            </a:r>
            <a:r>
              <a:rPr lang="en-US" sz="8000" dirty="0" smtClean="0">
                <a:solidFill>
                  <a:schemeClr val="bg1"/>
                </a:solidFill>
              </a:rPr>
              <a:t> (Relieving officer) </a:t>
            </a:r>
            <a:r>
              <a:rPr lang="en-US" sz="8000" dirty="0" err="1" smtClean="0">
                <a:solidFill>
                  <a:schemeClr val="bg1"/>
                </a:solidFill>
              </a:rPr>
              <a:t>ಮಾತ್ರ</a:t>
            </a:r>
            <a:r>
              <a:rPr lang="en-US" sz="8000" dirty="0" smtClean="0">
                <a:solidFill>
                  <a:schemeClr val="bg1"/>
                </a:solidFill>
              </a:rPr>
              <a:t> </a:t>
            </a:r>
            <a:r>
              <a:rPr lang="en-US" sz="8000" dirty="0" err="1" smtClean="0">
                <a:solidFill>
                  <a:schemeClr val="bg1"/>
                </a:solidFill>
              </a:rPr>
              <a:t>ಅಧಿಕ</a:t>
            </a:r>
            <a:r>
              <a:rPr lang="en-US" sz="8000" dirty="0" smtClean="0">
                <a:solidFill>
                  <a:schemeClr val="bg1"/>
                </a:solidFill>
              </a:rPr>
              <a:t> </a:t>
            </a:r>
            <a:r>
              <a:rPr lang="en-US" sz="8000" dirty="0" err="1" smtClean="0">
                <a:solidFill>
                  <a:schemeClr val="bg1"/>
                </a:solidFill>
              </a:rPr>
              <a:t>ಸೇರಿಕೆ</a:t>
            </a:r>
            <a:r>
              <a:rPr lang="en-US" sz="8000" dirty="0" smtClean="0">
                <a:solidFill>
                  <a:schemeClr val="bg1"/>
                </a:solidFill>
              </a:rPr>
              <a:t> </a:t>
            </a:r>
            <a:r>
              <a:rPr lang="en-US" sz="8000" dirty="0" err="1" smtClean="0">
                <a:solidFill>
                  <a:schemeClr val="bg1"/>
                </a:solidFill>
              </a:rPr>
              <a:t>ಕಾಲ</a:t>
            </a:r>
            <a:r>
              <a:rPr lang="en-US" sz="8000" dirty="0" smtClean="0">
                <a:solidFill>
                  <a:schemeClr val="bg1"/>
                </a:solidFill>
              </a:rPr>
              <a:t> </a:t>
            </a:r>
            <a:r>
              <a:rPr lang="en-US" sz="8000" dirty="0" err="1" smtClean="0">
                <a:solidFill>
                  <a:schemeClr val="bg1"/>
                </a:solidFill>
              </a:rPr>
              <a:t>ಸಿಗುತ್ತದೆ</a:t>
            </a:r>
            <a:r>
              <a:rPr lang="en-US" sz="8000" b="1" dirty="0" smtClean="0">
                <a:solidFill>
                  <a:schemeClr val="bg1"/>
                </a:solidFill>
              </a:rPr>
              <a:t>.</a:t>
            </a:r>
          </a:p>
          <a:p>
            <a:pPr algn="l">
              <a:lnSpc>
                <a:spcPct val="170000"/>
              </a:lnSpc>
              <a:buFont typeface="Arial" pitchFamily="34" charset="0"/>
              <a:buChar char="•"/>
            </a:pPr>
            <a:r>
              <a:rPr lang="en-US" sz="8000" b="1" dirty="0" smtClean="0">
                <a:solidFill>
                  <a:srgbClr val="FF0000"/>
                </a:solidFill>
              </a:rPr>
              <a:t> </a:t>
            </a:r>
            <a:r>
              <a:rPr lang="en-US" sz="8800" b="1" u="sng" dirty="0" err="1" smtClean="0">
                <a:solidFill>
                  <a:srgbClr val="FF0000"/>
                </a:solidFill>
              </a:rPr>
              <a:t>ನಿಯಮ</a:t>
            </a:r>
            <a:r>
              <a:rPr lang="en-US" sz="8800" b="1" u="sng" dirty="0" smtClean="0">
                <a:solidFill>
                  <a:srgbClr val="FF0000"/>
                </a:solidFill>
              </a:rPr>
              <a:t> </a:t>
            </a:r>
            <a:r>
              <a:rPr lang="en-US" sz="8800" b="1" u="sng" dirty="0" smtClean="0">
                <a:solidFill>
                  <a:srgbClr val="FF0000"/>
                </a:solidFill>
              </a:rPr>
              <a:t>86  </a:t>
            </a:r>
            <a:r>
              <a:rPr lang="en-US" sz="8800" b="1" u="sng" dirty="0" err="1" smtClean="0">
                <a:solidFill>
                  <a:srgbClr val="FF0000"/>
                </a:solidFill>
              </a:rPr>
              <a:t>ಸೇರಿಕೆ</a:t>
            </a:r>
            <a:r>
              <a:rPr lang="en-US" sz="8800" b="1" u="sng" dirty="0" smtClean="0">
                <a:solidFill>
                  <a:srgbClr val="FF0000"/>
                </a:solidFill>
              </a:rPr>
              <a:t> </a:t>
            </a:r>
            <a:r>
              <a:rPr lang="en-US" sz="8800" b="1" u="sng" dirty="0" err="1" smtClean="0">
                <a:solidFill>
                  <a:srgbClr val="FF0000"/>
                </a:solidFill>
              </a:rPr>
              <a:t>ಕಾಲದ</a:t>
            </a:r>
            <a:r>
              <a:rPr lang="en-US" sz="8800" b="1" u="sng" dirty="0" smtClean="0">
                <a:solidFill>
                  <a:srgbClr val="FF0000"/>
                </a:solidFill>
              </a:rPr>
              <a:t> </a:t>
            </a:r>
            <a:r>
              <a:rPr lang="en-US" sz="8800" b="1" u="sng" dirty="0" err="1" smtClean="0">
                <a:solidFill>
                  <a:srgbClr val="FF0000"/>
                </a:solidFill>
              </a:rPr>
              <a:t>ಹೆಚ್ಚಳ</a:t>
            </a:r>
            <a:r>
              <a:rPr lang="en-US" sz="8800" b="1" u="sng" dirty="0" smtClean="0">
                <a:solidFill>
                  <a:srgbClr val="FF0000"/>
                </a:solidFill>
              </a:rPr>
              <a:t> :</a:t>
            </a:r>
            <a:r>
              <a:rPr lang="en-US" sz="5000" b="1" u="sng" dirty="0" smtClean="0">
                <a:solidFill>
                  <a:srgbClr val="FF0000"/>
                </a:solidFill>
              </a:rPr>
              <a:t/>
            </a:r>
            <a:br>
              <a:rPr lang="en-US" sz="5000" b="1" u="sng" dirty="0" smtClean="0">
                <a:solidFill>
                  <a:srgbClr val="FF0000"/>
                </a:solidFill>
              </a:rPr>
            </a:br>
            <a:r>
              <a:rPr lang="en-US" sz="5000" dirty="0" smtClean="0">
                <a:solidFill>
                  <a:schemeClr val="bg1"/>
                </a:solidFill>
              </a:rPr>
              <a:t>           </a:t>
            </a:r>
            <a:r>
              <a:rPr lang="en-US" sz="8000" dirty="0" err="1" smtClean="0">
                <a:solidFill>
                  <a:schemeClr val="bg1"/>
                </a:solidFill>
              </a:rPr>
              <a:t>ಅತೀವೃಷ್ಟಿ</a:t>
            </a:r>
            <a:r>
              <a:rPr lang="en-US" sz="8000" dirty="0" smtClean="0">
                <a:solidFill>
                  <a:schemeClr val="bg1"/>
                </a:solidFill>
              </a:rPr>
              <a:t>, </a:t>
            </a:r>
            <a:r>
              <a:rPr lang="en-US" sz="8000" dirty="0" err="1" smtClean="0">
                <a:solidFill>
                  <a:schemeClr val="bg1"/>
                </a:solidFill>
              </a:rPr>
              <a:t>ನೆರೆ</a:t>
            </a:r>
            <a:r>
              <a:rPr lang="en-US" sz="8000" dirty="0" smtClean="0">
                <a:solidFill>
                  <a:schemeClr val="bg1"/>
                </a:solidFill>
              </a:rPr>
              <a:t> </a:t>
            </a:r>
            <a:r>
              <a:rPr lang="en-US" sz="8000" dirty="0" err="1" smtClean="0">
                <a:solidFill>
                  <a:schemeClr val="bg1"/>
                </a:solidFill>
              </a:rPr>
              <a:t>ಹಾವಳಿ</a:t>
            </a:r>
            <a:r>
              <a:rPr lang="en-US" sz="8000" dirty="0" smtClean="0">
                <a:solidFill>
                  <a:schemeClr val="bg1"/>
                </a:solidFill>
              </a:rPr>
              <a:t>, </a:t>
            </a:r>
            <a:r>
              <a:rPr lang="en-US" sz="8000" dirty="0" err="1" smtClean="0">
                <a:solidFill>
                  <a:schemeClr val="bg1"/>
                </a:solidFill>
              </a:rPr>
              <a:t>ಅಪಘಾತ</a:t>
            </a:r>
            <a:r>
              <a:rPr lang="en-US" sz="8000" dirty="0" smtClean="0">
                <a:solidFill>
                  <a:schemeClr val="bg1"/>
                </a:solidFill>
              </a:rPr>
              <a:t>, </a:t>
            </a:r>
            <a:r>
              <a:rPr lang="en-US" sz="8000" dirty="0" err="1" smtClean="0">
                <a:solidFill>
                  <a:schemeClr val="bg1"/>
                </a:solidFill>
              </a:rPr>
              <a:t>ಮುಷ್ಕರ</a:t>
            </a:r>
            <a:r>
              <a:rPr lang="en-US" sz="8000" dirty="0" smtClean="0">
                <a:solidFill>
                  <a:schemeClr val="bg1"/>
                </a:solidFill>
              </a:rPr>
              <a:t> </a:t>
            </a:r>
            <a:r>
              <a:rPr lang="en-US" sz="8000" dirty="0" err="1" smtClean="0">
                <a:solidFill>
                  <a:schemeClr val="bg1"/>
                </a:solidFill>
              </a:rPr>
              <a:t>ಇಂತಹ</a:t>
            </a:r>
            <a:r>
              <a:rPr lang="en-US" sz="8000" dirty="0" smtClean="0">
                <a:solidFill>
                  <a:schemeClr val="bg1"/>
                </a:solidFill>
              </a:rPr>
              <a:t>   </a:t>
            </a:r>
            <a:r>
              <a:rPr lang="en-US" sz="8000" dirty="0" err="1" smtClean="0">
                <a:solidFill>
                  <a:schemeClr val="bg1"/>
                </a:solidFill>
              </a:rPr>
              <a:t>ಕಾ</a:t>
            </a:r>
            <a:r>
              <a:rPr lang="en-US" sz="8000" dirty="0" smtClean="0">
                <a:solidFill>
                  <a:schemeClr val="bg1"/>
                </a:solidFill>
              </a:rPr>
              <a:t> </a:t>
            </a:r>
            <a:r>
              <a:rPr lang="en-US" sz="8000" dirty="0" err="1" smtClean="0">
                <a:solidFill>
                  <a:schemeClr val="bg1"/>
                </a:solidFill>
              </a:rPr>
              <a:t>ರಣಗಳಿಂದ</a:t>
            </a:r>
            <a:r>
              <a:rPr lang="en-US" sz="8000" dirty="0" smtClean="0">
                <a:solidFill>
                  <a:schemeClr val="bg1"/>
                </a:solidFill>
              </a:rPr>
              <a:t>  </a:t>
            </a:r>
            <a:r>
              <a:rPr lang="en-US" sz="8000" dirty="0" err="1" smtClean="0">
                <a:solidFill>
                  <a:schemeClr val="bg1"/>
                </a:solidFill>
              </a:rPr>
              <a:t>ಇಲಾಖೆ</a:t>
            </a:r>
            <a:r>
              <a:rPr lang="en-US" sz="8000" dirty="0" smtClean="0">
                <a:solidFill>
                  <a:schemeClr val="bg1"/>
                </a:solidFill>
              </a:rPr>
              <a:t>  </a:t>
            </a:r>
            <a:r>
              <a:rPr lang="en-US" sz="8000" dirty="0" err="1" smtClean="0">
                <a:solidFill>
                  <a:schemeClr val="bg1"/>
                </a:solidFill>
              </a:rPr>
              <a:t>ಮುಖ್ಯಸ್ಥರು</a:t>
            </a:r>
            <a:r>
              <a:rPr lang="en-US" sz="8000" dirty="0" smtClean="0">
                <a:solidFill>
                  <a:schemeClr val="bg1"/>
                </a:solidFill>
              </a:rPr>
              <a:t>     </a:t>
            </a:r>
            <a:r>
              <a:rPr lang="en-US" sz="8000" dirty="0" err="1" smtClean="0">
                <a:solidFill>
                  <a:schemeClr val="bg1"/>
                </a:solidFill>
              </a:rPr>
              <a:t>ಗರಿಷ್ಠ</a:t>
            </a:r>
            <a:r>
              <a:rPr lang="en-US" sz="8000" dirty="0" smtClean="0">
                <a:solidFill>
                  <a:schemeClr val="bg1"/>
                </a:solidFill>
              </a:rPr>
              <a:t>      15    </a:t>
            </a:r>
            <a:r>
              <a:rPr lang="en-US" sz="8000" dirty="0" err="1" smtClean="0">
                <a:solidFill>
                  <a:schemeClr val="bg1"/>
                </a:solidFill>
              </a:rPr>
              <a:t>ದಿನಗಳವರಗೆ</a:t>
            </a:r>
            <a:r>
              <a:rPr lang="en-US" sz="8000" dirty="0" smtClean="0">
                <a:solidFill>
                  <a:schemeClr val="bg1"/>
                </a:solidFill>
              </a:rPr>
              <a:t>  </a:t>
            </a:r>
            <a:r>
              <a:rPr lang="en-US" sz="8000" dirty="0" err="1" smtClean="0">
                <a:solidFill>
                  <a:schemeClr val="bg1"/>
                </a:solidFill>
              </a:rPr>
              <a:t>ವಿಸ್ತರಿಸಬಹುದು</a:t>
            </a:r>
            <a:r>
              <a:rPr lang="en-US" sz="8000" dirty="0" smtClean="0">
                <a:solidFill>
                  <a:schemeClr val="bg1"/>
                </a:solidFill>
              </a:rPr>
              <a:t> . </a:t>
            </a:r>
            <a:r>
              <a:rPr lang="en-US" sz="8000" dirty="0" err="1" smtClean="0">
                <a:solidFill>
                  <a:schemeClr val="bg1"/>
                </a:solidFill>
              </a:rPr>
              <a:t>ಇದಕ್ಕೊ</a:t>
            </a:r>
            <a:r>
              <a:rPr lang="en-US" sz="8000" dirty="0" smtClean="0">
                <a:solidFill>
                  <a:schemeClr val="bg1"/>
                </a:solidFill>
              </a:rPr>
              <a:t> </a:t>
            </a:r>
            <a:r>
              <a:rPr lang="en-US" sz="8000" dirty="0" err="1" smtClean="0">
                <a:solidFill>
                  <a:schemeClr val="bg1"/>
                </a:solidFill>
              </a:rPr>
              <a:t>ಹೆಚ್ಚಿಗೆ</a:t>
            </a:r>
            <a:r>
              <a:rPr lang="en-US" sz="8000" dirty="0" smtClean="0">
                <a:solidFill>
                  <a:schemeClr val="bg1"/>
                </a:solidFill>
              </a:rPr>
              <a:t>    </a:t>
            </a:r>
            <a:r>
              <a:rPr lang="en-US" sz="8000" dirty="0" err="1" smtClean="0">
                <a:solidFill>
                  <a:schemeClr val="bg1"/>
                </a:solidFill>
              </a:rPr>
              <a:t>ವಿಸ್ತರಿಸಲು</a:t>
            </a:r>
            <a:r>
              <a:rPr lang="en-US" sz="8000" dirty="0" smtClean="0">
                <a:solidFill>
                  <a:schemeClr val="bg1"/>
                </a:solidFill>
              </a:rPr>
              <a:t>     </a:t>
            </a:r>
            <a:r>
              <a:rPr lang="en-US" sz="8000" dirty="0" err="1" smtClean="0">
                <a:solidFill>
                  <a:schemeClr val="bg1"/>
                </a:solidFill>
              </a:rPr>
              <a:t>ಸರಕಾರದ</a:t>
            </a:r>
            <a:r>
              <a:rPr lang="en-US" sz="8000" dirty="0" smtClean="0">
                <a:solidFill>
                  <a:schemeClr val="bg1"/>
                </a:solidFill>
              </a:rPr>
              <a:t> </a:t>
            </a:r>
            <a:r>
              <a:rPr lang="en-US" sz="8000" dirty="0" err="1" smtClean="0">
                <a:solidFill>
                  <a:schemeClr val="bg1"/>
                </a:solidFill>
              </a:rPr>
              <a:t>ಮಂಜೂರಿರಬೇಕು</a:t>
            </a:r>
            <a:endParaRPr lang="en-US" sz="5000" dirty="0" smtClean="0">
              <a:solidFill>
                <a:schemeClr val="bg1"/>
              </a:solidFill>
            </a:endParaRPr>
          </a:p>
          <a:p>
            <a:pPr algn="l">
              <a:lnSpc>
                <a:spcPct val="170000"/>
              </a:lnSpc>
              <a:buFont typeface="Arial" pitchFamily="34" charset="0"/>
              <a:buChar char="•"/>
            </a:pPr>
            <a:r>
              <a:rPr lang="en-US" sz="8600" b="1" dirty="0" smtClean="0">
                <a:solidFill>
                  <a:srgbClr val="FF0000"/>
                </a:solidFill>
              </a:rPr>
              <a:t>  </a:t>
            </a:r>
            <a:r>
              <a:rPr lang="en-US" sz="8600" b="1" u="dbl" dirty="0" err="1" smtClean="0">
                <a:solidFill>
                  <a:srgbClr val="FF0000"/>
                </a:solidFill>
              </a:rPr>
              <a:t>ನಿಯಮ</a:t>
            </a:r>
            <a:r>
              <a:rPr lang="en-US" sz="8600" b="1" u="dbl" dirty="0" smtClean="0">
                <a:solidFill>
                  <a:srgbClr val="FF0000"/>
                </a:solidFill>
              </a:rPr>
              <a:t> </a:t>
            </a:r>
            <a:r>
              <a:rPr lang="en-US" sz="8600" b="1" u="dbl" dirty="0" smtClean="0">
                <a:solidFill>
                  <a:srgbClr val="FF0000"/>
                </a:solidFill>
              </a:rPr>
              <a:t>87  </a:t>
            </a:r>
            <a:r>
              <a:rPr lang="en-US" sz="8600" b="1" u="dbl" dirty="0" err="1" smtClean="0">
                <a:solidFill>
                  <a:srgbClr val="FF0000"/>
                </a:solidFill>
              </a:rPr>
              <a:t>ಬಳಸದ</a:t>
            </a:r>
            <a:r>
              <a:rPr lang="en-US" sz="8600" b="1" u="dbl" dirty="0" smtClean="0">
                <a:solidFill>
                  <a:srgbClr val="FF0000"/>
                </a:solidFill>
              </a:rPr>
              <a:t> </a:t>
            </a:r>
            <a:r>
              <a:rPr lang="en-US" sz="8600" b="1" u="dbl" dirty="0" err="1" smtClean="0">
                <a:solidFill>
                  <a:srgbClr val="FF0000"/>
                </a:solidFill>
              </a:rPr>
              <a:t>ಸೇರಿಕೆ</a:t>
            </a:r>
            <a:r>
              <a:rPr lang="en-US" sz="8600" b="1" u="dbl" dirty="0" smtClean="0">
                <a:solidFill>
                  <a:srgbClr val="FF0000"/>
                </a:solidFill>
              </a:rPr>
              <a:t> </a:t>
            </a:r>
            <a:r>
              <a:rPr lang="en-US" sz="8600" b="1" u="dbl" dirty="0" err="1" smtClean="0">
                <a:solidFill>
                  <a:srgbClr val="FF0000"/>
                </a:solidFill>
              </a:rPr>
              <a:t>ಕಾಲ</a:t>
            </a:r>
            <a:r>
              <a:rPr lang="en-US" sz="8600" b="1" u="dbl" dirty="0" smtClean="0">
                <a:solidFill>
                  <a:srgbClr val="FF0000"/>
                </a:solidFill>
              </a:rPr>
              <a:t> :</a:t>
            </a:r>
            <a:r>
              <a:rPr lang="en-US" sz="5000" b="1" dirty="0" smtClean="0">
                <a:solidFill>
                  <a:srgbClr val="FF0000"/>
                </a:solidFill>
              </a:rPr>
              <a:t/>
            </a:r>
            <a:br>
              <a:rPr lang="en-US" sz="5000" b="1" dirty="0" smtClean="0">
                <a:solidFill>
                  <a:srgbClr val="FF0000"/>
                </a:solidFill>
              </a:rPr>
            </a:br>
            <a:r>
              <a:rPr lang="en-US" sz="8000" dirty="0" smtClean="0">
                <a:solidFill>
                  <a:schemeClr val="bg1"/>
                </a:solidFill>
              </a:rPr>
              <a:t>          </a:t>
            </a:r>
            <a:r>
              <a:rPr lang="en-US" sz="8000" dirty="0" err="1" smtClean="0">
                <a:solidFill>
                  <a:schemeClr val="bg1"/>
                </a:solidFill>
              </a:rPr>
              <a:t>ಬಳಸದ</a:t>
            </a:r>
            <a:r>
              <a:rPr lang="en-US" sz="8000" dirty="0" smtClean="0">
                <a:solidFill>
                  <a:schemeClr val="bg1"/>
                </a:solidFill>
              </a:rPr>
              <a:t> </a:t>
            </a:r>
            <a:r>
              <a:rPr lang="en-US" sz="8000" dirty="0" err="1" smtClean="0">
                <a:solidFill>
                  <a:schemeClr val="bg1"/>
                </a:solidFill>
              </a:rPr>
              <a:t>ಸೇರಿಕೆ</a:t>
            </a:r>
            <a:r>
              <a:rPr lang="en-US" sz="8000" dirty="0" smtClean="0">
                <a:solidFill>
                  <a:schemeClr val="bg1"/>
                </a:solidFill>
              </a:rPr>
              <a:t> </a:t>
            </a:r>
            <a:r>
              <a:rPr lang="en-US" sz="8000" dirty="0" err="1" smtClean="0">
                <a:solidFill>
                  <a:schemeClr val="bg1"/>
                </a:solidFill>
              </a:rPr>
              <a:t>ಕಾಲವನ್ನು</a:t>
            </a:r>
            <a:r>
              <a:rPr lang="en-US" sz="8000" dirty="0" smtClean="0">
                <a:solidFill>
                  <a:schemeClr val="bg1"/>
                </a:solidFill>
              </a:rPr>
              <a:t> </a:t>
            </a:r>
            <a:r>
              <a:rPr lang="en-US" sz="8000" dirty="0" err="1" smtClean="0">
                <a:solidFill>
                  <a:schemeClr val="bg1"/>
                </a:solidFill>
              </a:rPr>
              <a:t>ಗಳಕೆ</a:t>
            </a:r>
            <a:r>
              <a:rPr lang="en-US" sz="8000" dirty="0" smtClean="0">
                <a:solidFill>
                  <a:schemeClr val="bg1"/>
                </a:solidFill>
              </a:rPr>
              <a:t> </a:t>
            </a:r>
            <a:r>
              <a:rPr lang="en-US" sz="8000" dirty="0" err="1" smtClean="0">
                <a:solidFill>
                  <a:schemeClr val="bg1"/>
                </a:solidFill>
              </a:rPr>
              <a:t>ರಜೆ</a:t>
            </a:r>
            <a:r>
              <a:rPr lang="en-US" sz="8000" dirty="0" smtClean="0">
                <a:solidFill>
                  <a:schemeClr val="bg1"/>
                </a:solidFill>
              </a:rPr>
              <a:t> </a:t>
            </a:r>
            <a:r>
              <a:rPr lang="en-US" sz="8000" dirty="0" err="1" smtClean="0">
                <a:solidFill>
                  <a:schemeClr val="bg1"/>
                </a:solidFill>
              </a:rPr>
              <a:t>ಖಾತೆಗೆ</a:t>
            </a:r>
            <a:r>
              <a:rPr lang="en-US" sz="8000" dirty="0" smtClean="0">
                <a:solidFill>
                  <a:schemeClr val="bg1"/>
                </a:solidFill>
              </a:rPr>
              <a:t> </a:t>
            </a:r>
            <a:r>
              <a:rPr lang="en-US" sz="8000" dirty="0" err="1" smtClean="0">
                <a:solidFill>
                  <a:schemeClr val="bg1"/>
                </a:solidFill>
              </a:rPr>
              <a:t>ಜಮೆ</a:t>
            </a:r>
            <a:r>
              <a:rPr lang="en-US" sz="8000" dirty="0" smtClean="0">
                <a:solidFill>
                  <a:schemeClr val="bg1"/>
                </a:solidFill>
              </a:rPr>
              <a:t> </a:t>
            </a:r>
            <a:r>
              <a:rPr lang="en-US" sz="8000" dirty="0" err="1" smtClean="0">
                <a:solidFill>
                  <a:schemeClr val="bg1"/>
                </a:solidFill>
              </a:rPr>
              <a:t>ಮಾಡಬೇಕು</a:t>
            </a:r>
            <a:r>
              <a:rPr lang="en-US" sz="8000" dirty="0" smtClean="0">
                <a:solidFill>
                  <a:schemeClr val="bg1"/>
                </a:solidFill>
              </a:rPr>
              <a:t> </a:t>
            </a:r>
            <a:r>
              <a:rPr lang="en-US" sz="8000" dirty="0" err="1" smtClean="0">
                <a:solidFill>
                  <a:schemeClr val="bg1"/>
                </a:solidFill>
              </a:rPr>
              <a:t>ಮತ್ತು</a:t>
            </a:r>
            <a:r>
              <a:rPr lang="en-US" sz="8000" dirty="0" smtClean="0">
                <a:solidFill>
                  <a:schemeClr val="bg1"/>
                </a:solidFill>
              </a:rPr>
              <a:t> </a:t>
            </a:r>
            <a:r>
              <a:rPr lang="en-US" sz="8000" dirty="0" err="1" smtClean="0">
                <a:solidFill>
                  <a:schemeClr val="bg1"/>
                </a:solidFill>
              </a:rPr>
              <a:t>ಅದನ್ನು</a:t>
            </a:r>
            <a:r>
              <a:rPr lang="en-US" sz="8000" dirty="0" smtClean="0">
                <a:solidFill>
                  <a:schemeClr val="bg1"/>
                </a:solidFill>
              </a:rPr>
              <a:t> </a:t>
            </a:r>
            <a:r>
              <a:rPr lang="en-US" sz="8000" dirty="0" err="1" smtClean="0">
                <a:solidFill>
                  <a:schemeClr val="bg1"/>
                </a:solidFill>
              </a:rPr>
              <a:t>ಗಳಿಕೆ</a:t>
            </a:r>
            <a:r>
              <a:rPr lang="en-US" sz="8000" dirty="0" smtClean="0">
                <a:solidFill>
                  <a:schemeClr val="bg1"/>
                </a:solidFill>
              </a:rPr>
              <a:t> </a:t>
            </a:r>
            <a:r>
              <a:rPr lang="en-US" sz="8000" dirty="0" err="1" smtClean="0">
                <a:solidFill>
                  <a:schemeClr val="bg1"/>
                </a:solidFill>
              </a:rPr>
              <a:t>ರಜೆ</a:t>
            </a:r>
            <a:r>
              <a:rPr lang="en-US" sz="8000" dirty="0" smtClean="0">
                <a:solidFill>
                  <a:schemeClr val="bg1"/>
                </a:solidFill>
              </a:rPr>
              <a:t> </a:t>
            </a:r>
            <a:r>
              <a:rPr lang="en-US" sz="8000" dirty="0" err="1" smtClean="0">
                <a:solidFill>
                  <a:schemeClr val="bg1"/>
                </a:solidFill>
              </a:rPr>
              <a:t>ಎಂದು</a:t>
            </a:r>
            <a:r>
              <a:rPr lang="en-US" sz="8000" dirty="0" smtClean="0">
                <a:solidFill>
                  <a:schemeClr val="bg1"/>
                </a:solidFill>
              </a:rPr>
              <a:t> </a:t>
            </a:r>
            <a:r>
              <a:rPr lang="en-US" sz="8000" dirty="0" err="1" smtClean="0">
                <a:solidFill>
                  <a:schemeClr val="bg1"/>
                </a:solidFill>
              </a:rPr>
              <a:t>ಪರಿಗಣಿಸಬೇಕು</a:t>
            </a:r>
            <a:r>
              <a:rPr lang="en-US" sz="8000" dirty="0" smtClean="0">
                <a:solidFill>
                  <a:schemeClr val="bg1"/>
                </a:solidFill>
              </a:rPr>
              <a:t>.</a:t>
            </a:r>
            <a:r>
              <a:rPr lang="en-US" sz="5000" b="1" dirty="0" smtClean="0">
                <a:solidFill>
                  <a:srgbClr val="FF0000"/>
                </a:solidFill>
              </a:rPr>
              <a:t/>
            </a:r>
            <a:br>
              <a:rPr lang="en-US" sz="5000" b="1" dirty="0" smtClean="0">
                <a:solidFill>
                  <a:srgbClr val="FF0000"/>
                </a:solidFill>
              </a:rPr>
            </a:br>
            <a:r>
              <a:rPr lang="en-US" dirty="0" smtClean="0">
                <a:solidFill>
                  <a:schemeClr val="bg1"/>
                </a:solidFill>
              </a:rPr>
              <a:t/>
            </a:r>
            <a:br>
              <a:rPr lang="en-US" dirty="0" smtClean="0">
                <a:solidFill>
                  <a:schemeClr val="bg1"/>
                </a:solidFill>
              </a:rPr>
            </a:br>
            <a:r>
              <a:rPr lang="en-US" dirty="0" smtClean="0">
                <a:solidFill>
                  <a:schemeClr val="bg1"/>
                </a:solidFill>
              </a:rPr>
              <a:t/>
            </a:r>
            <a:br>
              <a:rPr lang="en-US" dirty="0" smtClean="0">
                <a:solidFill>
                  <a:schemeClr val="bg1"/>
                </a:solidFill>
              </a:rPr>
            </a:br>
            <a:r>
              <a:rPr lang="en-US" dirty="0" smtClean="0">
                <a:solidFill>
                  <a:schemeClr val="bg1"/>
                </a:solidFill>
              </a:rPr>
              <a:t/>
            </a:r>
            <a:br>
              <a:rPr lang="en-US" dirty="0" smtClean="0">
                <a:solidFill>
                  <a:schemeClr val="bg1"/>
                </a:solidFill>
              </a:rPr>
            </a:br>
            <a:endParaRPr lang="en-IN" dirty="0"/>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09600"/>
            <a:ext cx="8229600" cy="5592763"/>
          </a:xfrm>
        </p:spPr>
        <p:txBody>
          <a:bodyPr>
            <a:normAutofit fontScale="92500"/>
          </a:bodyPr>
          <a:lstStyle/>
          <a:p>
            <a:pPr>
              <a:lnSpc>
                <a:spcPct val="150000"/>
              </a:lnSpc>
            </a:pPr>
            <a:r>
              <a:rPr lang="en-US" sz="2800" b="1" u="sng" dirty="0" err="1" smtClean="0">
                <a:solidFill>
                  <a:srgbClr val="FF0000"/>
                </a:solidFill>
              </a:rPr>
              <a:t>ನಿಯಮ</a:t>
            </a:r>
            <a:r>
              <a:rPr lang="en-US" sz="2800" b="1" u="sng" dirty="0" smtClean="0">
                <a:solidFill>
                  <a:srgbClr val="FF0000"/>
                </a:solidFill>
              </a:rPr>
              <a:t> </a:t>
            </a:r>
            <a:r>
              <a:rPr lang="en-US" sz="2800" b="1" u="sng" dirty="0" smtClean="0">
                <a:solidFill>
                  <a:srgbClr val="FF0000"/>
                </a:solidFill>
              </a:rPr>
              <a:t>88 </a:t>
            </a:r>
            <a:r>
              <a:rPr lang="en-US" b="1" dirty="0" smtClean="0">
                <a:solidFill>
                  <a:srgbClr val="FF0000"/>
                </a:solidFill>
              </a:rPr>
              <a:t/>
            </a:r>
            <a:br>
              <a:rPr lang="en-US" b="1" dirty="0" smtClean="0">
                <a:solidFill>
                  <a:srgbClr val="FF0000"/>
                </a:solidFill>
              </a:rPr>
            </a:br>
            <a:r>
              <a:rPr lang="en-US" sz="1800" dirty="0" smtClean="0">
                <a:solidFill>
                  <a:schemeClr val="bg1"/>
                </a:solidFill>
              </a:rPr>
              <a:t>        </a:t>
            </a:r>
            <a:r>
              <a:rPr lang="en-US" sz="1800" dirty="0" err="1" smtClean="0">
                <a:solidFill>
                  <a:schemeClr val="bg1"/>
                </a:solidFill>
              </a:rPr>
              <a:t>ಸೇರಿಕೆ</a:t>
            </a:r>
            <a:r>
              <a:rPr lang="en-US" sz="1800" dirty="0" smtClean="0">
                <a:solidFill>
                  <a:schemeClr val="bg1"/>
                </a:solidFill>
              </a:rPr>
              <a:t> </a:t>
            </a:r>
            <a:r>
              <a:rPr lang="en-US" sz="1800" dirty="0" err="1" smtClean="0">
                <a:solidFill>
                  <a:schemeClr val="bg1"/>
                </a:solidFill>
              </a:rPr>
              <a:t>ಕಾಲದ</a:t>
            </a:r>
            <a:r>
              <a:rPr lang="en-US" sz="1800" dirty="0" smtClean="0">
                <a:solidFill>
                  <a:schemeClr val="bg1"/>
                </a:solidFill>
              </a:rPr>
              <a:t> </a:t>
            </a:r>
            <a:r>
              <a:rPr lang="en-US" sz="1800" dirty="0" err="1" smtClean="0">
                <a:solidFill>
                  <a:schemeClr val="bg1"/>
                </a:solidFill>
              </a:rPr>
              <a:t>ನಂತರ</a:t>
            </a:r>
            <a:r>
              <a:rPr lang="en-US" sz="1800" dirty="0" smtClean="0">
                <a:solidFill>
                  <a:schemeClr val="bg1"/>
                </a:solidFill>
              </a:rPr>
              <a:t> </a:t>
            </a:r>
            <a:r>
              <a:rPr lang="en-US" sz="1800" dirty="0" err="1" smtClean="0">
                <a:solidFill>
                  <a:schemeClr val="bg1"/>
                </a:solidFill>
              </a:rPr>
              <a:t>ನಂತರವೂ</a:t>
            </a:r>
            <a:r>
              <a:rPr lang="en-US" sz="1800" dirty="0" smtClean="0">
                <a:solidFill>
                  <a:schemeClr val="bg1"/>
                </a:solidFill>
              </a:rPr>
              <a:t> </a:t>
            </a:r>
            <a:r>
              <a:rPr lang="en-US" sz="1800" dirty="0" err="1" smtClean="0">
                <a:solidFill>
                  <a:schemeClr val="bg1"/>
                </a:solidFill>
              </a:rPr>
              <a:t>ಸರ್ಕಾರಿ</a:t>
            </a:r>
            <a:r>
              <a:rPr lang="en-US" sz="1800" dirty="0" smtClean="0">
                <a:solidFill>
                  <a:schemeClr val="bg1"/>
                </a:solidFill>
              </a:rPr>
              <a:t> </a:t>
            </a:r>
            <a:r>
              <a:rPr lang="en-US" sz="1800" dirty="0" err="1" smtClean="0">
                <a:solidFill>
                  <a:schemeClr val="bg1"/>
                </a:solidFill>
              </a:rPr>
              <a:t>ನೌಕರನು</a:t>
            </a:r>
            <a:r>
              <a:rPr lang="en-US" sz="1800" dirty="0" smtClean="0">
                <a:solidFill>
                  <a:schemeClr val="bg1"/>
                </a:solidFill>
              </a:rPr>
              <a:t> </a:t>
            </a:r>
            <a:r>
              <a:rPr lang="en-US" sz="1800" dirty="0" err="1" smtClean="0">
                <a:solidFill>
                  <a:schemeClr val="bg1"/>
                </a:solidFill>
              </a:rPr>
              <a:t>ಹುದ್ದೆಗೆ</a:t>
            </a:r>
            <a:r>
              <a:rPr lang="en-US" sz="1800" dirty="0" smtClean="0">
                <a:solidFill>
                  <a:schemeClr val="bg1"/>
                </a:solidFill>
              </a:rPr>
              <a:t> </a:t>
            </a:r>
            <a:r>
              <a:rPr lang="en-US" sz="1800" dirty="0" err="1" smtClean="0">
                <a:solidFill>
                  <a:schemeClr val="bg1"/>
                </a:solidFill>
              </a:rPr>
              <a:t>ಹಾಜರಾಗದಿದ್ದಲ್ಲಿ</a:t>
            </a:r>
            <a:r>
              <a:rPr lang="en-US" sz="1800" dirty="0" smtClean="0">
                <a:solidFill>
                  <a:schemeClr val="bg1"/>
                </a:solidFill>
              </a:rPr>
              <a:t> 106ಎ </a:t>
            </a:r>
            <a:r>
              <a:rPr lang="en-US" sz="1800" dirty="0" err="1" smtClean="0">
                <a:solidFill>
                  <a:schemeClr val="bg1"/>
                </a:solidFill>
              </a:rPr>
              <a:t>ಪ್ರಕಾರ</a:t>
            </a:r>
            <a:r>
              <a:rPr lang="en-US" sz="1800" dirty="0" smtClean="0">
                <a:solidFill>
                  <a:schemeClr val="bg1"/>
                </a:solidFill>
              </a:rPr>
              <a:t> </a:t>
            </a:r>
            <a:r>
              <a:rPr lang="en-US" sz="1800" dirty="0" err="1" smtClean="0">
                <a:solidFill>
                  <a:schemeClr val="bg1"/>
                </a:solidFill>
              </a:rPr>
              <a:t>ಅನಧಿಕೃತ</a:t>
            </a:r>
            <a:r>
              <a:rPr lang="en-US" sz="1800" dirty="0" smtClean="0">
                <a:solidFill>
                  <a:schemeClr val="bg1"/>
                </a:solidFill>
              </a:rPr>
              <a:t> ‌</a:t>
            </a:r>
            <a:r>
              <a:rPr lang="en-US" sz="1800" dirty="0" err="1" smtClean="0">
                <a:solidFill>
                  <a:schemeClr val="bg1"/>
                </a:solidFill>
              </a:rPr>
              <a:t>ಗೈರುಹಾಜರಿ</a:t>
            </a:r>
            <a:r>
              <a:rPr lang="en-US" sz="1800" dirty="0" smtClean="0">
                <a:solidFill>
                  <a:schemeClr val="bg1"/>
                </a:solidFill>
              </a:rPr>
              <a:t> </a:t>
            </a:r>
            <a:r>
              <a:rPr lang="en-US" sz="1800" dirty="0" err="1" smtClean="0">
                <a:solidFill>
                  <a:schemeClr val="bg1"/>
                </a:solidFill>
              </a:rPr>
              <a:t>ಎಂದು</a:t>
            </a:r>
            <a:r>
              <a:rPr lang="en-US" sz="1800" dirty="0" smtClean="0">
                <a:solidFill>
                  <a:schemeClr val="bg1"/>
                </a:solidFill>
              </a:rPr>
              <a:t> </a:t>
            </a:r>
            <a:r>
              <a:rPr lang="en-US" sz="1800" dirty="0" err="1" smtClean="0">
                <a:solidFill>
                  <a:schemeClr val="bg1"/>
                </a:solidFill>
              </a:rPr>
              <a:t>ಪರಿಗಣಿಸತಕ್ಕದ್ದು</a:t>
            </a:r>
            <a:r>
              <a:rPr lang="en-US" sz="1800" dirty="0" smtClean="0">
                <a:solidFill>
                  <a:schemeClr val="bg1"/>
                </a:solidFill>
              </a:rPr>
              <a:t> </a:t>
            </a:r>
            <a:r>
              <a:rPr lang="en-US" sz="1800" dirty="0" err="1" smtClean="0">
                <a:solidFill>
                  <a:schemeClr val="bg1"/>
                </a:solidFill>
              </a:rPr>
              <a:t>ಹಾಗೂ</a:t>
            </a:r>
            <a:r>
              <a:rPr lang="en-US" sz="1800" dirty="0" smtClean="0">
                <a:solidFill>
                  <a:schemeClr val="bg1"/>
                </a:solidFill>
              </a:rPr>
              <a:t> ಆ </a:t>
            </a:r>
            <a:r>
              <a:rPr lang="en-US" sz="1800" dirty="0" err="1" smtClean="0">
                <a:solidFill>
                  <a:schemeClr val="bg1"/>
                </a:solidFill>
              </a:rPr>
              <a:t>ಅವಧಿಯ</a:t>
            </a:r>
            <a:r>
              <a:rPr lang="en-US" sz="1800" dirty="0" smtClean="0">
                <a:solidFill>
                  <a:schemeClr val="bg1"/>
                </a:solidFill>
              </a:rPr>
              <a:t> </a:t>
            </a:r>
            <a:r>
              <a:rPr lang="en-US" sz="1800" dirty="0" err="1" smtClean="0">
                <a:solidFill>
                  <a:schemeClr val="bg1"/>
                </a:solidFill>
              </a:rPr>
              <a:t>ದಿನಗಳನ್ನು</a:t>
            </a:r>
            <a:r>
              <a:rPr lang="en-US" sz="1800" dirty="0" smtClean="0">
                <a:solidFill>
                  <a:schemeClr val="bg1"/>
                </a:solidFill>
              </a:rPr>
              <a:t> </a:t>
            </a:r>
            <a:r>
              <a:rPr lang="en-US" sz="1800" dirty="0" err="1" smtClean="0">
                <a:solidFill>
                  <a:schemeClr val="bg1"/>
                </a:solidFill>
              </a:rPr>
              <a:t>ಅರ್ಧವೇತನ</a:t>
            </a:r>
            <a:r>
              <a:rPr lang="en-US" sz="1800" dirty="0" smtClean="0">
                <a:solidFill>
                  <a:schemeClr val="bg1"/>
                </a:solidFill>
              </a:rPr>
              <a:t> </a:t>
            </a:r>
            <a:r>
              <a:rPr lang="en-US" sz="1800" dirty="0" err="1" smtClean="0">
                <a:solidFill>
                  <a:schemeClr val="bg1"/>
                </a:solidFill>
              </a:rPr>
              <a:t>ರಜೆಯ</a:t>
            </a:r>
            <a:r>
              <a:rPr lang="en-US" sz="1800" dirty="0" smtClean="0">
                <a:solidFill>
                  <a:schemeClr val="bg1"/>
                </a:solidFill>
              </a:rPr>
              <a:t> </a:t>
            </a:r>
            <a:r>
              <a:rPr lang="en-US" sz="1800" dirty="0" err="1" smtClean="0">
                <a:solidFill>
                  <a:schemeClr val="bg1"/>
                </a:solidFill>
              </a:rPr>
              <a:t>ಲೆಕ್ಕದಿಂದ</a:t>
            </a:r>
            <a:r>
              <a:rPr lang="en-US" sz="1800" dirty="0" smtClean="0">
                <a:solidFill>
                  <a:schemeClr val="bg1"/>
                </a:solidFill>
              </a:rPr>
              <a:t> </a:t>
            </a:r>
            <a:r>
              <a:rPr lang="en-US" sz="1800" dirty="0" err="1" smtClean="0">
                <a:solidFill>
                  <a:schemeClr val="bg1"/>
                </a:solidFill>
              </a:rPr>
              <a:t>ಕಡಿಮೆ</a:t>
            </a:r>
            <a:r>
              <a:rPr lang="en-US" sz="1800" dirty="0" smtClean="0">
                <a:solidFill>
                  <a:schemeClr val="bg1"/>
                </a:solidFill>
              </a:rPr>
              <a:t> </a:t>
            </a:r>
            <a:r>
              <a:rPr lang="en-US" sz="1800" dirty="0" err="1" smtClean="0">
                <a:solidFill>
                  <a:schemeClr val="bg1"/>
                </a:solidFill>
              </a:rPr>
              <a:t>ಮಾಡತಕ್ಕದ್ದು</a:t>
            </a:r>
            <a:r>
              <a:rPr lang="en-US" sz="1800" dirty="0" smtClean="0">
                <a:solidFill>
                  <a:schemeClr val="bg1"/>
                </a:solidFill>
              </a:rPr>
              <a:t>.</a:t>
            </a:r>
            <a:endParaRPr lang="en-US" sz="1000" dirty="0" smtClean="0">
              <a:solidFill>
                <a:schemeClr val="bg1"/>
              </a:solidFill>
            </a:endParaRPr>
          </a:p>
          <a:p>
            <a:pPr>
              <a:lnSpc>
                <a:spcPct val="150000"/>
              </a:lnSpc>
            </a:pPr>
            <a:r>
              <a:rPr lang="en-US" sz="2600" b="1" u="sng" dirty="0" err="1" smtClean="0">
                <a:solidFill>
                  <a:srgbClr val="FF0000"/>
                </a:solidFill>
              </a:rPr>
              <a:t>ನಿಯಮ</a:t>
            </a:r>
            <a:r>
              <a:rPr lang="en-US" sz="2600" b="1" u="sng" dirty="0" smtClean="0">
                <a:solidFill>
                  <a:srgbClr val="FF0000"/>
                </a:solidFill>
              </a:rPr>
              <a:t> </a:t>
            </a:r>
            <a:r>
              <a:rPr lang="en-US" sz="2600" b="1" u="sng" dirty="0" smtClean="0">
                <a:solidFill>
                  <a:srgbClr val="FF0000"/>
                </a:solidFill>
              </a:rPr>
              <a:t>89 </a:t>
            </a:r>
            <a:r>
              <a:rPr lang="en-US" sz="2600" b="1" u="sng" dirty="0" err="1" smtClean="0">
                <a:solidFill>
                  <a:srgbClr val="FF0000"/>
                </a:solidFill>
              </a:rPr>
              <a:t>ಸೇರಿಕೆ</a:t>
            </a:r>
            <a:r>
              <a:rPr lang="en-US" sz="2600" b="1" u="sng" dirty="0" smtClean="0">
                <a:solidFill>
                  <a:srgbClr val="FF0000"/>
                </a:solidFill>
              </a:rPr>
              <a:t> </a:t>
            </a:r>
            <a:r>
              <a:rPr lang="en-US" sz="2600" b="1" u="sng" dirty="0" err="1" smtClean="0">
                <a:solidFill>
                  <a:srgbClr val="FF0000"/>
                </a:solidFill>
              </a:rPr>
              <a:t>ಕಾಲದ</a:t>
            </a:r>
            <a:r>
              <a:rPr lang="en-US" sz="2600" b="1" u="sng" dirty="0" smtClean="0">
                <a:solidFill>
                  <a:srgbClr val="FF0000"/>
                </a:solidFill>
              </a:rPr>
              <a:t> </a:t>
            </a:r>
            <a:r>
              <a:rPr lang="en-US" sz="2600" b="1" u="sng" dirty="0" err="1" smtClean="0">
                <a:solidFill>
                  <a:srgbClr val="FF0000"/>
                </a:solidFill>
              </a:rPr>
              <a:t>ಅವಧಿಗೆ</a:t>
            </a:r>
            <a:r>
              <a:rPr lang="en-US" sz="2600" b="1" u="sng" dirty="0" smtClean="0">
                <a:solidFill>
                  <a:srgbClr val="FF0000"/>
                </a:solidFill>
              </a:rPr>
              <a:t> </a:t>
            </a:r>
            <a:r>
              <a:rPr lang="en-US" sz="2600" b="1" u="sng" dirty="0" err="1" smtClean="0">
                <a:solidFill>
                  <a:srgbClr val="FF0000"/>
                </a:solidFill>
              </a:rPr>
              <a:t>ವೇತನ</a:t>
            </a:r>
            <a:r>
              <a:rPr lang="en-IN" sz="2600" b="1" u="sng" dirty="0" smtClean="0">
                <a:solidFill>
                  <a:srgbClr val="FF0000"/>
                </a:solidFill>
              </a:rPr>
              <a:t> </a:t>
            </a:r>
            <a:r>
              <a:rPr lang="en-IN" sz="2600" b="1" dirty="0" smtClean="0">
                <a:solidFill>
                  <a:srgbClr val="FF0000"/>
                </a:solidFill>
              </a:rPr>
              <a:t>:</a:t>
            </a:r>
            <a:r>
              <a:rPr lang="en-IN" sz="2800" b="1" dirty="0" smtClean="0">
                <a:solidFill>
                  <a:srgbClr val="FF0000"/>
                </a:solidFill>
              </a:rPr>
              <a:t/>
            </a:r>
            <a:br>
              <a:rPr lang="en-IN" sz="2800" b="1" dirty="0" smtClean="0">
                <a:solidFill>
                  <a:srgbClr val="FF0000"/>
                </a:solidFill>
              </a:rPr>
            </a:br>
            <a:r>
              <a:rPr lang="en-US" sz="1800" dirty="0" smtClean="0">
                <a:solidFill>
                  <a:schemeClr val="bg1"/>
                </a:solidFill>
              </a:rPr>
              <a:t>         </a:t>
            </a:r>
            <a:r>
              <a:rPr lang="en-US" sz="1800" dirty="0" err="1" smtClean="0">
                <a:solidFill>
                  <a:schemeClr val="bg1"/>
                </a:solidFill>
              </a:rPr>
              <a:t>ಹಿಂದಿನ</a:t>
            </a:r>
            <a:r>
              <a:rPr lang="en-US" sz="1800" dirty="0" smtClean="0">
                <a:solidFill>
                  <a:schemeClr val="bg1"/>
                </a:solidFill>
              </a:rPr>
              <a:t> </a:t>
            </a:r>
            <a:r>
              <a:rPr lang="en-US" sz="1800" dirty="0" err="1" smtClean="0">
                <a:solidFill>
                  <a:schemeClr val="bg1"/>
                </a:solidFill>
              </a:rPr>
              <a:t>ಹುದ್ದೆಯಲ್ಲಿ</a:t>
            </a:r>
            <a:r>
              <a:rPr lang="en-US" sz="1800" dirty="0" smtClean="0">
                <a:solidFill>
                  <a:schemeClr val="bg1"/>
                </a:solidFill>
              </a:rPr>
              <a:t> </a:t>
            </a:r>
            <a:r>
              <a:rPr lang="en-US" sz="1800" dirty="0" err="1" smtClean="0">
                <a:solidFill>
                  <a:schemeClr val="bg1"/>
                </a:solidFill>
              </a:rPr>
              <a:t>ಅವನು</a:t>
            </a:r>
            <a:r>
              <a:rPr lang="en-US" sz="1800" dirty="0" smtClean="0">
                <a:solidFill>
                  <a:schemeClr val="bg1"/>
                </a:solidFill>
              </a:rPr>
              <a:t> </a:t>
            </a:r>
            <a:r>
              <a:rPr lang="en-US" sz="1800" dirty="0" err="1" smtClean="0">
                <a:solidFill>
                  <a:schemeClr val="bg1"/>
                </a:solidFill>
              </a:rPr>
              <a:t>ಪಡೆಯುತ್ತಿದ್ದ</a:t>
            </a:r>
            <a:r>
              <a:rPr lang="en-US" sz="1800" dirty="0" smtClean="0">
                <a:solidFill>
                  <a:schemeClr val="bg1"/>
                </a:solidFill>
              </a:rPr>
              <a:t> </a:t>
            </a:r>
            <a:r>
              <a:rPr lang="en-US" sz="1800" dirty="0" err="1" smtClean="0">
                <a:solidFill>
                  <a:schemeClr val="bg1"/>
                </a:solidFill>
              </a:rPr>
              <a:t>ವೇತನದ</a:t>
            </a:r>
            <a:r>
              <a:rPr lang="en-US" sz="1800" dirty="0" smtClean="0">
                <a:solidFill>
                  <a:schemeClr val="bg1"/>
                </a:solidFill>
              </a:rPr>
              <a:t> </a:t>
            </a:r>
            <a:r>
              <a:rPr lang="en-US" sz="1800" dirty="0" err="1" smtClean="0">
                <a:solidFill>
                  <a:schemeClr val="bg1"/>
                </a:solidFill>
              </a:rPr>
              <a:t>ದರದಲ್ಲಿ</a:t>
            </a:r>
            <a:r>
              <a:rPr lang="en-US" sz="1800" dirty="0" smtClean="0">
                <a:solidFill>
                  <a:schemeClr val="bg1"/>
                </a:solidFill>
              </a:rPr>
              <a:t> </a:t>
            </a:r>
            <a:r>
              <a:rPr lang="en-US" sz="1800" dirty="0" err="1" smtClean="0">
                <a:solidFill>
                  <a:schemeClr val="bg1"/>
                </a:solidFill>
              </a:rPr>
              <a:t>ಸೇರಿಕೆ</a:t>
            </a:r>
            <a:r>
              <a:rPr lang="en-US" sz="1800" dirty="0" smtClean="0">
                <a:solidFill>
                  <a:schemeClr val="bg1"/>
                </a:solidFill>
              </a:rPr>
              <a:t> </a:t>
            </a:r>
            <a:r>
              <a:rPr lang="en-US" sz="1800" dirty="0" err="1" smtClean="0">
                <a:solidFill>
                  <a:schemeClr val="bg1"/>
                </a:solidFill>
              </a:rPr>
              <a:t>ಕಾಲದ</a:t>
            </a:r>
            <a:r>
              <a:rPr lang="en-US" sz="1800" dirty="0" smtClean="0">
                <a:solidFill>
                  <a:schemeClr val="bg1"/>
                </a:solidFill>
              </a:rPr>
              <a:t> </a:t>
            </a:r>
            <a:r>
              <a:rPr lang="en-US" sz="1800" dirty="0" err="1" smtClean="0">
                <a:solidFill>
                  <a:schemeClr val="bg1"/>
                </a:solidFill>
              </a:rPr>
              <a:t>ಅಧಿಗೆ</a:t>
            </a:r>
            <a:r>
              <a:rPr lang="en-US" sz="1800" dirty="0" smtClean="0">
                <a:solidFill>
                  <a:schemeClr val="bg1"/>
                </a:solidFill>
              </a:rPr>
              <a:t> </a:t>
            </a:r>
            <a:r>
              <a:rPr lang="en-US" sz="1800" dirty="0" err="1" smtClean="0">
                <a:solidFill>
                  <a:schemeClr val="bg1"/>
                </a:solidFill>
              </a:rPr>
              <a:t>ವೇತನ</a:t>
            </a:r>
            <a:r>
              <a:rPr lang="en-US" sz="1800" dirty="0" smtClean="0">
                <a:solidFill>
                  <a:schemeClr val="bg1"/>
                </a:solidFill>
              </a:rPr>
              <a:t> </a:t>
            </a:r>
            <a:r>
              <a:rPr lang="en-US" sz="1800" dirty="0" err="1" smtClean="0">
                <a:solidFill>
                  <a:schemeClr val="bg1"/>
                </a:solidFill>
              </a:rPr>
              <a:t>ಸಿಗುವುದು</a:t>
            </a:r>
            <a:r>
              <a:rPr lang="en-US" sz="1800" dirty="0" smtClean="0">
                <a:solidFill>
                  <a:schemeClr val="bg1"/>
                </a:solidFill>
              </a:rPr>
              <a:t> </a:t>
            </a:r>
            <a:r>
              <a:rPr lang="en-US" sz="1800" dirty="0" err="1" smtClean="0">
                <a:solidFill>
                  <a:schemeClr val="bg1"/>
                </a:solidFill>
              </a:rPr>
              <a:t>ಆದರೆ</a:t>
            </a:r>
            <a:r>
              <a:rPr lang="en-US" sz="1800" dirty="0" smtClean="0">
                <a:solidFill>
                  <a:schemeClr val="bg1"/>
                </a:solidFill>
              </a:rPr>
              <a:t> </a:t>
            </a:r>
            <a:r>
              <a:rPr lang="en-US" sz="1800" dirty="0" err="1" smtClean="0">
                <a:solidFill>
                  <a:schemeClr val="bg1"/>
                </a:solidFill>
              </a:rPr>
              <a:t>ಸೇರಿಕೆ</a:t>
            </a:r>
            <a:r>
              <a:rPr lang="en-US" sz="1800" dirty="0" smtClean="0">
                <a:solidFill>
                  <a:schemeClr val="bg1"/>
                </a:solidFill>
              </a:rPr>
              <a:t> </a:t>
            </a:r>
            <a:r>
              <a:rPr lang="en-US" sz="1800" dirty="0" err="1" smtClean="0">
                <a:solidFill>
                  <a:schemeClr val="bg1"/>
                </a:solidFill>
              </a:rPr>
              <a:t>ಕಾಲದ</a:t>
            </a:r>
            <a:r>
              <a:rPr lang="en-US" sz="1800" dirty="0" smtClean="0">
                <a:solidFill>
                  <a:schemeClr val="bg1"/>
                </a:solidFill>
              </a:rPr>
              <a:t> </a:t>
            </a:r>
            <a:r>
              <a:rPr lang="en-US" sz="1800" dirty="0" err="1" smtClean="0">
                <a:solidFill>
                  <a:schemeClr val="bg1"/>
                </a:solidFill>
              </a:rPr>
              <a:t>ಅವಧಿಗೆ</a:t>
            </a:r>
            <a:r>
              <a:rPr lang="en-US" sz="1800" dirty="0" smtClean="0">
                <a:solidFill>
                  <a:schemeClr val="bg1"/>
                </a:solidFill>
              </a:rPr>
              <a:t> 1) </a:t>
            </a:r>
            <a:r>
              <a:rPr lang="en-US" sz="1800" dirty="0" err="1" smtClean="0">
                <a:solidFill>
                  <a:schemeClr val="bg1"/>
                </a:solidFill>
              </a:rPr>
              <a:t>ವಾಹನ</a:t>
            </a:r>
            <a:r>
              <a:rPr lang="en-US" sz="1800" dirty="0" smtClean="0">
                <a:solidFill>
                  <a:schemeClr val="bg1"/>
                </a:solidFill>
              </a:rPr>
              <a:t> </a:t>
            </a:r>
            <a:r>
              <a:rPr lang="en-US" sz="1800" dirty="0" err="1" smtClean="0">
                <a:solidFill>
                  <a:schemeClr val="bg1"/>
                </a:solidFill>
              </a:rPr>
              <a:t>ಭತ್ಯೆ</a:t>
            </a:r>
            <a:r>
              <a:rPr lang="en-US" sz="1800" dirty="0" smtClean="0">
                <a:solidFill>
                  <a:schemeClr val="bg1"/>
                </a:solidFill>
              </a:rPr>
              <a:t>, 2) </a:t>
            </a:r>
            <a:r>
              <a:rPr lang="en-US" sz="1800" dirty="0" err="1" smtClean="0">
                <a:solidFill>
                  <a:schemeClr val="bg1"/>
                </a:solidFill>
              </a:rPr>
              <a:t>ವಿಶೇಷ</a:t>
            </a:r>
            <a:r>
              <a:rPr lang="en-US" sz="1800" dirty="0" smtClean="0">
                <a:solidFill>
                  <a:schemeClr val="bg1"/>
                </a:solidFill>
              </a:rPr>
              <a:t> </a:t>
            </a:r>
            <a:r>
              <a:rPr lang="en-US" sz="1800" dirty="0" err="1" smtClean="0">
                <a:solidFill>
                  <a:schemeClr val="bg1"/>
                </a:solidFill>
              </a:rPr>
              <a:t>ಭತ್ಯೆ</a:t>
            </a:r>
            <a:r>
              <a:rPr lang="en-US" sz="1800" dirty="0" smtClean="0">
                <a:solidFill>
                  <a:schemeClr val="bg1"/>
                </a:solidFill>
              </a:rPr>
              <a:t>, 3) </a:t>
            </a:r>
            <a:r>
              <a:rPr lang="en-US" sz="1800" dirty="0" err="1" smtClean="0">
                <a:solidFill>
                  <a:schemeClr val="bg1"/>
                </a:solidFill>
              </a:rPr>
              <a:t>ಯೋಜನಾ</a:t>
            </a:r>
            <a:r>
              <a:rPr lang="en-US" sz="1800" dirty="0" smtClean="0">
                <a:solidFill>
                  <a:schemeClr val="bg1"/>
                </a:solidFill>
              </a:rPr>
              <a:t> </a:t>
            </a:r>
            <a:r>
              <a:rPr lang="en-US" sz="1800" dirty="0" err="1" smtClean="0">
                <a:solidFill>
                  <a:schemeClr val="bg1"/>
                </a:solidFill>
              </a:rPr>
              <a:t>ಭತ್ಯೆ</a:t>
            </a:r>
            <a:r>
              <a:rPr lang="en-US" sz="1800" dirty="0" smtClean="0">
                <a:solidFill>
                  <a:schemeClr val="bg1"/>
                </a:solidFill>
              </a:rPr>
              <a:t>, 4) </a:t>
            </a:r>
            <a:r>
              <a:rPr lang="en-US" sz="1800" dirty="0" err="1" smtClean="0">
                <a:solidFill>
                  <a:schemeClr val="bg1"/>
                </a:solidFill>
              </a:rPr>
              <a:t>ಖಾಯಂ</a:t>
            </a:r>
            <a:r>
              <a:rPr lang="en-US" sz="1800" dirty="0" smtClean="0">
                <a:solidFill>
                  <a:schemeClr val="bg1"/>
                </a:solidFill>
              </a:rPr>
              <a:t> </a:t>
            </a:r>
            <a:r>
              <a:rPr lang="en-US" sz="1800" dirty="0" err="1" smtClean="0">
                <a:solidFill>
                  <a:schemeClr val="bg1"/>
                </a:solidFill>
              </a:rPr>
              <a:t>ಪ್ರವಾಸ</a:t>
            </a:r>
            <a:r>
              <a:rPr lang="en-US" sz="1800" dirty="0" smtClean="0">
                <a:solidFill>
                  <a:schemeClr val="bg1"/>
                </a:solidFill>
              </a:rPr>
              <a:t>  </a:t>
            </a:r>
            <a:r>
              <a:rPr lang="en-US" sz="1800" dirty="0" err="1" smtClean="0">
                <a:solidFill>
                  <a:schemeClr val="bg1"/>
                </a:solidFill>
              </a:rPr>
              <a:t>ಭತ್ಯೆ</a:t>
            </a:r>
            <a:r>
              <a:rPr lang="en-US" sz="1800" dirty="0" smtClean="0">
                <a:solidFill>
                  <a:schemeClr val="bg1"/>
                </a:solidFill>
              </a:rPr>
              <a:t> </a:t>
            </a:r>
            <a:r>
              <a:rPr lang="en-US" sz="1800" dirty="0" err="1" smtClean="0">
                <a:solidFill>
                  <a:schemeClr val="bg1"/>
                </a:solidFill>
              </a:rPr>
              <a:t>ಇವು</a:t>
            </a:r>
            <a:r>
              <a:rPr lang="en-US" sz="1800" dirty="0" smtClean="0">
                <a:solidFill>
                  <a:schemeClr val="bg1"/>
                </a:solidFill>
              </a:rPr>
              <a:t> </a:t>
            </a:r>
            <a:r>
              <a:rPr lang="en-US" sz="1800" dirty="0" err="1" smtClean="0">
                <a:solidFill>
                  <a:schemeClr val="bg1"/>
                </a:solidFill>
              </a:rPr>
              <a:t>ಸಿಗುವುದಿಲ್ಲ</a:t>
            </a:r>
            <a:r>
              <a:rPr lang="en-US" sz="1800" dirty="0" smtClean="0">
                <a:solidFill>
                  <a:schemeClr val="bg1"/>
                </a:solidFill>
              </a:rPr>
              <a:t>.</a:t>
            </a:r>
          </a:p>
          <a:p>
            <a:pPr>
              <a:lnSpc>
                <a:spcPct val="150000"/>
              </a:lnSpc>
            </a:pPr>
            <a:r>
              <a:rPr lang="en-US" sz="2800" b="1" u="sng" dirty="0" err="1" smtClean="0">
                <a:solidFill>
                  <a:srgbClr val="FF0000"/>
                </a:solidFill>
              </a:rPr>
              <a:t>ನಿಯಮ</a:t>
            </a:r>
            <a:r>
              <a:rPr lang="en-US" sz="2800" b="1" u="sng" dirty="0" smtClean="0">
                <a:solidFill>
                  <a:srgbClr val="FF0000"/>
                </a:solidFill>
              </a:rPr>
              <a:t> </a:t>
            </a:r>
            <a:r>
              <a:rPr lang="en-US" sz="2800" b="1" u="sng" dirty="0" smtClean="0">
                <a:solidFill>
                  <a:srgbClr val="FF0000"/>
                </a:solidFill>
              </a:rPr>
              <a:t>90 </a:t>
            </a:r>
            <a:r>
              <a:rPr lang="en-US" sz="2700" b="1" dirty="0" smtClean="0">
                <a:solidFill>
                  <a:srgbClr val="FF0000"/>
                </a:solidFill>
              </a:rPr>
              <a:t/>
            </a:r>
            <a:br>
              <a:rPr lang="en-US" sz="2700" b="1" dirty="0" smtClean="0">
                <a:solidFill>
                  <a:srgbClr val="FF0000"/>
                </a:solidFill>
              </a:rPr>
            </a:br>
            <a:r>
              <a:rPr lang="en-US" sz="1800" dirty="0" smtClean="0">
                <a:solidFill>
                  <a:schemeClr val="bg1"/>
                </a:solidFill>
              </a:rPr>
              <a:t>         </a:t>
            </a:r>
            <a:r>
              <a:rPr lang="en-US" sz="1800" dirty="0" err="1" smtClean="0">
                <a:solidFill>
                  <a:schemeClr val="bg1"/>
                </a:solidFill>
              </a:rPr>
              <a:t>ಸರ್ಕಾರಿ</a:t>
            </a:r>
            <a:r>
              <a:rPr lang="en-US" sz="1800" dirty="0" smtClean="0">
                <a:solidFill>
                  <a:schemeClr val="bg1"/>
                </a:solidFill>
              </a:rPr>
              <a:t> </a:t>
            </a:r>
            <a:r>
              <a:rPr lang="en-US" sz="1800" dirty="0" err="1" smtClean="0">
                <a:solidFill>
                  <a:schemeClr val="bg1"/>
                </a:solidFill>
              </a:rPr>
              <a:t>ನೌಕರನಿಗೆ</a:t>
            </a:r>
            <a:r>
              <a:rPr lang="en-US" sz="1800" dirty="0" smtClean="0">
                <a:solidFill>
                  <a:schemeClr val="bg1"/>
                </a:solidFill>
              </a:rPr>
              <a:t> </a:t>
            </a:r>
            <a:r>
              <a:rPr lang="en-US" sz="1800" dirty="0" err="1" smtClean="0">
                <a:solidFill>
                  <a:schemeClr val="bg1"/>
                </a:solidFill>
              </a:rPr>
              <a:t>ಸಿಗತಕ್ಕ</a:t>
            </a:r>
            <a:r>
              <a:rPr lang="en-US" sz="1800" dirty="0" smtClean="0">
                <a:solidFill>
                  <a:schemeClr val="bg1"/>
                </a:solidFill>
              </a:rPr>
              <a:t> </a:t>
            </a:r>
            <a:r>
              <a:rPr lang="en-US" sz="1800" dirty="0" err="1" smtClean="0">
                <a:solidFill>
                  <a:schemeClr val="bg1"/>
                </a:solidFill>
              </a:rPr>
              <a:t>ಎಲ್ಲ</a:t>
            </a:r>
            <a:r>
              <a:rPr lang="en-US" sz="1800" dirty="0" smtClean="0">
                <a:solidFill>
                  <a:schemeClr val="bg1"/>
                </a:solidFill>
              </a:rPr>
              <a:t> </a:t>
            </a:r>
            <a:r>
              <a:rPr lang="en-US" sz="1800" dirty="0" err="1" smtClean="0">
                <a:solidFill>
                  <a:schemeClr val="bg1"/>
                </a:solidFill>
              </a:rPr>
              <a:t>ಸೇವಾ</a:t>
            </a:r>
            <a:r>
              <a:rPr lang="en-US" sz="1800" dirty="0" smtClean="0">
                <a:solidFill>
                  <a:schemeClr val="bg1"/>
                </a:solidFill>
              </a:rPr>
              <a:t> </a:t>
            </a:r>
            <a:r>
              <a:rPr lang="en-US" sz="1800" dirty="0" err="1" smtClean="0">
                <a:solidFill>
                  <a:schemeClr val="bg1"/>
                </a:solidFill>
              </a:rPr>
              <a:t>ಸೌಲಭ್ಯಗಳಗೆ</a:t>
            </a:r>
            <a:r>
              <a:rPr lang="en-US" sz="1800" dirty="0" smtClean="0">
                <a:solidFill>
                  <a:schemeClr val="bg1"/>
                </a:solidFill>
              </a:rPr>
              <a:t> </a:t>
            </a:r>
            <a:r>
              <a:rPr lang="en-US" sz="1800" dirty="0" err="1" smtClean="0">
                <a:solidFill>
                  <a:schemeClr val="bg1"/>
                </a:solidFill>
              </a:rPr>
              <a:t>ಸೇರಿಕೆ</a:t>
            </a:r>
            <a:r>
              <a:rPr lang="en-US" sz="1800" dirty="0" smtClean="0">
                <a:solidFill>
                  <a:schemeClr val="bg1"/>
                </a:solidFill>
              </a:rPr>
              <a:t> </a:t>
            </a:r>
            <a:r>
              <a:rPr lang="en-US" sz="1800" dirty="0" err="1" smtClean="0">
                <a:solidFill>
                  <a:schemeClr val="bg1"/>
                </a:solidFill>
              </a:rPr>
              <a:t>ಕಾಲವು</a:t>
            </a:r>
            <a:r>
              <a:rPr lang="en-US" sz="1800" dirty="0" smtClean="0">
                <a:solidFill>
                  <a:schemeClr val="bg1"/>
                </a:solidFill>
              </a:rPr>
              <a:t> </a:t>
            </a:r>
            <a:r>
              <a:rPr lang="en-US" sz="1800" dirty="0" err="1" smtClean="0">
                <a:solidFill>
                  <a:schemeClr val="bg1"/>
                </a:solidFill>
              </a:rPr>
              <a:t>ಕರ್ತವ್ಯದ</a:t>
            </a:r>
            <a:r>
              <a:rPr lang="en-US" sz="1800" dirty="0" smtClean="0">
                <a:solidFill>
                  <a:schemeClr val="bg1"/>
                </a:solidFill>
              </a:rPr>
              <a:t> </a:t>
            </a:r>
            <a:r>
              <a:rPr lang="en-US" sz="1800" dirty="0" err="1" smtClean="0">
                <a:solidFill>
                  <a:schemeClr val="bg1"/>
                </a:solidFill>
              </a:rPr>
              <a:t>ಅವದಿ</a:t>
            </a:r>
            <a:r>
              <a:rPr lang="en-US" sz="1800" dirty="0" smtClean="0">
                <a:solidFill>
                  <a:schemeClr val="bg1"/>
                </a:solidFill>
              </a:rPr>
              <a:t> </a:t>
            </a:r>
            <a:r>
              <a:rPr lang="en-US" sz="1800" dirty="0" err="1" smtClean="0">
                <a:solidFill>
                  <a:schemeClr val="bg1"/>
                </a:solidFill>
              </a:rPr>
              <a:t>ಎಂದು</a:t>
            </a:r>
            <a:r>
              <a:rPr lang="en-US" sz="1800" dirty="0" smtClean="0">
                <a:solidFill>
                  <a:schemeClr val="bg1"/>
                </a:solidFill>
              </a:rPr>
              <a:t> </a:t>
            </a:r>
            <a:r>
              <a:rPr lang="en-US" sz="1800" dirty="0" err="1" smtClean="0">
                <a:solidFill>
                  <a:schemeClr val="bg1"/>
                </a:solidFill>
              </a:rPr>
              <a:t>ಪರಿಗಣಿಸಲ್ಪಡುತ್ತದೆ</a:t>
            </a:r>
            <a:endParaRPr lang="en-US" sz="1800" dirty="0" smtClean="0">
              <a:solidFill>
                <a:schemeClr val="bg1"/>
              </a:solidFill>
            </a:endParaRPr>
          </a:p>
          <a:p>
            <a:pPr>
              <a:lnSpc>
                <a:spcPct val="150000"/>
              </a:lnSpc>
              <a:buNone/>
            </a:pPr>
            <a:endParaRPr lang="en-IN" sz="1800" dirty="0"/>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3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2700"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Slice</Template>
  <TotalTime>397</TotalTime>
  <Words>647</Words>
  <Application>Microsoft Office PowerPoint</Application>
  <PresentationFormat>On-screen Show (4:3)</PresentationFormat>
  <Paragraphs>48</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Century Gothic</vt:lpstr>
      <vt:lpstr>Nudi 01 e</vt:lpstr>
      <vt:lpstr>Wingdings 3</vt:lpstr>
      <vt:lpstr>Slice</vt:lpstr>
      <vt:lpstr>ಸೇರುವ ಕಾಲ(Joining Time) (ನಿಯಮ 76 ರಿಂದ)</vt:lpstr>
      <vt:lpstr>PowerPoint Presentation</vt:lpstr>
      <vt:lpstr>(ನಿಯಮ 78) ಸೇರಿಕೆ ಕಾಲ ಎಷ್ಟು ಸಿಗುತ್ತದೆ.?</vt:lpstr>
      <vt:lpstr>ನಿಯಮ 79: ಸೇರಿಕೆ ಕಾಲದಲ್ಲಿದ್ದಾಗ ವರ್ಗಾವಣೆ ಯಲ್ಲಿ ಬದಲಾವಣೆ :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ಸೇರುವ ಕಾಲ() (ನಿಯಮ 76 ರಿಂದ)</dc:title>
  <dc:creator>ADMIN DTI</dc:creator>
  <cp:lastModifiedBy>DELL</cp:lastModifiedBy>
  <cp:revision>90</cp:revision>
  <dcterms:created xsi:type="dcterms:W3CDTF">2006-08-16T00:00:00Z</dcterms:created>
  <dcterms:modified xsi:type="dcterms:W3CDTF">2022-05-25T06:10:25Z</dcterms:modified>
</cp:coreProperties>
</file>