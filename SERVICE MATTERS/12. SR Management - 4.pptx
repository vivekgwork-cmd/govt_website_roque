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0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 varScale="1">
        <p:scale>
          <a:sx n="65" d="100"/>
          <a:sy n="65" d="100"/>
        </p:scale>
        <p:origin x="-145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91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04800"/>
            <a:ext cx="8458200" cy="6172200"/>
          </a:xfrm>
        </p:spPr>
        <p:txBody>
          <a:bodyPr>
            <a:normAutofit fontScale="92500" lnSpcReduction="20000"/>
          </a:bodyPr>
          <a:lstStyle/>
          <a:p>
            <a:pPr algn="ctr"/>
            <a:endParaRPr lang="en-US" sz="3200" b="1" dirty="0" smtClean="0"/>
          </a:p>
          <a:p>
            <a:pPr algn="ctr"/>
            <a:r>
              <a:rPr lang="en-US" sz="3200" b="1" dirty="0" err="1" smtClean="0"/>
              <a:t>ಸೇವಾ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ಪುಸ್ತಕದ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ನಿರ್ವಹಣೆಗಾಗಿ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ಸೂಚನೆಗಳು</a:t>
            </a:r>
            <a:r>
              <a:rPr lang="en-US" sz="3200" b="1" dirty="0" smtClean="0"/>
              <a:t>.</a:t>
            </a:r>
          </a:p>
          <a:p>
            <a:pPr algn="ctr"/>
            <a:endParaRPr lang="en-US" sz="3200" b="1" dirty="0" smtClean="0"/>
          </a:p>
          <a:p>
            <a:pPr algn="ctr"/>
            <a:r>
              <a:rPr lang="en-US" sz="3200" b="1" dirty="0" err="1" smtClean="0"/>
              <a:t>ಭಾಗ</a:t>
            </a:r>
            <a:r>
              <a:rPr lang="en-US" sz="3200" b="1" dirty="0" smtClean="0"/>
              <a:t>- I</a:t>
            </a:r>
            <a:endParaRPr lang="en-US" sz="3200" dirty="0" smtClean="0"/>
          </a:p>
          <a:p>
            <a:pPr algn="just"/>
            <a:r>
              <a:rPr lang="en-US" sz="3200" dirty="0" smtClean="0"/>
              <a:t>1. ಈ </a:t>
            </a:r>
            <a:r>
              <a:rPr lang="en-US" sz="3200" dirty="0" err="1" smtClean="0"/>
              <a:t>ಭಾಗದಲ್ಲಿನ</a:t>
            </a:r>
            <a:r>
              <a:rPr lang="en-US" sz="3200" dirty="0" smtClean="0"/>
              <a:t> </a:t>
            </a:r>
            <a:r>
              <a:rPr lang="en-US" sz="3200" dirty="0" err="1" smtClean="0"/>
              <a:t>ನಮೂದುಗಳನ್ನು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ಸರ್ಕಾರಿ</a:t>
            </a:r>
            <a:r>
              <a:rPr lang="en-US" sz="3200" dirty="0" smtClean="0"/>
              <a:t> </a:t>
            </a:r>
            <a:r>
              <a:rPr lang="en-US" sz="3200" dirty="0" err="1" smtClean="0"/>
              <a:t>ನೌಕರನ</a:t>
            </a:r>
            <a:r>
              <a:rPr lang="en-US" sz="3200" dirty="0" smtClean="0"/>
              <a:t> </a:t>
            </a:r>
            <a:r>
              <a:rPr lang="en-US" sz="3200" dirty="0" err="1" smtClean="0"/>
              <a:t>ಮೊದಲನೇ</a:t>
            </a:r>
            <a:r>
              <a:rPr lang="en-US" sz="3200" dirty="0" smtClean="0"/>
              <a:t> </a:t>
            </a:r>
            <a:r>
              <a:rPr lang="en-US" sz="3200" dirty="0" err="1" smtClean="0"/>
              <a:t>ನೇಮಕಾತಿಯ</a:t>
            </a:r>
            <a:r>
              <a:rPr lang="en-US" sz="3200" dirty="0" smtClean="0"/>
              <a:t> </a:t>
            </a:r>
            <a:r>
              <a:rPr lang="en-US" sz="3200" dirty="0" err="1" smtClean="0"/>
              <a:t>ಸಮಯದಲ್ಲಿ</a:t>
            </a:r>
            <a:r>
              <a:rPr lang="en-US" sz="3200" dirty="0" smtClean="0"/>
              <a:t> </a:t>
            </a:r>
            <a:r>
              <a:rPr lang="en-US" sz="3200" dirty="0" err="1" smtClean="0"/>
              <a:t>ಮಾಡಲಾಗುವುದು</a:t>
            </a:r>
            <a:r>
              <a:rPr lang="en-US" sz="3200" dirty="0" smtClean="0"/>
              <a:t> </a:t>
            </a:r>
            <a:r>
              <a:rPr lang="en-US" sz="3200" dirty="0" err="1" smtClean="0"/>
              <a:t>ಅದನ್ನು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ಕಛೇರಿ</a:t>
            </a:r>
            <a:r>
              <a:rPr lang="en-US" sz="3200" dirty="0" smtClean="0"/>
              <a:t> </a:t>
            </a:r>
            <a:r>
              <a:rPr lang="en-US" sz="3200" dirty="0" err="1" smtClean="0"/>
              <a:t>ಮುಖ್ಯಸ್ಥರು</a:t>
            </a:r>
            <a:r>
              <a:rPr lang="en-US" sz="3200" dirty="0" smtClean="0"/>
              <a:t> </a:t>
            </a:r>
            <a:r>
              <a:rPr lang="en-US" sz="3200" dirty="0" err="1" smtClean="0"/>
              <a:t>ಅಥವಾ</a:t>
            </a:r>
            <a:r>
              <a:rPr lang="en-US" sz="3200" dirty="0" smtClean="0"/>
              <a:t> ಈ </a:t>
            </a:r>
            <a:r>
              <a:rPr lang="en-US" sz="3200" dirty="0" err="1" smtClean="0"/>
              <a:t>ಸಂಬಂಧದಲ್ಲಿ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ಅಧಿಕೃತಗೊಳಿಸಲಾದ</a:t>
            </a:r>
            <a:r>
              <a:rPr lang="en-US" sz="3200" dirty="0" smtClean="0"/>
              <a:t> </a:t>
            </a:r>
            <a:r>
              <a:rPr lang="en-US" sz="3200" dirty="0" err="1" smtClean="0"/>
              <a:t>ಯಾರೇ</a:t>
            </a:r>
            <a:r>
              <a:rPr lang="en-US" sz="3200" dirty="0" smtClean="0"/>
              <a:t> </a:t>
            </a:r>
            <a:r>
              <a:rPr lang="en-US" sz="3200" dirty="0" err="1" smtClean="0"/>
              <a:t>ಇತರ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ಅಧಿಕಾರಿಯಿಂದ</a:t>
            </a:r>
            <a:r>
              <a:rPr lang="en-US" sz="3200" dirty="0" smtClean="0"/>
              <a:t> </a:t>
            </a:r>
            <a:r>
              <a:rPr lang="en-US" sz="3200" dirty="0" err="1" smtClean="0"/>
              <a:t>ದೃಢೀಕರಿಸಬೇಕು</a:t>
            </a:r>
            <a:r>
              <a:rPr lang="en-US" sz="3200" dirty="0" smtClean="0"/>
              <a:t>. ಈ </a:t>
            </a:r>
            <a:r>
              <a:rPr lang="en-US" sz="3200" dirty="0" err="1" smtClean="0"/>
              <a:t>ಭಾಗದಲ್ಲಿನ</a:t>
            </a:r>
            <a:r>
              <a:rPr lang="en-US" sz="3200" dirty="0" smtClean="0"/>
              <a:t> </a:t>
            </a:r>
            <a:r>
              <a:rPr lang="en-US" sz="3200" dirty="0" err="1" smtClean="0"/>
              <a:t>ಸೇರ್ಪಡೆಗಳು</a:t>
            </a:r>
            <a:r>
              <a:rPr lang="en-US" sz="3200" dirty="0" smtClean="0"/>
              <a:t> </a:t>
            </a:r>
            <a:r>
              <a:rPr lang="en-US" sz="3200" dirty="0" err="1" smtClean="0"/>
              <a:t>ಮತ್ತು</a:t>
            </a:r>
            <a:r>
              <a:rPr lang="en-US" sz="3200" dirty="0" smtClean="0"/>
              <a:t> </a:t>
            </a:r>
            <a:r>
              <a:rPr lang="en-US" sz="3200" dirty="0" err="1" smtClean="0"/>
              <a:t>ಬದಲಾವಣೆಗಳನ್ನು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ಸಹ</a:t>
            </a:r>
            <a:r>
              <a:rPr lang="en-US" sz="3200" dirty="0" smtClean="0"/>
              <a:t> </a:t>
            </a:r>
            <a:r>
              <a:rPr lang="en-US" sz="3200" dirty="0" err="1" smtClean="0"/>
              <a:t>ಅದೇ</a:t>
            </a:r>
            <a:r>
              <a:rPr lang="en-US" sz="3200" dirty="0" smtClean="0"/>
              <a:t> </a:t>
            </a:r>
            <a:r>
              <a:rPr lang="en-US" sz="3200" dirty="0" err="1" smtClean="0"/>
              <a:t>ರೀತಿ</a:t>
            </a:r>
            <a:r>
              <a:rPr lang="en-US" sz="3200" dirty="0" smtClean="0"/>
              <a:t> </a:t>
            </a:r>
            <a:r>
              <a:rPr lang="en-US" sz="3200" dirty="0" err="1" smtClean="0"/>
              <a:t>ದೃಢೀಕರಿಸಬೇಕು</a:t>
            </a:r>
            <a:r>
              <a:rPr lang="en-US" sz="3200" dirty="0" smtClean="0"/>
              <a:t>.</a:t>
            </a:r>
          </a:p>
          <a:p>
            <a:pPr algn="just"/>
            <a:endParaRPr lang="en-US" sz="3200" dirty="0" smtClean="0"/>
          </a:p>
          <a:p>
            <a:pPr algn="just"/>
            <a:r>
              <a:rPr lang="en-US" sz="3200" dirty="0" smtClean="0"/>
              <a:t>2. </a:t>
            </a:r>
            <a:r>
              <a:rPr lang="en-US" sz="3200" dirty="0" err="1" smtClean="0"/>
              <a:t>ಸಂಬಂಧಪಟ್ಟ</a:t>
            </a:r>
            <a:r>
              <a:rPr lang="en-US" sz="3200" dirty="0" smtClean="0"/>
              <a:t> </a:t>
            </a:r>
            <a:r>
              <a:rPr lang="en-US" sz="3200" dirty="0" err="1" smtClean="0"/>
              <a:t>ಸರ್ಕಾರಿ</a:t>
            </a:r>
            <a:r>
              <a:rPr lang="en-US" sz="3200" dirty="0" smtClean="0"/>
              <a:t> </a:t>
            </a:r>
            <a:r>
              <a:rPr lang="en-US" sz="3200" dirty="0" err="1" smtClean="0"/>
              <a:t>ನೌಕರರ</a:t>
            </a:r>
            <a:r>
              <a:rPr lang="en-US" sz="3200" dirty="0" smtClean="0"/>
              <a:t> </a:t>
            </a:r>
            <a:r>
              <a:rPr lang="en-US" sz="3200" dirty="0" err="1" smtClean="0"/>
              <a:t>ಸಹಿ</a:t>
            </a:r>
            <a:r>
              <a:rPr lang="en-US" sz="3200" dirty="0" smtClean="0"/>
              <a:t> </a:t>
            </a:r>
            <a:r>
              <a:rPr lang="en-US" sz="3200" dirty="0" err="1" smtClean="0"/>
              <a:t>ಅಥವಾ</a:t>
            </a:r>
            <a:r>
              <a:rPr lang="en-US" sz="3200" dirty="0" smtClean="0"/>
              <a:t> </a:t>
            </a:r>
            <a:r>
              <a:rPr lang="en-US" sz="3200" dirty="0" err="1" smtClean="0"/>
              <a:t>ಎಡಗೈ</a:t>
            </a:r>
            <a:r>
              <a:rPr lang="en-US" sz="3200" dirty="0" smtClean="0"/>
              <a:t> </a:t>
            </a:r>
            <a:r>
              <a:rPr lang="en-US" sz="3200" dirty="0" err="1" smtClean="0"/>
              <a:t>ಹೆಬ್ಬೆಟ್ಟಿನ</a:t>
            </a:r>
            <a:r>
              <a:rPr lang="en-US" sz="3200" dirty="0" smtClean="0"/>
              <a:t> </a:t>
            </a:r>
            <a:r>
              <a:rPr lang="en-US" sz="3200" dirty="0" err="1" smtClean="0"/>
              <a:t>ಗುರುತನ್ನು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ಕಛೇರಿ</a:t>
            </a:r>
            <a:r>
              <a:rPr lang="en-US" sz="3200" dirty="0" smtClean="0"/>
              <a:t> </a:t>
            </a:r>
            <a:r>
              <a:rPr lang="en-US" sz="3200" dirty="0" err="1" smtClean="0"/>
              <a:t>ಮುಖ್ಯಸ್ಥರ</a:t>
            </a:r>
            <a:r>
              <a:rPr lang="en-US" sz="3200" dirty="0" smtClean="0"/>
              <a:t> </a:t>
            </a:r>
            <a:r>
              <a:rPr lang="en-US" sz="3200" dirty="0" err="1" smtClean="0"/>
              <a:t>ಅಥವಾ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ಅಧಿಕೃತಗೊಳಿಸಲಾದ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ಅಧಿಕಾರಿಯ</a:t>
            </a:r>
            <a:r>
              <a:rPr lang="en-US" sz="3200" dirty="0" smtClean="0"/>
              <a:t> </a:t>
            </a:r>
            <a:r>
              <a:rPr lang="en-US" sz="3200" dirty="0" err="1" smtClean="0"/>
              <a:t>ಸಮಕ್ಷಮದಲ್ಲಿ</a:t>
            </a:r>
            <a:r>
              <a:rPr lang="en-US" sz="3200" dirty="0" smtClean="0"/>
              <a:t> </a:t>
            </a:r>
            <a:r>
              <a:rPr lang="en-US" sz="3200" dirty="0" err="1" smtClean="0"/>
              <a:t>ಪಡೆಯಬೇಕು</a:t>
            </a:r>
            <a:r>
              <a:rPr lang="en-US" sz="3200" dirty="0" smtClean="0"/>
              <a:t>.</a:t>
            </a:r>
          </a:p>
          <a:p>
            <a:pPr algn="ctr"/>
            <a:endParaRPr lang="en-US" sz="3200" b="1" dirty="0" smtClean="0"/>
          </a:p>
          <a:p>
            <a:pPr algn="ctr"/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0198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endParaRPr lang="en-US" b="1" dirty="0" smtClean="0"/>
          </a:p>
          <a:p>
            <a:pPr algn="ctr">
              <a:buNone/>
            </a:pPr>
            <a:r>
              <a:rPr lang="en-US" b="1" dirty="0" err="1" smtClean="0"/>
              <a:t>ಭಾಗ</a:t>
            </a:r>
            <a:r>
              <a:rPr lang="en-US" b="1" dirty="0" smtClean="0"/>
              <a:t>-II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3. </a:t>
            </a:r>
            <a:r>
              <a:rPr lang="en-US" dirty="0" err="1" smtClean="0"/>
              <a:t>ಮೊದಲ</a:t>
            </a:r>
            <a:r>
              <a:rPr lang="en-US" dirty="0" smtClean="0"/>
              <a:t> </a:t>
            </a:r>
            <a:r>
              <a:rPr lang="en-US" dirty="0" err="1" smtClean="0"/>
              <a:t>ಏಳು</a:t>
            </a:r>
            <a:r>
              <a:rPr lang="en-US" dirty="0" smtClean="0"/>
              <a:t> </a:t>
            </a:r>
            <a:r>
              <a:rPr lang="en-US" dirty="0" err="1" smtClean="0"/>
              <a:t>ಪ್ರಮಾಣ</a:t>
            </a:r>
            <a:r>
              <a:rPr lang="en-US" dirty="0" smtClean="0"/>
              <a:t> </a:t>
            </a:r>
            <a:r>
              <a:rPr lang="en-US" dirty="0" err="1" smtClean="0"/>
              <a:t>ಪತ್ರಗಳನ್ನು</a:t>
            </a:r>
            <a:r>
              <a:rPr lang="en-US" dirty="0" smtClean="0"/>
              <a:t> </a:t>
            </a:r>
            <a:r>
              <a:rPr lang="en-US" dirty="0" err="1" smtClean="0"/>
              <a:t>ಸರ್ಕಾರಿ</a:t>
            </a:r>
            <a:r>
              <a:rPr lang="en-US" dirty="0" smtClean="0"/>
              <a:t> </a:t>
            </a:r>
            <a:r>
              <a:rPr lang="en-US" dirty="0" err="1" smtClean="0"/>
              <a:t>ನೌಕರನ</a:t>
            </a:r>
            <a:r>
              <a:rPr lang="en-US" dirty="0" smtClean="0"/>
              <a:t> </a:t>
            </a:r>
            <a:r>
              <a:rPr lang="en-US" dirty="0" err="1" smtClean="0"/>
              <a:t>ಮೊದಲ</a:t>
            </a:r>
            <a:r>
              <a:rPr lang="en-US" dirty="0" smtClean="0"/>
              <a:t> </a:t>
            </a:r>
            <a:r>
              <a:rPr lang="en-US" dirty="0" err="1" smtClean="0"/>
              <a:t>ನೇಮಕಾತಿಯ</a:t>
            </a:r>
            <a:r>
              <a:rPr lang="en-US" dirty="0" smtClean="0"/>
              <a:t> </a:t>
            </a:r>
            <a:r>
              <a:rPr lang="en-US" dirty="0" err="1" smtClean="0"/>
              <a:t>ಸಮಯದಲ್ಲಿ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ಉಳಿದ</a:t>
            </a:r>
            <a:r>
              <a:rPr lang="en-US" dirty="0" smtClean="0"/>
              <a:t> </a:t>
            </a:r>
            <a:r>
              <a:rPr lang="en-US" dirty="0" err="1" smtClean="0"/>
              <a:t>ಸೇವಾಶುಲ್ಕವನ್ನು</a:t>
            </a:r>
            <a:r>
              <a:rPr lang="en-US" dirty="0" smtClean="0"/>
              <a:t> </a:t>
            </a:r>
            <a:r>
              <a:rPr lang="en-US" dirty="0" err="1" smtClean="0"/>
              <a:t>ಸಮುಚಿತ</a:t>
            </a:r>
            <a:r>
              <a:rPr lang="en-US" dirty="0" smtClean="0"/>
              <a:t> </a:t>
            </a:r>
            <a:r>
              <a:rPr lang="en-US" dirty="0" err="1" smtClean="0"/>
              <a:t>ಹಂತಗಳಲ್ಲಿ</a:t>
            </a:r>
            <a:r>
              <a:rPr lang="en-US" dirty="0" smtClean="0"/>
              <a:t> </a:t>
            </a:r>
            <a:r>
              <a:rPr lang="en-US" dirty="0" err="1" smtClean="0"/>
              <a:t>ದಾಖಲಿಸಬೇಕು</a:t>
            </a:r>
            <a:r>
              <a:rPr lang="en-US" dirty="0" smtClean="0"/>
              <a:t> </a:t>
            </a:r>
            <a:r>
              <a:rPr lang="en-US" dirty="0" err="1" smtClean="0"/>
              <a:t>ವಿಶೇಷವಾಗಿ</a:t>
            </a:r>
            <a:r>
              <a:rPr lang="en-US" dirty="0" smtClean="0"/>
              <a:t>, </a:t>
            </a:r>
            <a:r>
              <a:rPr lang="en-US" dirty="0" err="1" smtClean="0"/>
              <a:t>ರಹಸ್ಯ</a:t>
            </a:r>
            <a:r>
              <a:rPr lang="en-US" dirty="0" smtClean="0"/>
              <a:t> </a:t>
            </a:r>
            <a:r>
              <a:rPr lang="en-US" dirty="0" err="1" smtClean="0"/>
              <a:t>ಪಾಲನೆ</a:t>
            </a:r>
            <a:r>
              <a:rPr lang="en-US" dirty="0" smtClean="0"/>
              <a:t> </a:t>
            </a:r>
            <a:r>
              <a:rPr lang="en-US" dirty="0" err="1" smtClean="0"/>
              <a:t>ಪ್ರಮಾಣ</a:t>
            </a:r>
            <a:r>
              <a:rPr lang="en-US" dirty="0" smtClean="0"/>
              <a:t> </a:t>
            </a:r>
            <a:r>
              <a:rPr lang="en-US" dirty="0" err="1" smtClean="0"/>
              <a:t>ವಚನ</a:t>
            </a:r>
            <a:r>
              <a:rPr lang="en-US" dirty="0" smtClean="0"/>
              <a:t> </a:t>
            </a:r>
            <a:r>
              <a:rPr lang="en-US" dirty="0" err="1" smtClean="0"/>
              <a:t>ಕುರಿತ</a:t>
            </a:r>
            <a:r>
              <a:rPr lang="en-US" dirty="0" smtClean="0"/>
              <a:t> 4ನೇ </a:t>
            </a:r>
            <a:r>
              <a:rPr lang="en-US" dirty="0" err="1" smtClean="0"/>
              <a:t>ಬಾಬ್ತನ್ನು</a:t>
            </a:r>
            <a:r>
              <a:rPr lang="en-US" dirty="0" smtClean="0"/>
              <a:t> </a:t>
            </a:r>
            <a:r>
              <a:rPr lang="en-US" dirty="0" err="1" smtClean="0"/>
              <a:t>ಪ್ರಮಾಣೀಕರಿಸುವ</a:t>
            </a:r>
            <a:r>
              <a:rPr lang="en-US" dirty="0" smtClean="0"/>
              <a:t> </a:t>
            </a:r>
            <a:r>
              <a:rPr lang="en-US" dirty="0" err="1" smtClean="0"/>
              <a:t>ಮೊದಲು</a:t>
            </a:r>
            <a:r>
              <a:rPr lang="en-US" dirty="0" smtClean="0"/>
              <a:t> </a:t>
            </a:r>
            <a:r>
              <a:rPr lang="en-US" dirty="0" err="1" smtClean="0"/>
              <a:t>ಕಛೇರಿಯ</a:t>
            </a:r>
            <a:r>
              <a:rPr lang="en-US" dirty="0" smtClean="0"/>
              <a:t> </a:t>
            </a:r>
            <a:r>
              <a:rPr lang="en-US" dirty="0" err="1" smtClean="0"/>
              <a:t>ಮುಖ್ಯಸ್ಥರು</a:t>
            </a:r>
            <a:r>
              <a:rPr lang="en-US" dirty="0" smtClean="0"/>
              <a:t>, </a:t>
            </a:r>
            <a:r>
              <a:rPr lang="en-US" dirty="0" err="1" smtClean="0"/>
              <a:t>ಸರ್ಕಾರಿ</a:t>
            </a:r>
            <a:r>
              <a:rPr lang="en-US" dirty="0" smtClean="0"/>
              <a:t> </a:t>
            </a:r>
            <a:r>
              <a:rPr lang="en-US" dirty="0" err="1" smtClean="0"/>
              <a:t>ರಹಸ್ಯಗಳ</a:t>
            </a:r>
            <a:r>
              <a:rPr lang="en-US" dirty="0" smtClean="0"/>
              <a:t> </a:t>
            </a:r>
            <a:r>
              <a:rPr lang="en-US" dirty="0" err="1" smtClean="0"/>
              <a:t>ಅಧಿನಿಯಮದ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ಕರ್ನಾಟಕ</a:t>
            </a:r>
            <a:r>
              <a:rPr lang="en-US" dirty="0" smtClean="0"/>
              <a:t> </a:t>
            </a:r>
            <a:r>
              <a:rPr lang="en-US" dirty="0" err="1" smtClean="0"/>
              <a:t>ಸಿವಿಲ್</a:t>
            </a:r>
            <a:r>
              <a:rPr lang="en-US" dirty="0" smtClean="0"/>
              <a:t> </a:t>
            </a:r>
            <a:r>
              <a:rPr lang="en-US" dirty="0" err="1" smtClean="0"/>
              <a:t>ಸೇವೆಗಳು</a:t>
            </a:r>
            <a:r>
              <a:rPr lang="en-US" dirty="0" smtClean="0"/>
              <a:t> (</a:t>
            </a:r>
            <a:r>
              <a:rPr lang="en-US" dirty="0" err="1" smtClean="0"/>
              <a:t>ನಡತೆ</a:t>
            </a:r>
            <a:r>
              <a:rPr lang="en-US" dirty="0" smtClean="0"/>
              <a:t>) </a:t>
            </a:r>
            <a:r>
              <a:rPr lang="en-US" dirty="0" err="1" smtClean="0"/>
              <a:t>ನಿಯಮಗಳು</a:t>
            </a:r>
            <a:r>
              <a:rPr lang="en-US" dirty="0" smtClean="0"/>
              <a:t> </a:t>
            </a:r>
            <a:r>
              <a:rPr lang="en-US" dirty="0" err="1" smtClean="0"/>
              <a:t>ಇವುಗಳ</a:t>
            </a:r>
            <a:r>
              <a:rPr lang="en-US" dirty="0" smtClean="0"/>
              <a:t> </a:t>
            </a:r>
            <a:r>
              <a:rPr lang="en-US" dirty="0" err="1" smtClean="0"/>
              <a:t>ಒಂದೊಂದು</a:t>
            </a:r>
            <a:r>
              <a:rPr lang="en-US" dirty="0" smtClean="0"/>
              <a:t> </a:t>
            </a:r>
            <a:r>
              <a:rPr lang="en-US" dirty="0" err="1" smtClean="0"/>
              <a:t>ಪ್ರತಿಯನ್ನು</a:t>
            </a:r>
            <a:r>
              <a:rPr lang="en-US" dirty="0" smtClean="0"/>
              <a:t> </a:t>
            </a:r>
            <a:r>
              <a:rPr lang="en-US" dirty="0" err="1" smtClean="0"/>
              <a:t>ಅವುಗಳಲ್ಲಿರುವ</a:t>
            </a:r>
            <a:r>
              <a:rPr lang="en-US" dirty="0" smtClean="0"/>
              <a:t> </a:t>
            </a:r>
            <a:r>
              <a:rPr lang="en-US" dirty="0" err="1" smtClean="0"/>
              <a:t>ವಿಷಯದ</a:t>
            </a:r>
            <a:r>
              <a:rPr lang="en-US" dirty="0" smtClean="0"/>
              <a:t> </a:t>
            </a:r>
            <a:r>
              <a:rPr lang="en-US" dirty="0" err="1" smtClean="0"/>
              <a:t>ತಿಳುವಳಿಕೆಗಾಗಿ</a:t>
            </a:r>
            <a:r>
              <a:rPr lang="en-US" dirty="0" smtClean="0"/>
              <a:t> </a:t>
            </a:r>
            <a:r>
              <a:rPr lang="en-US" dirty="0" err="1" smtClean="0"/>
              <a:t>ಸಂಬಂಧಪಟ್ಟ</a:t>
            </a:r>
            <a:r>
              <a:rPr lang="en-US" dirty="0" smtClean="0"/>
              <a:t> </a:t>
            </a:r>
            <a:r>
              <a:rPr lang="en-US" dirty="0" err="1" smtClean="0"/>
              <a:t>ಸರ್ಕಾರಿ</a:t>
            </a:r>
            <a:r>
              <a:rPr lang="en-US" dirty="0" smtClean="0"/>
              <a:t> </a:t>
            </a:r>
            <a:r>
              <a:rPr lang="en-US" dirty="0" err="1" smtClean="0"/>
              <a:t>ನೌಕರನಿಗೆ</a:t>
            </a:r>
            <a:r>
              <a:rPr lang="en-US" dirty="0" smtClean="0"/>
              <a:t> </a:t>
            </a:r>
            <a:r>
              <a:rPr lang="en-US" dirty="0" err="1" smtClean="0"/>
              <a:t>ದೊರೆಯುವಂತೆ</a:t>
            </a:r>
            <a:r>
              <a:rPr lang="en-US" dirty="0" smtClean="0"/>
              <a:t> </a:t>
            </a:r>
            <a:r>
              <a:rPr lang="en-US" dirty="0" err="1" smtClean="0"/>
              <a:t>ಮಾಡಲಾಗಿದೆ</a:t>
            </a:r>
            <a:r>
              <a:rPr lang="en-US" dirty="0" smtClean="0"/>
              <a:t> </a:t>
            </a:r>
            <a:r>
              <a:rPr lang="en-US" dirty="0" err="1" smtClean="0"/>
              <a:t>ಎಂಬುದನ್ನು</a:t>
            </a:r>
            <a:r>
              <a:rPr lang="en-US" dirty="0" smtClean="0"/>
              <a:t> </a:t>
            </a:r>
            <a:r>
              <a:rPr lang="en-US" dirty="0" err="1" smtClean="0"/>
              <a:t>ಖಚಿತಪಡಿಸಿಕೊಳ್ಳಬೇಕು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 smtClean="0"/>
              <a:t>4. ಈ </a:t>
            </a:r>
            <a:r>
              <a:rPr lang="en-US" dirty="0" err="1" smtClean="0"/>
              <a:t>ಭಾಗದಲ್ಲಿನ</a:t>
            </a:r>
            <a:r>
              <a:rPr lang="en-US" dirty="0" smtClean="0"/>
              <a:t> </a:t>
            </a:r>
            <a:r>
              <a:rPr lang="en-US" dirty="0" err="1" smtClean="0"/>
              <a:t>ಖಾಲಿ</a:t>
            </a:r>
            <a:r>
              <a:rPr lang="en-US" dirty="0" smtClean="0"/>
              <a:t> </a:t>
            </a:r>
            <a:r>
              <a:rPr lang="en-US" dirty="0" err="1" smtClean="0"/>
              <a:t>ಸ್ಥಳವನ್ನು</a:t>
            </a:r>
            <a:r>
              <a:rPr lang="en-US" dirty="0" smtClean="0"/>
              <a:t> </a:t>
            </a:r>
            <a:r>
              <a:rPr lang="en-US" dirty="0" err="1" smtClean="0"/>
              <a:t>ಸೇವಾ</a:t>
            </a:r>
            <a:r>
              <a:rPr lang="en-US" dirty="0" smtClean="0"/>
              <a:t> </a:t>
            </a:r>
            <a:r>
              <a:rPr lang="en-US" dirty="0" err="1" smtClean="0"/>
              <a:t>ವಿಷಯಗಳಿಗೆ</a:t>
            </a:r>
            <a:r>
              <a:rPr lang="en-US" dirty="0" smtClean="0"/>
              <a:t> </a:t>
            </a:r>
            <a:r>
              <a:rPr lang="en-US" dirty="0" err="1" smtClean="0"/>
              <a:t>ಸಂಬಂಧಿಸಿದಂತೆ</a:t>
            </a:r>
            <a:r>
              <a:rPr lang="en-US" dirty="0" smtClean="0"/>
              <a:t> </a:t>
            </a:r>
            <a:r>
              <a:rPr lang="en-US" dirty="0" err="1" smtClean="0"/>
              <a:t>ತಮ್ಮ</a:t>
            </a:r>
            <a:r>
              <a:rPr lang="en-US" dirty="0" smtClean="0"/>
              <a:t> </a:t>
            </a:r>
            <a:r>
              <a:rPr lang="en-US" dirty="0" err="1" smtClean="0"/>
              <a:t>ಆಯ್ಕೆಯನ್ನು</a:t>
            </a:r>
            <a:r>
              <a:rPr lang="en-US" dirty="0" smtClean="0"/>
              <a:t> </a:t>
            </a:r>
            <a:r>
              <a:rPr lang="en-US" dirty="0" err="1" smtClean="0"/>
              <a:t>ಸೂಚಿಸುವುದು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ಇಲಾಖಾ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ಭಾಷಾ</a:t>
            </a:r>
            <a:r>
              <a:rPr lang="en-US" dirty="0" smtClean="0"/>
              <a:t> </a:t>
            </a:r>
            <a:r>
              <a:rPr lang="en-US" dirty="0" err="1" smtClean="0"/>
              <a:t>ಪರೀಕ್ಷೆಗಳು</a:t>
            </a:r>
            <a:r>
              <a:rPr lang="en-US" dirty="0" smtClean="0"/>
              <a:t> </a:t>
            </a:r>
            <a:r>
              <a:rPr lang="en-US" dirty="0" err="1" smtClean="0"/>
              <a:t>ಇದ್ದರೆ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ಅವಶ್ಯವಿದ್ದಾಗ</a:t>
            </a:r>
            <a:r>
              <a:rPr lang="en-US" dirty="0" smtClean="0"/>
              <a:t> </a:t>
            </a:r>
            <a:r>
              <a:rPr lang="en-US" dirty="0" err="1" smtClean="0"/>
              <a:t>ಅವುಗಳಲ್ಲಿ</a:t>
            </a:r>
            <a:r>
              <a:rPr lang="en-US" dirty="0" smtClean="0"/>
              <a:t> </a:t>
            </a:r>
            <a:r>
              <a:rPr lang="en-US" dirty="0" err="1" smtClean="0"/>
              <a:t>ತೇರ್ಗಡೆಯಾಗಿರುವ</a:t>
            </a:r>
            <a:r>
              <a:rPr lang="en-US" dirty="0" smtClean="0"/>
              <a:t> </a:t>
            </a:r>
            <a:r>
              <a:rPr lang="en-US" dirty="0" err="1" smtClean="0"/>
              <a:t>ಬಗ್ಗೆ</a:t>
            </a:r>
            <a:r>
              <a:rPr lang="en-US" dirty="0" smtClean="0"/>
              <a:t> </a:t>
            </a:r>
            <a:r>
              <a:rPr lang="en-US" dirty="0" err="1" smtClean="0"/>
              <a:t>ಪ್ರಮಾಣಪತ್ರಗಳನ್ನು</a:t>
            </a:r>
            <a:r>
              <a:rPr lang="en-US" dirty="0" smtClean="0"/>
              <a:t> </a:t>
            </a:r>
            <a:r>
              <a:rPr lang="en-US" dirty="0" err="1" smtClean="0"/>
              <a:t>ದಾಖಲಿಸಲು</a:t>
            </a:r>
            <a:r>
              <a:rPr lang="en-US" dirty="0" smtClean="0"/>
              <a:t> </a:t>
            </a:r>
            <a:r>
              <a:rPr lang="en-US" dirty="0" err="1" smtClean="0"/>
              <a:t>ಬಳಸಬಹುದು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dirty="0" smtClean="0"/>
              <a:t>5. </a:t>
            </a:r>
            <a:r>
              <a:rPr lang="en-US" dirty="0" err="1" smtClean="0"/>
              <a:t>ಘೋಷಣೆಗಳು</a:t>
            </a:r>
            <a:r>
              <a:rPr lang="en-US" dirty="0" smtClean="0"/>
              <a:t> </a:t>
            </a:r>
            <a:r>
              <a:rPr lang="en-US" dirty="0" err="1" smtClean="0"/>
              <a:t>ನಾಮ</a:t>
            </a:r>
            <a:r>
              <a:rPr lang="en-US" dirty="0" smtClean="0"/>
              <a:t> </a:t>
            </a:r>
            <a:r>
              <a:rPr lang="en-US" dirty="0" err="1" smtClean="0"/>
              <a:t>ನಿರ್ದೇಶನಗಳು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ಜಿ.ಪಿ.ಎಫ್</a:t>
            </a:r>
            <a:r>
              <a:rPr lang="en-US" dirty="0" smtClean="0"/>
              <a:t>, </a:t>
            </a:r>
            <a:r>
              <a:rPr lang="en-US" dirty="0" err="1" smtClean="0"/>
              <a:t>ಕೆ.ಜಿ.ಐ.ಡಿ</a:t>
            </a:r>
            <a:r>
              <a:rPr lang="en-US" dirty="0" smtClean="0"/>
              <a:t>, </a:t>
            </a:r>
            <a:r>
              <a:rPr lang="en-US" dirty="0" err="1" smtClean="0"/>
              <a:t>ಡಿಸಿಆರ್‌ಜಿ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ಕುಟುಂಬ</a:t>
            </a:r>
            <a:r>
              <a:rPr lang="en-US" dirty="0" smtClean="0"/>
              <a:t> </a:t>
            </a:r>
            <a:r>
              <a:rPr lang="en-US" dirty="0" err="1" smtClean="0"/>
              <a:t>ನಿವೃತ್ತಿ</a:t>
            </a:r>
            <a:r>
              <a:rPr lang="en-US" dirty="0" smtClean="0"/>
              <a:t> </a:t>
            </a:r>
            <a:r>
              <a:rPr lang="en-US" dirty="0" err="1" smtClean="0"/>
              <a:t>ವೇತನ</a:t>
            </a:r>
            <a:r>
              <a:rPr lang="en-US" dirty="0" smtClean="0"/>
              <a:t> </a:t>
            </a:r>
            <a:r>
              <a:rPr lang="en-US" dirty="0" err="1" smtClean="0"/>
              <a:t>ಇವುಗಳಿಗೆ</a:t>
            </a:r>
            <a:r>
              <a:rPr lang="en-US" dirty="0" smtClean="0"/>
              <a:t> </a:t>
            </a:r>
            <a:r>
              <a:rPr lang="en-US" dirty="0" err="1" smtClean="0"/>
              <a:t>ಮಾಡಿದ</a:t>
            </a:r>
            <a:r>
              <a:rPr lang="en-US" dirty="0" smtClean="0"/>
              <a:t> </a:t>
            </a:r>
            <a:r>
              <a:rPr lang="en-US" dirty="0" err="1" smtClean="0"/>
              <a:t>ನಾಮನಿರ್ದೇಶನದಲ್ಲಿ</a:t>
            </a:r>
            <a:r>
              <a:rPr lang="en-US" dirty="0" smtClean="0"/>
              <a:t> </a:t>
            </a:r>
            <a:r>
              <a:rPr lang="en-US" dirty="0" err="1" smtClean="0"/>
              <a:t>ಬದಲಾವಣೆಗಳಿಗೆ</a:t>
            </a:r>
            <a:r>
              <a:rPr lang="en-US" dirty="0" smtClean="0"/>
              <a:t> </a:t>
            </a:r>
            <a:r>
              <a:rPr lang="en-US" dirty="0" err="1" smtClean="0"/>
              <a:t>ಸಂಬಂಧಪಟ್ಟ</a:t>
            </a:r>
            <a:r>
              <a:rPr lang="en-US" dirty="0" smtClean="0"/>
              <a:t> </a:t>
            </a:r>
            <a:r>
              <a:rPr lang="en-US" dirty="0" err="1" smtClean="0"/>
              <a:t>ನೋಟೀಸುಗಳು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ಈ </a:t>
            </a:r>
            <a:r>
              <a:rPr lang="en-US" dirty="0" err="1" smtClean="0"/>
              <a:t>ಭಾಗದಲ್ಲಿ</a:t>
            </a:r>
            <a:r>
              <a:rPr lang="en-US" dirty="0" smtClean="0"/>
              <a:t> </a:t>
            </a:r>
            <a:r>
              <a:rPr lang="en-US" dirty="0" err="1" smtClean="0"/>
              <a:t>ಉಲ್ಲೇಖಿಸಲಾದ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ಸಲ್ಲಿಸಲಾದ</a:t>
            </a:r>
            <a:r>
              <a:rPr lang="en-US" dirty="0" smtClean="0"/>
              <a:t> </a:t>
            </a:r>
            <a:r>
              <a:rPr lang="en-US" dirty="0" err="1" smtClean="0"/>
              <a:t>ಯೋಗ್ಯತಾ</a:t>
            </a:r>
            <a:r>
              <a:rPr lang="en-US" dirty="0" smtClean="0"/>
              <a:t> </a:t>
            </a:r>
            <a:r>
              <a:rPr lang="en-US" dirty="0" err="1" smtClean="0"/>
              <a:t>ಪತ್ರಗಳು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ಇತರ</a:t>
            </a:r>
            <a:r>
              <a:rPr lang="en-US" dirty="0" smtClean="0"/>
              <a:t> </a:t>
            </a:r>
            <a:r>
              <a:rPr lang="en-US" dirty="0" err="1" smtClean="0"/>
              <a:t>ಪ್ರಮಾಣ</a:t>
            </a:r>
            <a:r>
              <a:rPr lang="en-US" dirty="0" smtClean="0"/>
              <a:t> </a:t>
            </a:r>
            <a:r>
              <a:rPr lang="en-US" dirty="0" err="1" smtClean="0"/>
              <a:t>ಪತ್ರಗಳನ್ನು</a:t>
            </a:r>
            <a:r>
              <a:rPr lang="en-US" dirty="0" smtClean="0"/>
              <a:t> "……………... ರ </a:t>
            </a:r>
            <a:r>
              <a:rPr lang="en-US" dirty="0" err="1" smtClean="0"/>
              <a:t>ಸೇವಾಪುಸ್ತಕದ</a:t>
            </a:r>
            <a:r>
              <a:rPr lang="en-US" dirty="0" smtClean="0"/>
              <a:t> </a:t>
            </a:r>
            <a:r>
              <a:rPr lang="en-US" dirty="0" err="1" smtClean="0"/>
              <a:t>ಸಂಪುಟ</a:t>
            </a:r>
            <a:r>
              <a:rPr lang="en-US" dirty="0" smtClean="0"/>
              <a:t>-II" </a:t>
            </a:r>
            <a:r>
              <a:rPr lang="en-US" dirty="0" err="1" smtClean="0"/>
              <a:t>ಶೀರ್ಷಿಕೆಯಡಿ</a:t>
            </a:r>
            <a:r>
              <a:rPr lang="en-US" dirty="0" smtClean="0"/>
              <a:t> </a:t>
            </a:r>
            <a:r>
              <a:rPr lang="en-US" dirty="0" err="1" smtClean="0"/>
              <a:t>ಫೈಲು</a:t>
            </a:r>
            <a:r>
              <a:rPr lang="en-US" dirty="0" smtClean="0"/>
              <a:t> </a:t>
            </a:r>
            <a:r>
              <a:rPr lang="en-US" dirty="0" err="1" smtClean="0"/>
              <a:t>ಮಾಡಿ</a:t>
            </a:r>
            <a:r>
              <a:rPr lang="en-US" dirty="0" smtClean="0"/>
              <a:t> </a:t>
            </a:r>
            <a:r>
              <a:rPr lang="en-US" dirty="0" err="1" smtClean="0"/>
              <a:t>ಕಛೇರಿ</a:t>
            </a:r>
            <a:r>
              <a:rPr lang="en-US" dirty="0" smtClean="0"/>
              <a:t> </a:t>
            </a:r>
            <a:r>
              <a:rPr lang="en-US" dirty="0" err="1" smtClean="0"/>
              <a:t>ಮುಖ್ಯಸ್ಥರು</a:t>
            </a:r>
            <a:r>
              <a:rPr lang="en-US" dirty="0" smtClean="0"/>
              <a:t> </a:t>
            </a:r>
            <a:r>
              <a:rPr lang="en-US" dirty="0" err="1" smtClean="0"/>
              <a:t>ಅವುಗಳನ್ನು</a:t>
            </a:r>
            <a:r>
              <a:rPr lang="en-US" dirty="0" smtClean="0"/>
              <a:t> </a:t>
            </a:r>
            <a:r>
              <a:rPr lang="en-US" dirty="0" err="1" smtClean="0"/>
              <a:t>ಸುರಕ್ಷಿತ</a:t>
            </a:r>
            <a:r>
              <a:rPr lang="en-US" dirty="0" smtClean="0"/>
              <a:t> </a:t>
            </a:r>
            <a:r>
              <a:rPr lang="en-US" dirty="0" err="1" smtClean="0"/>
              <a:t>ಅಭಿರಕ್ಷೆಯಲ್ಲಿರಿಸತಕ್ಕದ್ದು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91200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b="1" dirty="0" err="1" smtClean="0"/>
              <a:t>ಭಾಗ</a:t>
            </a:r>
            <a:r>
              <a:rPr lang="en-US" b="1" dirty="0" smtClean="0"/>
              <a:t>- III-A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6. ಈ </a:t>
            </a:r>
            <a:r>
              <a:rPr lang="en-US" dirty="0" err="1" smtClean="0"/>
              <a:t>ಭಾಗವನ್ನು</a:t>
            </a:r>
            <a:r>
              <a:rPr lang="en-US" dirty="0" smtClean="0"/>
              <a:t> </a:t>
            </a:r>
            <a:r>
              <a:rPr lang="en-US" dirty="0" err="1" smtClean="0"/>
              <a:t>ಹಿಂದಿನ</a:t>
            </a:r>
            <a:r>
              <a:rPr lang="en-US" dirty="0" smtClean="0"/>
              <a:t> </a:t>
            </a:r>
            <a:r>
              <a:rPr lang="en-US" dirty="0" err="1" smtClean="0"/>
              <a:t>ಸೇವೆಯ</a:t>
            </a:r>
            <a:r>
              <a:rPr lang="en-US" dirty="0" smtClean="0"/>
              <a:t> </a:t>
            </a:r>
            <a:r>
              <a:rPr lang="en-US" dirty="0" err="1" smtClean="0"/>
              <a:t>ಸಂಬಂಧದಲ್ಲಿ</a:t>
            </a:r>
            <a:r>
              <a:rPr lang="en-US" dirty="0" smtClean="0"/>
              <a:t> </a:t>
            </a:r>
            <a:r>
              <a:rPr lang="en-US" dirty="0" err="1" smtClean="0"/>
              <a:t>ಯಾವುದೇ</a:t>
            </a:r>
            <a:r>
              <a:rPr lang="en-US" dirty="0" smtClean="0"/>
              <a:t> </a:t>
            </a:r>
            <a:r>
              <a:rPr lang="en-US" dirty="0" err="1" smtClean="0"/>
              <a:t>ಸೇವಾ</a:t>
            </a:r>
            <a:r>
              <a:rPr lang="en-US" dirty="0" smtClean="0"/>
              <a:t> </a:t>
            </a:r>
            <a:r>
              <a:rPr lang="en-US" dirty="0" err="1" smtClean="0"/>
              <a:t>ಪುಸ್ತಕವು</a:t>
            </a:r>
            <a:r>
              <a:rPr lang="en-US" dirty="0" smtClean="0"/>
              <a:t> </a:t>
            </a:r>
            <a:r>
              <a:rPr lang="en-US" dirty="0" err="1" smtClean="0"/>
              <a:t>ಲಭ್ಯವಿಲ್ಲದಿದ್ದು</a:t>
            </a:r>
            <a:r>
              <a:rPr lang="en-US" dirty="0" smtClean="0"/>
              <a:t>, </a:t>
            </a:r>
            <a:r>
              <a:rPr lang="en-US" dirty="0" err="1" smtClean="0"/>
              <a:t>ಅದನ್ನು</a:t>
            </a:r>
            <a:r>
              <a:rPr lang="en-US" dirty="0" smtClean="0"/>
              <a:t> </a:t>
            </a:r>
            <a:r>
              <a:rPr lang="en-US" dirty="0" err="1" smtClean="0"/>
              <a:t>ಪಾರ್ಶ್ವಿಕ</a:t>
            </a:r>
            <a:r>
              <a:rPr lang="en-US" dirty="0" smtClean="0"/>
              <a:t> </a:t>
            </a:r>
            <a:r>
              <a:rPr lang="en-US" dirty="0" err="1" smtClean="0"/>
              <a:t>ಸಾಕ್ಷ್ಯಗಳ</a:t>
            </a:r>
            <a:r>
              <a:rPr lang="en-US" dirty="0" smtClean="0"/>
              <a:t> </a:t>
            </a:r>
            <a:r>
              <a:rPr lang="en-US" dirty="0" err="1" smtClean="0"/>
              <a:t>ಆಧಾರದ</a:t>
            </a:r>
            <a:r>
              <a:rPr lang="en-US" dirty="0" smtClean="0"/>
              <a:t> </a:t>
            </a:r>
            <a:r>
              <a:rPr lang="en-US" dirty="0" err="1" smtClean="0"/>
              <a:t>ಮೇಲೆ</a:t>
            </a:r>
            <a:r>
              <a:rPr lang="en-US" dirty="0" smtClean="0"/>
              <a:t> </a:t>
            </a:r>
            <a:r>
              <a:rPr lang="en-US" dirty="0" err="1" smtClean="0"/>
              <a:t>ಅನುಮೋದಿಸಬೇಕಾದಾಗ</a:t>
            </a:r>
            <a:r>
              <a:rPr lang="en-US" dirty="0" smtClean="0"/>
              <a:t> </a:t>
            </a:r>
            <a:r>
              <a:rPr lang="en-US" dirty="0" err="1" smtClean="0"/>
              <a:t>ಮಾತ್ರ</a:t>
            </a:r>
            <a:r>
              <a:rPr lang="en-US" dirty="0" smtClean="0"/>
              <a:t> </a:t>
            </a:r>
            <a:r>
              <a:rPr lang="en-US" dirty="0" err="1" smtClean="0"/>
              <a:t>ಭರ್ತಿ</a:t>
            </a:r>
            <a:r>
              <a:rPr lang="en-US" dirty="0" smtClean="0"/>
              <a:t> </a:t>
            </a:r>
            <a:r>
              <a:rPr lang="en-US" dirty="0" err="1" smtClean="0"/>
              <a:t>ಮಾಡಬೇಕಾಗುತ್ತದೆ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6-ಎ. ಈ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ಮಾಡಲಾದ</a:t>
            </a:r>
            <a:r>
              <a:rPr lang="en-US" dirty="0" smtClean="0"/>
              <a:t> </a:t>
            </a:r>
            <a:r>
              <a:rPr lang="en-US" dirty="0" err="1" smtClean="0"/>
              <a:t>ನಮೂದುಗಳನ್ನು</a:t>
            </a:r>
            <a:r>
              <a:rPr lang="en-US" dirty="0" smtClean="0"/>
              <a:t> </a:t>
            </a:r>
            <a:r>
              <a:rPr lang="en-US" dirty="0" err="1" smtClean="0"/>
              <a:t>ಕಛೇರಿ</a:t>
            </a:r>
            <a:r>
              <a:rPr lang="en-US" dirty="0" smtClean="0"/>
              <a:t> </a:t>
            </a:r>
            <a:r>
              <a:rPr lang="en-US" dirty="0" err="1" smtClean="0"/>
              <a:t>ಮುಖ್ಯಸ್ಥರು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ಈ </a:t>
            </a:r>
            <a:r>
              <a:rPr lang="en-US" dirty="0" err="1" smtClean="0"/>
              <a:t>ಸಂಬಂಧದಲ್ಲಿ</a:t>
            </a:r>
            <a:r>
              <a:rPr lang="en-US" dirty="0" smtClean="0"/>
              <a:t> </a:t>
            </a:r>
            <a:r>
              <a:rPr lang="en-US" dirty="0" err="1" smtClean="0"/>
              <a:t>ಪ್ರಾಧಿಕೃತಗೊಂಡ</a:t>
            </a:r>
            <a:r>
              <a:rPr lang="en-US" dirty="0" smtClean="0"/>
              <a:t> </a:t>
            </a:r>
            <a:r>
              <a:rPr lang="en-US" dirty="0" err="1" smtClean="0"/>
              <a:t>ಯಾರೇ</a:t>
            </a:r>
            <a:r>
              <a:rPr lang="en-US" dirty="0" smtClean="0"/>
              <a:t> </a:t>
            </a:r>
            <a:r>
              <a:rPr lang="en-US" dirty="0" err="1" smtClean="0"/>
              <a:t>ಇತರ</a:t>
            </a:r>
            <a:r>
              <a:rPr lang="en-US" dirty="0" smtClean="0"/>
              <a:t> </a:t>
            </a:r>
            <a:r>
              <a:rPr lang="en-US" dirty="0" err="1" smtClean="0"/>
              <a:t>ಅಧಿಕಾರಿಯಿಂದ</a:t>
            </a:r>
            <a:r>
              <a:rPr lang="en-US" dirty="0" smtClean="0"/>
              <a:t> </a:t>
            </a:r>
            <a:r>
              <a:rPr lang="en-US" dirty="0" err="1" smtClean="0"/>
              <a:t>ದೃಢೀಕರಿಸಬೇಕು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6-ಬಿ. </a:t>
            </a:r>
            <a:r>
              <a:rPr lang="en-US" dirty="0" err="1" smtClean="0"/>
              <a:t>ಹಿಂದಿನ</a:t>
            </a:r>
            <a:r>
              <a:rPr lang="en-US" dirty="0" smtClean="0"/>
              <a:t> </a:t>
            </a:r>
            <a:r>
              <a:rPr lang="en-US" dirty="0" err="1" smtClean="0"/>
              <a:t>ಸೇವೆಯನ್ನು</a:t>
            </a:r>
            <a:r>
              <a:rPr lang="en-US" dirty="0" smtClean="0"/>
              <a:t> " </a:t>
            </a:r>
            <a:r>
              <a:rPr lang="en-US" dirty="0" err="1" smtClean="0"/>
              <a:t>ಅರ್ಹತಾ</a:t>
            </a:r>
            <a:r>
              <a:rPr lang="en-US" dirty="0" smtClean="0"/>
              <a:t> </a:t>
            </a:r>
            <a:r>
              <a:rPr lang="en-US" dirty="0" err="1" smtClean="0"/>
              <a:t>ಸೇವೆ</a:t>
            </a:r>
            <a:r>
              <a:rPr lang="en-US" dirty="0" smtClean="0"/>
              <a:t> " </a:t>
            </a:r>
            <a:r>
              <a:rPr lang="en-US" dirty="0" err="1" smtClean="0"/>
              <a:t>ಎಂದು</a:t>
            </a:r>
            <a:r>
              <a:rPr lang="en-US" dirty="0" smtClean="0"/>
              <a:t> </a:t>
            </a:r>
            <a:r>
              <a:rPr lang="en-US" dirty="0" err="1" smtClean="0"/>
              <a:t>ಯಾವ</a:t>
            </a:r>
            <a:r>
              <a:rPr lang="en-US" dirty="0" smtClean="0"/>
              <a:t> </a:t>
            </a:r>
            <a:r>
              <a:rPr lang="en-US" dirty="0" err="1" smtClean="0"/>
              <a:t>ಉದ್ದೇಶಕ್ಕಾಗಿ</a:t>
            </a:r>
            <a:r>
              <a:rPr lang="en-US" dirty="0" smtClean="0"/>
              <a:t> </a:t>
            </a:r>
            <a:r>
              <a:rPr lang="en-US" dirty="0" err="1" smtClean="0"/>
              <a:t>ಆಂಗೀಕರಿಸಲಾಗಿದೆ</a:t>
            </a:r>
            <a:r>
              <a:rPr lang="en-US" dirty="0" smtClean="0"/>
              <a:t> </a:t>
            </a:r>
            <a:r>
              <a:rPr lang="en-US" dirty="0" err="1" smtClean="0"/>
              <a:t>ಎಂಬುದನ್ನು</a:t>
            </a:r>
            <a:r>
              <a:rPr lang="en-US" dirty="0" smtClean="0"/>
              <a:t> </a:t>
            </a:r>
            <a:r>
              <a:rPr lang="en-US" dirty="0" err="1" smtClean="0"/>
              <a:t>ನಿರ್ಧಿಷ್ಟಪಡಿಸಬೇಕು</a:t>
            </a:r>
            <a:r>
              <a:rPr lang="en-US" dirty="0" smtClean="0"/>
              <a:t>, </a:t>
            </a:r>
            <a:r>
              <a:rPr lang="en-US" dirty="0" err="1" smtClean="0"/>
              <a:t>ಉದಾ</a:t>
            </a:r>
            <a:r>
              <a:rPr lang="en-US" dirty="0" smtClean="0"/>
              <a:t>: </a:t>
            </a:r>
            <a:r>
              <a:rPr lang="en-US" dirty="0" err="1" smtClean="0"/>
              <a:t>ರಜೆ</a:t>
            </a:r>
            <a:r>
              <a:rPr lang="en-US" dirty="0" smtClean="0"/>
              <a:t>, </a:t>
            </a:r>
            <a:r>
              <a:rPr lang="en-US" dirty="0" err="1" smtClean="0"/>
              <a:t>ದೇಹದ</a:t>
            </a:r>
            <a:r>
              <a:rPr lang="en-US" dirty="0" smtClean="0"/>
              <a:t>, </a:t>
            </a:r>
            <a:r>
              <a:rPr lang="en-US" dirty="0" err="1" smtClean="0"/>
              <a:t>ನಿವೃತ್ತಿ</a:t>
            </a:r>
            <a:r>
              <a:rPr lang="en-US" dirty="0" smtClean="0"/>
              <a:t> </a:t>
            </a:r>
            <a:r>
              <a:rPr lang="en-US" dirty="0" err="1" smtClean="0"/>
              <a:t>ವೇತನ</a:t>
            </a:r>
            <a:r>
              <a:rPr lang="en-US" dirty="0" smtClean="0"/>
              <a:t> </a:t>
            </a:r>
            <a:r>
              <a:rPr lang="en-US" dirty="0" err="1" smtClean="0"/>
              <a:t>ಇತ್ಯಾದಿ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15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b="1" dirty="0" err="1" smtClean="0"/>
              <a:t>ಭಾಗ</a:t>
            </a:r>
            <a:r>
              <a:rPr lang="en-US" b="1" dirty="0" smtClean="0"/>
              <a:t>- III-B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7. 1, 3 </a:t>
            </a:r>
            <a:r>
              <a:rPr lang="en-US" dirty="0" err="1" smtClean="0"/>
              <a:t>ಮತ್ತು</a:t>
            </a:r>
            <a:r>
              <a:rPr lang="en-US" dirty="0" smtClean="0"/>
              <a:t> 4 </a:t>
            </a:r>
            <a:r>
              <a:rPr lang="en-US" dirty="0" err="1" smtClean="0"/>
              <a:t>ನೇ</a:t>
            </a:r>
            <a:r>
              <a:rPr lang="en-US" dirty="0" smtClean="0"/>
              <a:t>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ಸರ್ಕಾರಿ</a:t>
            </a:r>
            <a:r>
              <a:rPr lang="en-US" dirty="0" smtClean="0"/>
              <a:t> </a:t>
            </a:r>
            <a:r>
              <a:rPr lang="en-US" dirty="0" err="1" smtClean="0"/>
              <a:t>ನೌಕರರು</a:t>
            </a:r>
            <a:r>
              <a:rPr lang="en-US" dirty="0" smtClean="0"/>
              <a:t> </a:t>
            </a:r>
            <a:r>
              <a:rPr lang="en-US" dirty="0" err="1" smtClean="0"/>
              <a:t>ಅವ್ಯ</a:t>
            </a:r>
            <a:r>
              <a:rPr lang="en-US" dirty="0" smtClean="0"/>
              <a:t> </a:t>
            </a:r>
            <a:r>
              <a:rPr lang="en-US" dirty="0" err="1" smtClean="0"/>
              <a:t>ವಿಯೋಜಕನಲ್ಲಿ</a:t>
            </a:r>
            <a:r>
              <a:rPr lang="en-US" dirty="0" smtClean="0"/>
              <a:t> </a:t>
            </a:r>
            <a:r>
              <a:rPr lang="en-US" dirty="0" err="1" smtClean="0"/>
              <a:t>ಕೆಲಸಕ್ಕೆ</a:t>
            </a:r>
            <a:r>
              <a:rPr lang="en-US" dirty="0" smtClean="0"/>
              <a:t> </a:t>
            </a:r>
            <a:r>
              <a:rPr lang="en-US" dirty="0" err="1" smtClean="0"/>
              <a:t>ಹಾಜರಾದ</a:t>
            </a:r>
            <a:r>
              <a:rPr lang="en-US" dirty="0" smtClean="0"/>
              <a:t> </a:t>
            </a:r>
            <a:r>
              <a:rPr lang="en-US" dirty="0" err="1" smtClean="0"/>
              <a:t>ಬಗ್ಗೆ</a:t>
            </a:r>
            <a:r>
              <a:rPr lang="en-US" dirty="0" smtClean="0"/>
              <a:t> </a:t>
            </a:r>
            <a:r>
              <a:rPr lang="en-US" dirty="0" err="1" smtClean="0"/>
              <a:t>ವರದಿ</a:t>
            </a:r>
            <a:r>
              <a:rPr lang="en-US" dirty="0" smtClean="0"/>
              <a:t> </a:t>
            </a:r>
            <a:r>
              <a:rPr lang="en-US" dirty="0" err="1" smtClean="0"/>
              <a:t>ಸ್ವೀಕರಿಸಿದ</a:t>
            </a:r>
            <a:r>
              <a:rPr lang="en-US" dirty="0" smtClean="0"/>
              <a:t> </a:t>
            </a:r>
            <a:r>
              <a:rPr lang="en-US" dirty="0" err="1" smtClean="0"/>
              <a:t>ನಂತರ</a:t>
            </a:r>
            <a:r>
              <a:rPr lang="en-US" dirty="0" smtClean="0"/>
              <a:t> </a:t>
            </a:r>
            <a:r>
              <a:rPr lang="en-US" dirty="0" err="1" smtClean="0"/>
              <a:t>ಭರ್ತಿ</a:t>
            </a:r>
            <a:r>
              <a:rPr lang="en-US" dirty="0" smtClean="0"/>
              <a:t> </a:t>
            </a:r>
            <a:r>
              <a:rPr lang="en-US" dirty="0" err="1" smtClean="0"/>
              <a:t>ಮಾಡಬೇಕು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8. 2ನೇ </a:t>
            </a:r>
            <a:r>
              <a:rPr lang="en-US" dirty="0" err="1" smtClean="0"/>
              <a:t>ಅಂಕಣವನ್ನು</a:t>
            </a:r>
            <a:r>
              <a:rPr lang="en-US" dirty="0" smtClean="0"/>
              <a:t> </a:t>
            </a:r>
            <a:r>
              <a:rPr lang="en-US" dirty="0" err="1" smtClean="0"/>
              <a:t>ಸರ್ಕಾರಿ</a:t>
            </a:r>
            <a:r>
              <a:rPr lang="en-US" dirty="0" smtClean="0"/>
              <a:t> </a:t>
            </a:r>
            <a:r>
              <a:rPr lang="en-US" dirty="0" err="1" smtClean="0"/>
              <a:t>ನೌಕರನು</a:t>
            </a:r>
            <a:r>
              <a:rPr lang="en-US" dirty="0" smtClean="0"/>
              <a:t> </a:t>
            </a:r>
            <a:r>
              <a:rPr lang="en-US" dirty="0" err="1" smtClean="0"/>
              <a:t>ಅನ್ನ</a:t>
            </a:r>
            <a:r>
              <a:rPr lang="en-US" dirty="0" smtClean="0"/>
              <a:t> </a:t>
            </a:r>
            <a:r>
              <a:rPr lang="en-US" dirty="0" err="1" smtClean="0"/>
              <a:t>ಸೇವೆಯಿಂದ</a:t>
            </a:r>
            <a:r>
              <a:rPr lang="en-US" dirty="0" smtClean="0"/>
              <a:t> </a:t>
            </a:r>
            <a:r>
              <a:rPr lang="en-US" dirty="0" err="1" smtClean="0"/>
              <a:t>ಹಿಂದಕ್ಕೆ</a:t>
            </a:r>
            <a:r>
              <a:rPr lang="en-US" dirty="0" smtClean="0"/>
              <a:t> </a:t>
            </a:r>
            <a:r>
              <a:rPr lang="en-US" dirty="0" err="1" smtClean="0"/>
              <a:t>ಬಂದ</a:t>
            </a:r>
            <a:r>
              <a:rPr lang="en-US" dirty="0" smtClean="0"/>
              <a:t> </a:t>
            </a:r>
            <a:r>
              <a:rPr lang="en-US" dirty="0" err="1" smtClean="0"/>
              <a:t>ನಂತರ</a:t>
            </a:r>
            <a:r>
              <a:rPr lang="en-US" dirty="0" smtClean="0"/>
              <a:t> </a:t>
            </a:r>
            <a:r>
              <a:rPr lang="en-US" dirty="0" err="1" smtClean="0"/>
              <a:t>ಭರ್ತಿ</a:t>
            </a:r>
            <a:r>
              <a:rPr lang="en-US" dirty="0" smtClean="0"/>
              <a:t> </a:t>
            </a:r>
            <a:r>
              <a:rPr lang="en-US" dirty="0" err="1" smtClean="0"/>
              <a:t>ಮಾಡಬೇಕು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9. 4ನೇ </a:t>
            </a:r>
            <a:r>
              <a:rPr lang="en-US" dirty="0" err="1" smtClean="0"/>
              <a:t>ಅಂಕಣದಲ್ಲಿನ</a:t>
            </a:r>
            <a:r>
              <a:rPr lang="en-US" dirty="0" smtClean="0"/>
              <a:t> </a:t>
            </a:r>
            <a:r>
              <a:rPr lang="en-US" dirty="0" err="1" smtClean="0"/>
              <a:t>ನಮೂದು</a:t>
            </a:r>
            <a:r>
              <a:rPr lang="en-US" dirty="0" smtClean="0"/>
              <a:t> </a:t>
            </a:r>
            <a:r>
              <a:rPr lang="en-US" dirty="0" err="1" smtClean="0"/>
              <a:t>ಸಂಕ್ಷಿಪ್ತ</a:t>
            </a:r>
            <a:r>
              <a:rPr lang="en-US" dirty="0" smtClean="0"/>
              <a:t> </a:t>
            </a:r>
            <a:r>
              <a:rPr lang="en-US" dirty="0" err="1" smtClean="0"/>
              <a:t>ವಾಗಿರದ್ದು</a:t>
            </a:r>
            <a:r>
              <a:rPr lang="en-US" dirty="0" smtClean="0"/>
              <a:t>, </a:t>
            </a:r>
            <a:r>
              <a:rPr lang="en-US" dirty="0" err="1" smtClean="0"/>
              <a:t>ಎಂದರೆ</a:t>
            </a:r>
            <a:r>
              <a:rPr lang="en-US" dirty="0" smtClean="0"/>
              <a:t> </a:t>
            </a:r>
            <a:r>
              <a:rPr lang="en-US" dirty="0" err="1" smtClean="0"/>
              <a:t>ಅನ್ಯ</a:t>
            </a:r>
            <a:r>
              <a:rPr lang="en-US" dirty="0" smtClean="0"/>
              <a:t> </a:t>
            </a:r>
            <a:r>
              <a:rPr lang="en-US" dirty="0" err="1" smtClean="0"/>
              <a:t>ಸೇವಾ</a:t>
            </a:r>
            <a:r>
              <a:rPr lang="en-US" dirty="0" smtClean="0"/>
              <a:t> </a:t>
            </a:r>
            <a:r>
              <a:rPr lang="en-US" dirty="0" err="1" smtClean="0"/>
              <a:t>ನಿಯೋಜಕ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ಸರ್ಕಾರಿ</a:t>
            </a:r>
            <a:r>
              <a:rPr lang="en-US" dirty="0" smtClean="0"/>
              <a:t> </a:t>
            </a:r>
            <a:r>
              <a:rPr lang="en-US" dirty="0" err="1" smtClean="0"/>
              <a:t>ನೌಕರ</a:t>
            </a:r>
            <a:r>
              <a:rPr lang="en-US" dirty="0" smtClean="0"/>
              <a:t> </a:t>
            </a:r>
            <a:r>
              <a:rPr lang="en-US" dirty="0" err="1" smtClean="0"/>
              <a:t>ಎಂಬ</a:t>
            </a:r>
            <a:r>
              <a:rPr lang="en-US" dirty="0" smtClean="0"/>
              <a:t> </a:t>
            </a:r>
            <a:r>
              <a:rPr lang="en-US" dirty="0" err="1" smtClean="0"/>
              <a:t>ರೀತಿಯಲ್ಲಿ</a:t>
            </a:r>
            <a:r>
              <a:rPr lang="en-US" dirty="0" smtClean="0"/>
              <a:t> </a:t>
            </a:r>
            <a:r>
              <a:rPr lang="en-US" dirty="0" err="1" smtClean="0"/>
              <a:t>ಸೂಕ್ತವಾಗಿರತಕ್ಕದ್ದು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b="1" dirty="0" err="1" smtClean="0"/>
              <a:t>ಭಾಗ</a:t>
            </a:r>
            <a:r>
              <a:rPr lang="en-US" b="1" dirty="0" smtClean="0"/>
              <a:t>- IV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10. ಈ </a:t>
            </a:r>
            <a:r>
              <a:rPr lang="en-US" dirty="0" err="1" smtClean="0"/>
              <a:t>ಭಾಗದ</a:t>
            </a:r>
            <a:r>
              <a:rPr lang="en-US" dirty="0" smtClean="0"/>
              <a:t> </a:t>
            </a:r>
            <a:r>
              <a:rPr lang="en-US" dirty="0" err="1" smtClean="0"/>
              <a:t>ನಮೂದುಗಳನ್ನು</a:t>
            </a:r>
            <a:r>
              <a:rPr lang="en-US" dirty="0" smtClean="0"/>
              <a:t> </a:t>
            </a:r>
            <a:r>
              <a:rPr lang="en-US" dirty="0" err="1" smtClean="0"/>
              <a:t>ನೇಮಕಾತಿಯ</a:t>
            </a:r>
            <a:r>
              <a:rPr lang="en-US" dirty="0" smtClean="0"/>
              <a:t> </a:t>
            </a:r>
            <a:r>
              <a:rPr lang="en-US" dirty="0" err="1" smtClean="0"/>
              <a:t>ಸಮಯದಲ್ಲಿ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ಆನಂತರದ</a:t>
            </a:r>
            <a:r>
              <a:rPr lang="en-US" dirty="0" smtClean="0"/>
              <a:t> </a:t>
            </a:r>
            <a:r>
              <a:rPr lang="en-US" dirty="0" err="1" smtClean="0"/>
              <a:t>ಹುದ್ದೆ</a:t>
            </a:r>
            <a:r>
              <a:rPr lang="en-US" dirty="0" smtClean="0"/>
              <a:t>, </a:t>
            </a:r>
            <a:r>
              <a:rPr lang="en-US" dirty="0" err="1" smtClean="0"/>
              <a:t>ಕಛೇರಿ</a:t>
            </a:r>
            <a:r>
              <a:rPr lang="en-US" dirty="0" smtClean="0"/>
              <a:t>, </a:t>
            </a:r>
            <a:r>
              <a:rPr lang="en-US" dirty="0" err="1" smtClean="0"/>
              <a:t>ಸ್ಥಳ</a:t>
            </a:r>
            <a:r>
              <a:rPr lang="en-US" dirty="0" smtClean="0"/>
              <a:t>, </a:t>
            </a:r>
            <a:r>
              <a:rPr lang="en-US" dirty="0" err="1" smtClean="0"/>
              <a:t>ವೇತನ</a:t>
            </a:r>
            <a:r>
              <a:rPr lang="en-US" dirty="0" smtClean="0"/>
              <a:t> </a:t>
            </a:r>
            <a:r>
              <a:rPr lang="en-US" dirty="0" err="1" smtClean="0"/>
              <a:t>ಶ್ರೇಣಿ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ನೇಮಾತಿಯ</a:t>
            </a:r>
            <a:r>
              <a:rPr lang="en-US" dirty="0" smtClean="0"/>
              <a:t> </a:t>
            </a:r>
            <a:r>
              <a:rPr lang="en-US" dirty="0" err="1" smtClean="0"/>
              <a:t>ಸ್ವರೂಪದಲ್ಲಿ</a:t>
            </a:r>
            <a:r>
              <a:rPr lang="en-US" dirty="0" smtClean="0"/>
              <a:t> </a:t>
            </a:r>
            <a:r>
              <a:rPr lang="en-US" dirty="0" err="1" smtClean="0"/>
              <a:t>ಬದಲಾವಣೆಗಳನ್ನು</a:t>
            </a:r>
            <a:r>
              <a:rPr lang="en-US" dirty="0" smtClean="0"/>
              <a:t> </a:t>
            </a:r>
            <a:r>
              <a:rPr lang="en-US" dirty="0" err="1" smtClean="0"/>
              <a:t>ಉಂಟು</a:t>
            </a:r>
            <a:r>
              <a:rPr lang="en-US" dirty="0" smtClean="0"/>
              <a:t> </a:t>
            </a:r>
            <a:r>
              <a:rPr lang="en-US" dirty="0" err="1" smtClean="0"/>
              <a:t>ಮಾಡುವ</a:t>
            </a:r>
            <a:r>
              <a:rPr lang="en-US" dirty="0" smtClean="0"/>
              <a:t> </a:t>
            </a:r>
            <a:r>
              <a:rPr lang="en-US" dirty="0" err="1" smtClean="0"/>
              <a:t>ಘಟನೆಗಳು</a:t>
            </a:r>
            <a:r>
              <a:rPr lang="en-US" dirty="0" smtClean="0"/>
              <a:t> </a:t>
            </a:r>
            <a:r>
              <a:rPr lang="en-US" dirty="0" err="1" smtClean="0"/>
              <a:t>ನಡೆದ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 </a:t>
            </a:r>
            <a:r>
              <a:rPr lang="en-US" dirty="0" err="1" smtClean="0"/>
              <a:t>ಮಾಡಲಾಗುತ್ತದೆ</a:t>
            </a:r>
            <a:r>
              <a:rPr lang="en-US" dirty="0" smtClean="0"/>
              <a:t>. </a:t>
            </a:r>
            <a:r>
              <a:rPr lang="en-US" dirty="0" err="1" smtClean="0"/>
              <a:t>ಅಂಥ</a:t>
            </a:r>
            <a:r>
              <a:rPr lang="en-US" dirty="0" smtClean="0"/>
              <a:t> </a:t>
            </a:r>
            <a:r>
              <a:rPr lang="en-US" dirty="0" err="1" smtClean="0"/>
              <a:t>ಘಟನೆಗಳು</a:t>
            </a:r>
            <a:r>
              <a:rPr lang="en-US" dirty="0" smtClean="0"/>
              <a:t> </a:t>
            </a:r>
            <a:r>
              <a:rPr lang="en-US" dirty="0" err="1" smtClean="0"/>
              <a:t>ನಡೆದ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 </a:t>
            </a:r>
            <a:r>
              <a:rPr lang="en-US" dirty="0" err="1" smtClean="0"/>
              <a:t>ಮಾಡಲಾಗುತ್ತದೆ</a:t>
            </a:r>
            <a:r>
              <a:rPr lang="en-US" dirty="0" smtClean="0"/>
              <a:t>. </a:t>
            </a:r>
            <a:r>
              <a:rPr lang="en-US" dirty="0" err="1" smtClean="0"/>
              <a:t>ಅಂಥ</a:t>
            </a:r>
            <a:r>
              <a:rPr lang="en-US" dirty="0" smtClean="0"/>
              <a:t> </a:t>
            </a:r>
            <a:r>
              <a:rPr lang="en-US" dirty="0" err="1" smtClean="0"/>
              <a:t>ಘಟನೆಗಳು</a:t>
            </a:r>
            <a:r>
              <a:rPr lang="en-US" dirty="0" smtClean="0"/>
              <a:t> </a:t>
            </a:r>
            <a:r>
              <a:rPr lang="en-US" dirty="0" err="1" smtClean="0"/>
              <a:t>ನೇಮಕಾತಿ</a:t>
            </a:r>
            <a:r>
              <a:rPr lang="en-US" dirty="0" smtClean="0"/>
              <a:t> </a:t>
            </a:r>
            <a:r>
              <a:rPr lang="en-US" dirty="0" err="1" smtClean="0"/>
              <a:t>ಮುಂಬಡ್ತಿ</a:t>
            </a:r>
            <a:r>
              <a:rPr lang="en-US" dirty="0" smtClean="0"/>
              <a:t>, </a:t>
            </a:r>
            <a:r>
              <a:rPr lang="en-US" dirty="0" err="1" smtClean="0"/>
              <a:t>ಪ್ರತಿ</a:t>
            </a:r>
            <a:r>
              <a:rPr lang="en-US" dirty="0" smtClean="0"/>
              <a:t> </a:t>
            </a:r>
            <a:r>
              <a:rPr lang="en-US" dirty="0" err="1" smtClean="0"/>
              <a:t>ನಿಯೋಜನೆ</a:t>
            </a:r>
            <a:r>
              <a:rPr lang="en-US" dirty="0" smtClean="0"/>
              <a:t>, </a:t>
            </a:r>
            <a:r>
              <a:rPr lang="en-US" dirty="0" err="1" smtClean="0"/>
              <a:t>ವರ್ಗಾವಣೆ</a:t>
            </a:r>
            <a:r>
              <a:rPr lang="en-US" dirty="0" smtClean="0"/>
              <a:t> (</a:t>
            </a:r>
            <a:r>
              <a:rPr lang="en-US" dirty="0" err="1" smtClean="0"/>
              <a:t>ಅನ್ಯ</a:t>
            </a:r>
            <a:r>
              <a:rPr lang="en-US" dirty="0" smtClean="0"/>
              <a:t> </a:t>
            </a:r>
            <a:r>
              <a:rPr lang="en-US" dirty="0" err="1" smtClean="0"/>
              <a:t>ಸೇವೆಯ</a:t>
            </a:r>
            <a:r>
              <a:rPr lang="en-US" dirty="0" smtClean="0"/>
              <a:t> </a:t>
            </a:r>
            <a:r>
              <a:rPr lang="en-US" dirty="0" err="1" smtClean="0"/>
              <a:t>ಮೇಲೆ</a:t>
            </a:r>
            <a:r>
              <a:rPr lang="en-US" dirty="0" smtClean="0"/>
              <a:t> </a:t>
            </a:r>
            <a:r>
              <a:rPr lang="en-US" dirty="0" err="1" smtClean="0"/>
              <a:t>ಆದ</a:t>
            </a:r>
            <a:r>
              <a:rPr lang="en-US" dirty="0" smtClean="0"/>
              <a:t> </a:t>
            </a:r>
            <a:r>
              <a:rPr lang="en-US" dirty="0" err="1" smtClean="0"/>
              <a:t>ವರ್ಗಾವಣೆಯೂ</a:t>
            </a:r>
            <a:r>
              <a:rPr lang="en-US" dirty="0" smtClean="0"/>
              <a:t>  </a:t>
            </a:r>
            <a:r>
              <a:rPr lang="en-US" dirty="0" err="1" smtClean="0"/>
              <a:t>ಸೇರಿ</a:t>
            </a:r>
            <a:r>
              <a:rPr lang="en-US" dirty="0" smtClean="0"/>
              <a:t>) </a:t>
            </a:r>
            <a:r>
              <a:rPr lang="en-US" dirty="0" err="1" smtClean="0"/>
              <a:t>ವೇತನ</a:t>
            </a:r>
            <a:r>
              <a:rPr lang="en-US" dirty="0" smtClean="0"/>
              <a:t> </a:t>
            </a:r>
            <a:r>
              <a:rPr lang="en-US" dirty="0" err="1" smtClean="0"/>
              <a:t>ಬಡ್ತಿ</a:t>
            </a:r>
            <a:r>
              <a:rPr lang="en-US" dirty="0" smtClean="0"/>
              <a:t>, </a:t>
            </a:r>
            <a:r>
              <a:rPr lang="en-US" dirty="0" err="1" smtClean="0"/>
              <a:t>ರಜೆ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ಅಮಾನತ್ತುಗಳನ್ನು</a:t>
            </a:r>
            <a:r>
              <a:rPr lang="en-US" dirty="0" smtClean="0"/>
              <a:t> </a:t>
            </a:r>
            <a:r>
              <a:rPr lang="en-US" dirty="0" err="1" smtClean="0"/>
              <a:t>ಒಳಗೊಳ್ಳುತ್ತದೆ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11. </a:t>
            </a:r>
            <a:r>
              <a:rPr lang="en-US" dirty="0" err="1" smtClean="0"/>
              <a:t>ಖಾಯಂಗೊಳಿಸುವಿಕೆ</a:t>
            </a:r>
            <a:r>
              <a:rPr lang="en-US" dirty="0" smtClean="0"/>
              <a:t>, </a:t>
            </a:r>
            <a:r>
              <a:rPr lang="en-US" dirty="0" err="1" smtClean="0"/>
              <a:t>ಅರೆ</a:t>
            </a:r>
            <a:r>
              <a:rPr lang="en-US" dirty="0" smtClean="0"/>
              <a:t> </a:t>
            </a:r>
            <a:r>
              <a:rPr lang="en-US" dirty="0" err="1" smtClean="0"/>
              <a:t>ಖಾಯಂಗೊಳಿಸುವಿಕೆ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ಅಮಾನತ್ತು</a:t>
            </a:r>
            <a:r>
              <a:rPr lang="en-US" dirty="0" smtClean="0"/>
              <a:t> </a:t>
            </a:r>
            <a:r>
              <a:rPr lang="en-US" dirty="0" err="1" smtClean="0"/>
              <a:t>ಹಾಗೂ</a:t>
            </a:r>
            <a:r>
              <a:rPr lang="en-US" dirty="0" smtClean="0"/>
              <a:t> </a:t>
            </a:r>
            <a:r>
              <a:rPr lang="en-US" dirty="0" err="1" smtClean="0"/>
              <a:t>ಸೇವೆಯಲ್ಲಿ</a:t>
            </a:r>
            <a:r>
              <a:rPr lang="en-US" dirty="0" smtClean="0"/>
              <a:t> </a:t>
            </a:r>
            <a:r>
              <a:rPr lang="en-US" dirty="0" err="1" smtClean="0"/>
              <a:t>ಉಂಟಾಗುವ</a:t>
            </a:r>
            <a:r>
              <a:rPr lang="en-US" dirty="0" smtClean="0"/>
              <a:t> </a:t>
            </a:r>
            <a:r>
              <a:rPr lang="en-US" dirty="0" err="1" smtClean="0"/>
              <a:t>ಇತರೆ</a:t>
            </a:r>
            <a:r>
              <a:rPr lang="en-US" dirty="0" smtClean="0"/>
              <a:t> </a:t>
            </a:r>
            <a:r>
              <a:rPr lang="en-US" dirty="0" err="1" smtClean="0"/>
              <a:t>ಬಗೆಯ</a:t>
            </a:r>
            <a:r>
              <a:rPr lang="en-US" dirty="0" smtClean="0"/>
              <a:t> </a:t>
            </a:r>
            <a:r>
              <a:rPr lang="en-US" dirty="0" err="1" smtClean="0"/>
              <a:t>ಅಡಚಣೆಗಳನ್ನು</a:t>
            </a:r>
            <a:r>
              <a:rPr lang="en-US" dirty="0" smtClean="0"/>
              <a:t> </a:t>
            </a:r>
            <a:r>
              <a:rPr lang="en-US" dirty="0" err="1" smtClean="0"/>
              <a:t>ಕೆಂಪು</a:t>
            </a:r>
            <a:r>
              <a:rPr lang="en-US" dirty="0" smtClean="0"/>
              <a:t> </a:t>
            </a:r>
            <a:r>
              <a:rPr lang="en-US" dirty="0" err="1" smtClean="0"/>
              <a:t>ಶಾಹಿಯಲ್ಲಿ</a:t>
            </a:r>
            <a:r>
              <a:rPr lang="en-US" dirty="0" smtClean="0"/>
              <a:t> </a:t>
            </a:r>
            <a:r>
              <a:rPr lang="en-US" dirty="0" err="1" smtClean="0"/>
              <a:t>ನಮೂದಿಸಬೇಕು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12. </a:t>
            </a:r>
            <a:r>
              <a:rPr lang="en-US" dirty="0" err="1" smtClean="0"/>
              <a:t>ಒಂದು</a:t>
            </a:r>
            <a:r>
              <a:rPr lang="en-US" dirty="0" smtClean="0"/>
              <a:t> </a:t>
            </a:r>
            <a:r>
              <a:rPr lang="en-US" dirty="0" err="1" smtClean="0"/>
              <a:t>ನಿರ್ದಿಷ್ಟ</a:t>
            </a:r>
            <a:r>
              <a:rPr lang="en-US" dirty="0" smtClean="0"/>
              <a:t> </a:t>
            </a:r>
            <a:r>
              <a:rPr lang="en-US" dirty="0" err="1" smtClean="0"/>
              <a:t>ನಮೂದನ್ನು</a:t>
            </a:r>
            <a:r>
              <a:rPr lang="en-US" dirty="0" smtClean="0"/>
              <a:t> </a:t>
            </a:r>
            <a:r>
              <a:rPr lang="en-US" dirty="0" err="1" smtClean="0"/>
              <a:t>ಮಾಡಬೇಕಾದಾಗ</a:t>
            </a:r>
            <a:r>
              <a:rPr lang="en-US" dirty="0" smtClean="0"/>
              <a:t> </a:t>
            </a:r>
            <a:r>
              <a:rPr lang="en-US" dirty="0" err="1" smtClean="0"/>
              <a:t>ಅದನ್ನು</a:t>
            </a:r>
            <a:r>
              <a:rPr lang="en-US" dirty="0" smtClean="0"/>
              <a:t> 3ನೇ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ತರುವಾಯದ</a:t>
            </a:r>
            <a:r>
              <a:rPr lang="en-US" dirty="0" smtClean="0"/>
              <a:t> </a:t>
            </a:r>
            <a:r>
              <a:rPr lang="en-US" dirty="0" err="1" smtClean="0"/>
              <a:t>ನಮೂದನ್ನು</a:t>
            </a:r>
            <a:r>
              <a:rPr lang="en-US" dirty="0" smtClean="0"/>
              <a:t> </a:t>
            </a:r>
            <a:r>
              <a:rPr lang="en-US" dirty="0" err="1" smtClean="0"/>
              <a:t>ಮಾಡುವ</a:t>
            </a:r>
            <a:r>
              <a:rPr lang="en-US" dirty="0" smtClean="0"/>
              <a:t> </a:t>
            </a:r>
            <a:r>
              <a:rPr lang="en-US" dirty="0" err="1" smtClean="0"/>
              <a:t>ಸಮಯದಲ್ಲಿ</a:t>
            </a:r>
            <a:r>
              <a:rPr lang="en-US" dirty="0" smtClean="0"/>
              <a:t> </a:t>
            </a:r>
            <a:r>
              <a:rPr lang="en-US" dirty="0" err="1" smtClean="0"/>
              <a:t>ಭರ್ತಿ</a:t>
            </a:r>
            <a:r>
              <a:rPr lang="en-US" dirty="0" smtClean="0"/>
              <a:t> </a:t>
            </a:r>
            <a:r>
              <a:rPr lang="en-US" dirty="0" err="1" smtClean="0"/>
              <a:t>ಮಾಡಬೇಕು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13. </a:t>
            </a:r>
            <a:r>
              <a:rPr lang="en-US" dirty="0" err="1" smtClean="0"/>
              <a:t>ಎರಡನೇ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ತರುವಾಯದ</a:t>
            </a:r>
            <a:r>
              <a:rPr lang="en-US" dirty="0" smtClean="0"/>
              <a:t> </a:t>
            </a:r>
            <a:r>
              <a:rPr lang="en-US" dirty="0" err="1" smtClean="0"/>
              <a:t>ನಮೂದುಗಳ</a:t>
            </a:r>
            <a:r>
              <a:rPr lang="en-US" dirty="0" smtClean="0"/>
              <a:t> </a:t>
            </a:r>
            <a:r>
              <a:rPr lang="en-US" dirty="0" err="1" smtClean="0"/>
              <a:t>ಸಂಬಂಧದಲ್ಲಿ</a:t>
            </a:r>
            <a:r>
              <a:rPr lang="en-US" dirty="0" smtClean="0"/>
              <a:t> 4ನೇ </a:t>
            </a:r>
            <a:r>
              <a:rPr lang="en-US" dirty="0" err="1" smtClean="0"/>
              <a:t>ಅಂಕಣವನ್ನು</a:t>
            </a:r>
            <a:r>
              <a:rPr lang="en-US" dirty="0" smtClean="0"/>
              <a:t> </a:t>
            </a:r>
            <a:r>
              <a:rPr lang="en-US" dirty="0" err="1" smtClean="0"/>
              <a:t>ಹುದ್ದೆ</a:t>
            </a:r>
            <a:r>
              <a:rPr lang="en-US" dirty="0" smtClean="0"/>
              <a:t> </a:t>
            </a:r>
            <a:r>
              <a:rPr lang="en-US" dirty="0" err="1" smtClean="0"/>
              <a:t>ವೇತನ</a:t>
            </a:r>
            <a:r>
              <a:rPr lang="en-US" dirty="0" smtClean="0"/>
              <a:t> </a:t>
            </a:r>
            <a:r>
              <a:rPr lang="en-US" dirty="0" err="1" smtClean="0"/>
              <a:t>ಶ್ರೇಣಿ</a:t>
            </a:r>
            <a:r>
              <a:rPr lang="en-US" dirty="0" smtClean="0"/>
              <a:t>, </a:t>
            </a:r>
            <a:r>
              <a:rPr lang="en-US" dirty="0" err="1" smtClean="0"/>
              <a:t>ಕಛೇರಿ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ಸ್ಥಳದಲ್ಲಿ</a:t>
            </a:r>
            <a:r>
              <a:rPr lang="en-US" dirty="0" smtClean="0"/>
              <a:t> </a:t>
            </a:r>
            <a:r>
              <a:rPr lang="en-US" dirty="0" err="1" smtClean="0"/>
              <a:t>ಬದಲಾವಣೆ</a:t>
            </a:r>
            <a:r>
              <a:rPr lang="en-US" dirty="0" smtClean="0"/>
              <a:t> </a:t>
            </a:r>
            <a:r>
              <a:rPr lang="en-US" dirty="0" err="1" smtClean="0"/>
              <a:t>ಇದ್ದರೆ</a:t>
            </a:r>
            <a:r>
              <a:rPr lang="en-US" dirty="0" smtClean="0"/>
              <a:t> </a:t>
            </a:r>
            <a:r>
              <a:rPr lang="en-US" dirty="0" err="1" smtClean="0"/>
              <a:t>ಮಾತ್ರ</a:t>
            </a:r>
            <a:r>
              <a:rPr lang="en-US" dirty="0" smtClean="0"/>
              <a:t> </a:t>
            </a:r>
            <a:r>
              <a:rPr lang="en-US" dirty="0" err="1" smtClean="0"/>
              <a:t>ಭರ್ತಿಮಾಡತಕ್ಕದ್ದು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14. 5ನೇ </a:t>
            </a:r>
            <a:r>
              <a:rPr lang="en-US" dirty="0" err="1" smtClean="0"/>
              <a:t>ಮತ್ತು</a:t>
            </a:r>
            <a:r>
              <a:rPr lang="en-US" dirty="0" smtClean="0"/>
              <a:t> 6ನೇ </a:t>
            </a:r>
            <a:r>
              <a:rPr lang="en-US" dirty="0" err="1" smtClean="0"/>
              <a:t>ಅಂಕಣಗಳು</a:t>
            </a:r>
            <a:r>
              <a:rPr lang="en-US" dirty="0" smtClean="0"/>
              <a:t> </a:t>
            </a:r>
            <a:r>
              <a:rPr lang="en-US" dirty="0" err="1" smtClean="0"/>
              <a:t>ವೇತನದ</a:t>
            </a:r>
            <a:r>
              <a:rPr lang="en-US" dirty="0" smtClean="0"/>
              <a:t> </a:t>
            </a:r>
            <a:r>
              <a:rPr lang="en-US" dirty="0" err="1" smtClean="0"/>
              <a:t>ವಿವಿಧ</a:t>
            </a:r>
            <a:r>
              <a:rPr lang="en-US" dirty="0" smtClean="0"/>
              <a:t> </a:t>
            </a:r>
            <a:r>
              <a:rPr lang="en-US" dirty="0" err="1" smtClean="0"/>
              <a:t>ಘಟಕಗಳನ್ನು</a:t>
            </a:r>
            <a:r>
              <a:rPr lang="en-US" dirty="0" smtClean="0"/>
              <a:t> </a:t>
            </a:r>
            <a:r>
              <a:rPr lang="en-US" dirty="0" err="1" smtClean="0"/>
              <a:t>ಪ್ರತ್ಯೇಕವಾಗಿ</a:t>
            </a:r>
            <a:r>
              <a:rPr lang="en-US" dirty="0" smtClean="0"/>
              <a:t> </a:t>
            </a:r>
            <a:r>
              <a:rPr lang="en-US" dirty="0" err="1" smtClean="0"/>
              <a:t>ತೋರಿಸುತ್ತದೆ</a:t>
            </a:r>
            <a:r>
              <a:rPr lang="en-US" dirty="0" smtClean="0"/>
              <a:t>. </a:t>
            </a:r>
            <a:r>
              <a:rPr lang="en-US" dirty="0" err="1" smtClean="0"/>
              <a:t>ಉದಾಹರಣೆಗೆ</a:t>
            </a:r>
            <a:r>
              <a:rPr lang="en-US" dirty="0" smtClean="0"/>
              <a:t> “[240+50+(S.A) + 80(P.P)]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15000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sz="3200" b="1" dirty="0" smtClean="0"/>
              <a:t>* </a:t>
            </a:r>
            <a:r>
              <a:rPr lang="en-US" sz="3200" b="1" dirty="0" err="1" smtClean="0"/>
              <a:t>ವಿಶೇಷ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ಭತ್ಯೆಗಳು</a:t>
            </a:r>
            <a:r>
              <a:rPr lang="en-US" sz="3200" b="1" dirty="0" smtClean="0"/>
              <a:t> *</a:t>
            </a:r>
          </a:p>
          <a:p>
            <a:pPr algn="ctr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15. 7-ನೇ </a:t>
            </a:r>
            <a:r>
              <a:rPr lang="en-US" dirty="0" err="1" smtClean="0"/>
              <a:t>ಅಂಕಣಕ್ಕೆ</a:t>
            </a:r>
            <a:r>
              <a:rPr lang="en-US" dirty="0" smtClean="0"/>
              <a:t> </a:t>
            </a:r>
            <a:r>
              <a:rPr lang="en-US" dirty="0" err="1" smtClean="0"/>
              <a:t>ಸಂಬಂಧಪಟ್ಟ</a:t>
            </a:r>
            <a:r>
              <a:rPr lang="en-US" dirty="0" smtClean="0"/>
              <a:t> </a:t>
            </a:r>
            <a:r>
              <a:rPr lang="en-US" dirty="0" err="1" smtClean="0"/>
              <a:t>ನಮೂದನ್ನು</a:t>
            </a:r>
            <a:r>
              <a:rPr lang="en-US" dirty="0" smtClean="0"/>
              <a:t> </a:t>
            </a:r>
            <a:r>
              <a:rPr lang="en-US" dirty="0" err="1" smtClean="0"/>
              <a:t>ತರುವಾಯದ</a:t>
            </a:r>
            <a:r>
              <a:rPr lang="en-US" dirty="0" smtClean="0"/>
              <a:t> </a:t>
            </a:r>
            <a:r>
              <a:rPr lang="en-US" dirty="0" err="1" smtClean="0"/>
              <a:t>ನಮೂದನ್ನು</a:t>
            </a:r>
            <a:r>
              <a:rPr lang="en-US" dirty="0" smtClean="0"/>
              <a:t> </a:t>
            </a:r>
            <a:r>
              <a:rPr lang="en-US" dirty="0" err="1" smtClean="0"/>
              <a:t>ಮಾಡುವ</a:t>
            </a:r>
            <a:r>
              <a:rPr lang="en-US" dirty="0" smtClean="0"/>
              <a:t> </a:t>
            </a:r>
            <a:r>
              <a:rPr lang="en-US" dirty="0" err="1" smtClean="0"/>
              <a:t>ಸಮಯಲ್ಲಿ</a:t>
            </a:r>
            <a:r>
              <a:rPr lang="en-US" dirty="0" smtClean="0"/>
              <a:t> </a:t>
            </a:r>
            <a:r>
              <a:rPr lang="en-US" dirty="0" err="1" smtClean="0"/>
              <a:t>ಭರ್ತಿ</a:t>
            </a:r>
            <a:r>
              <a:rPr lang="en-US" dirty="0" smtClean="0"/>
              <a:t> </a:t>
            </a:r>
            <a:r>
              <a:rPr lang="en-US" dirty="0" err="1" smtClean="0"/>
              <a:t>ಮಾಡಬೇಕಾಗುವುದು</a:t>
            </a:r>
            <a:r>
              <a:rPr lang="en-US" dirty="0" smtClean="0"/>
              <a:t>. </a:t>
            </a:r>
            <a:r>
              <a:rPr lang="en-US" dirty="0" err="1" smtClean="0"/>
              <a:t>ರಜೆಯ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 ಈ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ರಜೆಯ</a:t>
            </a:r>
            <a:r>
              <a:rPr lang="en-US" dirty="0" smtClean="0"/>
              <a:t> </a:t>
            </a:r>
            <a:r>
              <a:rPr lang="en-US" dirty="0" err="1" smtClean="0"/>
              <a:t>ಸ್ವರೂಪವನ್ನು</a:t>
            </a:r>
            <a:r>
              <a:rPr lang="en-US" dirty="0" smtClean="0"/>
              <a:t> </a:t>
            </a:r>
            <a:r>
              <a:rPr lang="en-US" dirty="0" err="1" smtClean="0"/>
              <a:t>ತಿಳಿಸಬೇಕು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16. </a:t>
            </a:r>
            <a:r>
              <a:rPr lang="en-US" dirty="0" err="1" smtClean="0"/>
              <a:t>ದೃಢೀಕರಿಸುವ</a:t>
            </a:r>
            <a:r>
              <a:rPr lang="en-US" dirty="0" smtClean="0"/>
              <a:t> </a:t>
            </a:r>
            <a:r>
              <a:rPr lang="en-US" dirty="0" err="1" smtClean="0"/>
              <a:t>ಅಧಿಕಾರಿಯು</a:t>
            </a:r>
            <a:r>
              <a:rPr lang="en-US" dirty="0" smtClean="0"/>
              <a:t> 8ನೇ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ಸಹಿ</a:t>
            </a:r>
            <a:r>
              <a:rPr lang="en-US" dirty="0" smtClean="0"/>
              <a:t> </a:t>
            </a:r>
            <a:r>
              <a:rPr lang="en-US" dirty="0" err="1" smtClean="0"/>
              <a:t>ಹಾಕುವ</a:t>
            </a:r>
            <a:r>
              <a:rPr lang="en-US" dirty="0" smtClean="0"/>
              <a:t> </a:t>
            </a:r>
            <a:r>
              <a:rPr lang="en-US" dirty="0" err="1" smtClean="0"/>
              <a:t>ಮೊದಲು</a:t>
            </a:r>
            <a:r>
              <a:rPr lang="en-US" dirty="0" smtClean="0"/>
              <a:t>, </a:t>
            </a:r>
            <a:r>
              <a:rPr lang="en-US" dirty="0" err="1" smtClean="0"/>
              <a:t>ಅವರು</a:t>
            </a:r>
            <a:r>
              <a:rPr lang="en-US" dirty="0" smtClean="0"/>
              <a:t> </a:t>
            </a:r>
            <a:r>
              <a:rPr lang="en-US" dirty="0" err="1" smtClean="0"/>
              <a:t>ದೃಢೀಕರಿಸುವ</a:t>
            </a:r>
            <a:r>
              <a:rPr lang="en-US" dirty="0" smtClean="0"/>
              <a:t> </a:t>
            </a:r>
            <a:r>
              <a:rPr lang="en-US" dirty="0" err="1" smtClean="0"/>
              <a:t>ನಮೂದಿನ</a:t>
            </a:r>
            <a:r>
              <a:rPr lang="en-US" dirty="0" smtClean="0"/>
              <a:t> </a:t>
            </a:r>
            <a:r>
              <a:rPr lang="en-US" dirty="0" err="1" smtClean="0"/>
              <a:t>ಎರಡನೇ</a:t>
            </a:r>
            <a:r>
              <a:rPr lang="en-US" dirty="0" smtClean="0"/>
              <a:t>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ತೋರಿಸಿದ</a:t>
            </a:r>
            <a:r>
              <a:rPr lang="en-US" dirty="0" smtClean="0"/>
              <a:t> </a:t>
            </a:r>
            <a:r>
              <a:rPr lang="en-US" dirty="0" err="1" smtClean="0"/>
              <a:t>ದಿನಾಂಕ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3 </a:t>
            </a:r>
            <a:r>
              <a:rPr lang="en-US" dirty="0" err="1" smtClean="0"/>
              <a:t>ನೇ</a:t>
            </a:r>
            <a:r>
              <a:rPr lang="en-US" dirty="0" smtClean="0"/>
              <a:t> </a:t>
            </a:r>
            <a:r>
              <a:rPr lang="en-US" dirty="0" err="1" smtClean="0"/>
              <a:t>ಅಂಕಣದ</a:t>
            </a:r>
            <a:r>
              <a:rPr lang="en-US" dirty="0" smtClean="0"/>
              <a:t> </a:t>
            </a:r>
            <a:r>
              <a:rPr lang="en-US" dirty="0" err="1" smtClean="0"/>
              <a:t>ನಮೂದಿನ</a:t>
            </a:r>
            <a:r>
              <a:rPr lang="en-US" dirty="0" smtClean="0"/>
              <a:t> </a:t>
            </a:r>
            <a:r>
              <a:rPr lang="en-US" dirty="0" err="1" smtClean="0"/>
              <a:t>ದಿನಾಂಕದ</a:t>
            </a:r>
            <a:r>
              <a:rPr lang="en-US" dirty="0" smtClean="0"/>
              <a:t> </a:t>
            </a:r>
            <a:r>
              <a:rPr lang="en-US" dirty="0" err="1" smtClean="0"/>
              <a:t>ನಡುವೆ</a:t>
            </a:r>
            <a:r>
              <a:rPr lang="en-US" dirty="0" smtClean="0"/>
              <a:t> </a:t>
            </a:r>
            <a:r>
              <a:rPr lang="en-US" dirty="0" err="1" smtClean="0"/>
              <a:t>ಇರುವ</a:t>
            </a:r>
            <a:r>
              <a:rPr lang="en-US" dirty="0" smtClean="0"/>
              <a:t> </a:t>
            </a:r>
            <a:r>
              <a:rPr lang="en-US" dirty="0" err="1" smtClean="0"/>
              <a:t>ಅಂತರ</a:t>
            </a:r>
            <a:r>
              <a:rPr lang="en-US" dirty="0" smtClean="0"/>
              <a:t> </a:t>
            </a:r>
            <a:r>
              <a:rPr lang="en-US" dirty="0" err="1" smtClean="0"/>
              <a:t>ವಿವರಿಸಲಾಗದಂಥದ್ದಲ್ಲವೆಂಬುದನ್ನು</a:t>
            </a:r>
            <a:r>
              <a:rPr lang="en-US" dirty="0" smtClean="0"/>
              <a:t> </a:t>
            </a:r>
            <a:r>
              <a:rPr lang="en-US" dirty="0" err="1" smtClean="0"/>
              <a:t>ಖಚಿತಪಡಿಸಿಕೊಳ್ಳಬೇಕು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674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17. </a:t>
            </a:r>
            <a:r>
              <a:rPr lang="en-US" dirty="0" err="1" smtClean="0"/>
              <a:t>ವರ್ಷದ</a:t>
            </a:r>
            <a:r>
              <a:rPr lang="en-US" dirty="0" smtClean="0"/>
              <a:t> </a:t>
            </a:r>
            <a:r>
              <a:rPr lang="en-US" dirty="0" err="1" smtClean="0"/>
              <a:t>ಪ್ರಾರಂಭದಲ್ಲಿ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ಅದಕ್ಕೂ</a:t>
            </a:r>
            <a:r>
              <a:rPr lang="en-US" dirty="0" smtClean="0"/>
              <a:t> </a:t>
            </a:r>
            <a:r>
              <a:rPr lang="en-US" dirty="0" err="1" smtClean="0"/>
              <a:t>ಮುಂಚೆ</a:t>
            </a:r>
            <a:r>
              <a:rPr lang="en-US" dirty="0" smtClean="0"/>
              <a:t> </a:t>
            </a:r>
            <a:r>
              <a:rPr lang="en-US" dirty="0" err="1" smtClean="0"/>
              <a:t>ಸೇವಾ</a:t>
            </a:r>
            <a:r>
              <a:rPr lang="en-US" dirty="0" smtClean="0"/>
              <a:t> </a:t>
            </a:r>
            <a:r>
              <a:rPr lang="en-US" dirty="0" err="1" smtClean="0"/>
              <a:t>ದಸ್ತಾವೇಜುಗಳನ್ನು</a:t>
            </a:r>
            <a:r>
              <a:rPr lang="en-US" dirty="0" smtClean="0"/>
              <a:t> </a:t>
            </a:r>
            <a:r>
              <a:rPr lang="en-US" dirty="0" err="1" smtClean="0"/>
              <a:t>ಇನ್ನೊಂದು</a:t>
            </a:r>
            <a:r>
              <a:rPr lang="en-US" dirty="0" smtClean="0"/>
              <a:t> </a:t>
            </a:r>
            <a:r>
              <a:rPr lang="en-US" dirty="0" err="1" smtClean="0"/>
              <a:t>ಕಛೇರಿಗೆ</a:t>
            </a:r>
            <a:r>
              <a:rPr lang="en-US" dirty="0" smtClean="0"/>
              <a:t> </a:t>
            </a:r>
            <a:r>
              <a:rPr lang="en-US" dirty="0" err="1" smtClean="0"/>
              <a:t>ಮಹಾಲೇಖಪಾಲರಿಗೆ</a:t>
            </a:r>
            <a:r>
              <a:rPr lang="en-US" dirty="0" smtClean="0"/>
              <a:t> </a:t>
            </a:r>
            <a:r>
              <a:rPr lang="en-US" dirty="0" err="1" smtClean="0"/>
              <a:t>ವರ್ಗಾಯಿಸಬೇಕಾದಲ್ಲಿ</a:t>
            </a:r>
            <a:r>
              <a:rPr lang="en-US" dirty="0" smtClean="0"/>
              <a:t>, </a:t>
            </a:r>
            <a:r>
              <a:rPr lang="en-US" dirty="0" err="1" smtClean="0"/>
              <a:t>ಹಾಗೆ</a:t>
            </a:r>
            <a:r>
              <a:rPr lang="en-US" dirty="0" smtClean="0"/>
              <a:t> </a:t>
            </a:r>
            <a:r>
              <a:rPr lang="en-US" dirty="0" err="1" smtClean="0"/>
              <a:t>ವರ್ಗಾಯಿಸುವ</a:t>
            </a:r>
            <a:r>
              <a:rPr lang="en-US" dirty="0" smtClean="0"/>
              <a:t> </a:t>
            </a:r>
            <a:r>
              <a:rPr lang="en-US" dirty="0" err="1" smtClean="0"/>
              <a:t>ಸಮಯದಲ್ಲಿ</a:t>
            </a:r>
            <a:r>
              <a:rPr lang="en-US" dirty="0" smtClean="0"/>
              <a:t> 2 </a:t>
            </a:r>
            <a:r>
              <a:rPr lang="en-US" dirty="0" err="1" smtClean="0"/>
              <a:t>ರಿಂದ</a:t>
            </a:r>
            <a:r>
              <a:rPr lang="en-US" dirty="0" smtClean="0"/>
              <a:t> 7ರ </a:t>
            </a:r>
            <a:r>
              <a:rPr lang="en-US" dirty="0" err="1" smtClean="0"/>
              <a:t>ವರೆಗಿನ</a:t>
            </a:r>
            <a:r>
              <a:rPr lang="en-US" dirty="0" smtClean="0"/>
              <a:t> </a:t>
            </a:r>
            <a:r>
              <a:rPr lang="en-US" dirty="0" err="1" smtClean="0"/>
              <a:t>ಅಂಕಣಗಳಲ್ಲಿನ</a:t>
            </a:r>
            <a:r>
              <a:rPr lang="en-US" dirty="0" smtClean="0"/>
              <a:t> </a:t>
            </a:r>
            <a:r>
              <a:rPr lang="en-US" dirty="0" err="1" smtClean="0"/>
              <a:t>ನಮೂದುಗಳನ್ನು</a:t>
            </a:r>
            <a:r>
              <a:rPr lang="en-US" dirty="0" smtClean="0"/>
              <a:t> </a:t>
            </a:r>
            <a:r>
              <a:rPr lang="en-US" dirty="0" err="1" smtClean="0"/>
              <a:t>ಸೂಕ್ತ</a:t>
            </a:r>
            <a:r>
              <a:rPr lang="en-US" dirty="0" smtClean="0"/>
              <a:t> </a:t>
            </a:r>
            <a:r>
              <a:rPr lang="en-US" dirty="0" err="1" smtClean="0"/>
              <a:t>ದಾಖಲೆಗಳೊಂದಿಗೆ</a:t>
            </a:r>
            <a:r>
              <a:rPr lang="en-US" dirty="0" smtClean="0"/>
              <a:t> </a:t>
            </a:r>
            <a:r>
              <a:rPr lang="en-US" dirty="0" err="1" smtClean="0"/>
              <a:t>ಪರಿಶೀಲಿಸಬೇಕು</a:t>
            </a:r>
            <a:r>
              <a:rPr lang="en-US" dirty="0" smtClean="0"/>
              <a:t>. </a:t>
            </a:r>
            <a:r>
              <a:rPr lang="en-US" dirty="0" err="1" smtClean="0"/>
              <a:t>ಪರಿಶೀಲನಾಧಿಕಾರಿಯು</a:t>
            </a:r>
            <a:r>
              <a:rPr lang="en-US" dirty="0" smtClean="0"/>
              <a:t> 9ನೇ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ತನ್ನ</a:t>
            </a:r>
            <a:r>
              <a:rPr lang="en-US" dirty="0" smtClean="0"/>
              <a:t> </a:t>
            </a:r>
            <a:r>
              <a:rPr lang="en-US" dirty="0" err="1" smtClean="0"/>
              <a:t>ಸಹಿ</a:t>
            </a:r>
            <a:r>
              <a:rPr lang="en-US" dirty="0" smtClean="0"/>
              <a:t> </a:t>
            </a:r>
            <a:r>
              <a:rPr lang="en-US" dirty="0" err="1" smtClean="0"/>
              <a:t>ಹಾಕುವಾಗ</a:t>
            </a:r>
            <a:r>
              <a:rPr lang="en-US" dirty="0" smtClean="0"/>
              <a:t>, </a:t>
            </a:r>
            <a:r>
              <a:rPr lang="en-US" dirty="0" err="1" smtClean="0"/>
              <a:t>ಅವರು</a:t>
            </a:r>
            <a:r>
              <a:rPr lang="en-US" dirty="0" smtClean="0"/>
              <a:t> </a:t>
            </a:r>
            <a:r>
              <a:rPr lang="en-US" dirty="0" err="1" smtClean="0"/>
              <a:t>ಪರಿಶೀಲಿಸಿದ</a:t>
            </a:r>
            <a:r>
              <a:rPr lang="en-US" dirty="0" smtClean="0"/>
              <a:t> </a:t>
            </a:r>
            <a:r>
              <a:rPr lang="en-US" dirty="0" err="1" smtClean="0"/>
              <a:t>ನಮೂದುಗಳ</a:t>
            </a:r>
            <a:r>
              <a:rPr lang="en-US" dirty="0" smtClean="0"/>
              <a:t> </a:t>
            </a:r>
            <a:r>
              <a:rPr lang="en-US" dirty="0" err="1" smtClean="0"/>
              <a:t>ಕ್ರಮ</a:t>
            </a:r>
            <a:r>
              <a:rPr lang="en-US" dirty="0" smtClean="0"/>
              <a:t> </a:t>
            </a:r>
            <a:r>
              <a:rPr lang="en-US" dirty="0" err="1" smtClean="0"/>
              <a:t>ಸಂಖ್ಯೆಗಳನ್ನು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ಯಾವ</a:t>
            </a:r>
            <a:r>
              <a:rPr lang="en-US" dirty="0" smtClean="0"/>
              <a:t> </a:t>
            </a:r>
            <a:r>
              <a:rPr lang="en-US" dirty="0" err="1" smtClean="0"/>
              <a:t>ದಾಖಲೆಗಳೊಂದಿಗೆ</a:t>
            </a:r>
            <a:r>
              <a:rPr lang="en-US" dirty="0" smtClean="0"/>
              <a:t> </a:t>
            </a:r>
            <a:r>
              <a:rPr lang="en-US" dirty="0" err="1" smtClean="0"/>
              <a:t>ಪರಿಶೀಲಿಸಲಾಗಿದೆಯೋ</a:t>
            </a:r>
            <a:r>
              <a:rPr lang="en-US" dirty="0" smtClean="0"/>
              <a:t> ಆ </a:t>
            </a:r>
            <a:r>
              <a:rPr lang="en-US" dirty="0" err="1" smtClean="0"/>
              <a:t>ದಾಖಲೆಗಳನ್ನು</a:t>
            </a:r>
            <a:r>
              <a:rPr lang="en-US" dirty="0" smtClean="0"/>
              <a:t> </a:t>
            </a:r>
            <a:r>
              <a:rPr lang="en-US" dirty="0" err="1" smtClean="0"/>
              <a:t>ಸೂಚಿಸಬೇಕು</a:t>
            </a:r>
            <a:r>
              <a:rPr lang="en-US" dirty="0" smtClean="0"/>
              <a:t> </a:t>
            </a:r>
            <a:r>
              <a:rPr lang="en-US" dirty="0" err="1" smtClean="0"/>
              <a:t>ಪ್ರಸಕ್ತ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 </a:t>
            </a:r>
            <a:r>
              <a:rPr lang="en-US" dirty="0" err="1" smtClean="0"/>
              <a:t>ಅವರು</a:t>
            </a:r>
            <a:r>
              <a:rPr lang="en-US" dirty="0" smtClean="0"/>
              <a:t> </a:t>
            </a:r>
            <a:r>
              <a:rPr lang="en-US" dirty="0" err="1" smtClean="0"/>
              <a:t>ಪರಿಶೀಲಿಸಿದ</a:t>
            </a:r>
            <a:r>
              <a:rPr lang="en-US" dirty="0" smtClean="0"/>
              <a:t> </a:t>
            </a:r>
            <a:r>
              <a:rPr lang="en-US" dirty="0" err="1" smtClean="0"/>
              <a:t>ಮೊದಲ</a:t>
            </a:r>
            <a:r>
              <a:rPr lang="en-US" dirty="0" smtClean="0"/>
              <a:t> </a:t>
            </a:r>
            <a:r>
              <a:rPr lang="en-US" dirty="0" err="1" smtClean="0"/>
              <a:t>ನಮೂದಿಗೂ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ಕೊನೆಯ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  </a:t>
            </a:r>
            <a:r>
              <a:rPr lang="en-US" dirty="0" err="1" smtClean="0"/>
              <a:t>ಪರಿಶೀಲಿಸಲಾಗಿದೆ</a:t>
            </a:r>
            <a:r>
              <a:rPr lang="en-US" dirty="0" smtClean="0"/>
              <a:t> </a:t>
            </a:r>
            <a:r>
              <a:rPr lang="en-US" dirty="0" err="1" smtClean="0"/>
              <a:t>ಎಂದು</a:t>
            </a:r>
            <a:r>
              <a:rPr lang="en-US" dirty="0" smtClean="0"/>
              <a:t> </a:t>
            </a:r>
            <a:r>
              <a:rPr lang="en-US" dirty="0" err="1" smtClean="0"/>
              <a:t>ಪ್ರಮಾಣಿಕರಿಸಿದ</a:t>
            </a:r>
            <a:r>
              <a:rPr lang="en-US" dirty="0" smtClean="0"/>
              <a:t> </a:t>
            </a:r>
            <a:r>
              <a:rPr lang="en-US" dirty="0" err="1" smtClean="0"/>
              <a:t>ಕೊನೆಯ</a:t>
            </a:r>
            <a:r>
              <a:rPr lang="en-US" dirty="0" smtClean="0"/>
              <a:t> </a:t>
            </a:r>
            <a:r>
              <a:rPr lang="en-US" dirty="0" err="1" smtClean="0"/>
              <a:t>ನಮೂದಿನ</a:t>
            </a:r>
            <a:r>
              <a:rPr lang="en-US" dirty="0" smtClean="0"/>
              <a:t> </a:t>
            </a:r>
            <a:r>
              <a:rPr lang="en-US" dirty="0" err="1" smtClean="0"/>
              <a:t>ನಡುವೆ</a:t>
            </a:r>
            <a:r>
              <a:rPr lang="en-US" dirty="0" smtClean="0"/>
              <a:t> </a:t>
            </a:r>
            <a:r>
              <a:rPr lang="en-US" dirty="0" err="1" smtClean="0"/>
              <a:t>ಯಾವ</a:t>
            </a:r>
            <a:r>
              <a:rPr lang="en-US" dirty="0" smtClean="0"/>
              <a:t> </a:t>
            </a:r>
            <a:r>
              <a:rPr lang="en-US" dirty="0" err="1" smtClean="0"/>
              <a:t>ಅಂತರವೂ</a:t>
            </a:r>
            <a:r>
              <a:rPr lang="en-US" dirty="0" smtClean="0"/>
              <a:t> </a:t>
            </a:r>
            <a:r>
              <a:rPr lang="en-US" dirty="0" err="1" smtClean="0"/>
              <a:t>ಇಲ್ಲ</a:t>
            </a:r>
            <a:r>
              <a:rPr lang="en-US" dirty="0" smtClean="0"/>
              <a:t>. </a:t>
            </a:r>
            <a:r>
              <a:rPr lang="en-US" dirty="0" err="1" smtClean="0"/>
              <a:t>ಎಂಬುದನ್ನು</a:t>
            </a:r>
            <a:r>
              <a:rPr lang="en-US" dirty="0" smtClean="0"/>
              <a:t> </a:t>
            </a:r>
            <a:r>
              <a:rPr lang="en-US" dirty="0" err="1" smtClean="0"/>
              <a:t>ಸಹ</a:t>
            </a:r>
            <a:r>
              <a:rPr lang="en-US" dirty="0" smtClean="0"/>
              <a:t> </a:t>
            </a:r>
            <a:r>
              <a:rPr lang="en-US" dirty="0" err="1" smtClean="0"/>
              <a:t>ಅವರು</a:t>
            </a:r>
            <a:r>
              <a:rPr lang="en-US" dirty="0" smtClean="0"/>
              <a:t> </a:t>
            </a:r>
            <a:r>
              <a:rPr lang="en-US" dirty="0" err="1" smtClean="0"/>
              <a:t>ಖಚಿತಪಡಿಸಿಕೊಳ್ಳಬೇಕು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 smtClean="0"/>
              <a:t>18</a:t>
            </a:r>
            <a:r>
              <a:rPr lang="en-US" dirty="0" smtClean="0"/>
              <a:t>. </a:t>
            </a:r>
            <a:r>
              <a:rPr lang="en-US" dirty="0" err="1" smtClean="0"/>
              <a:t>ಅನಿವಾರ್ಯ</a:t>
            </a:r>
            <a:r>
              <a:rPr lang="en-US" dirty="0" smtClean="0"/>
              <a:t> </a:t>
            </a:r>
            <a:r>
              <a:rPr lang="en-US" dirty="0" err="1" smtClean="0"/>
              <a:t>ಕಾರಣಗಳಿಂದಾಗಿ</a:t>
            </a:r>
            <a:r>
              <a:rPr lang="en-US" dirty="0" smtClean="0"/>
              <a:t>, </a:t>
            </a:r>
            <a:r>
              <a:rPr lang="en-US" dirty="0" err="1" smtClean="0"/>
              <a:t>ಸೇವಾ</a:t>
            </a:r>
            <a:r>
              <a:rPr lang="en-US" dirty="0" smtClean="0"/>
              <a:t> </a:t>
            </a:r>
            <a:r>
              <a:rPr lang="en-US" dirty="0" err="1" smtClean="0"/>
              <a:t>ಪುಸ್ತಕವನ್ನು</a:t>
            </a:r>
            <a:r>
              <a:rPr lang="en-US" dirty="0" smtClean="0"/>
              <a:t> </a:t>
            </a:r>
            <a:r>
              <a:rPr lang="en-US" dirty="0" err="1" smtClean="0"/>
              <a:t>ನೌಕರನಿಗೆ</a:t>
            </a:r>
            <a:r>
              <a:rPr lang="en-US" dirty="0" smtClean="0"/>
              <a:t> </a:t>
            </a:r>
            <a:r>
              <a:rPr lang="en-US" dirty="0" err="1" smtClean="0"/>
              <a:t>ತೋರಿಸಲಾಗದೆ</a:t>
            </a:r>
            <a:r>
              <a:rPr lang="en-US" dirty="0" smtClean="0"/>
              <a:t> 10 </a:t>
            </a:r>
            <a:r>
              <a:rPr lang="en-US" dirty="0" err="1" smtClean="0"/>
              <a:t>ನೇ</a:t>
            </a:r>
            <a:r>
              <a:rPr lang="en-US" dirty="0" smtClean="0"/>
              <a:t>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ಅವನ</a:t>
            </a:r>
            <a:r>
              <a:rPr lang="en-US" dirty="0" smtClean="0"/>
              <a:t> </a:t>
            </a:r>
            <a:r>
              <a:rPr lang="en-US" dirty="0" err="1" smtClean="0"/>
              <a:t>ಸಹಿಯನ್ನು</a:t>
            </a:r>
            <a:r>
              <a:rPr lang="en-US" dirty="0" smtClean="0"/>
              <a:t> </a:t>
            </a:r>
            <a:r>
              <a:rPr lang="en-US" dirty="0" err="1" smtClean="0"/>
              <a:t>ಪಡೆಯಲಾಗದಿದ್ದರೆ</a:t>
            </a:r>
            <a:r>
              <a:rPr lang="en-US" dirty="0" smtClean="0"/>
              <a:t>, </a:t>
            </a:r>
            <a:r>
              <a:rPr lang="en-US" dirty="0" err="1" smtClean="0"/>
              <a:t>ಒಂದು</a:t>
            </a:r>
            <a:r>
              <a:rPr lang="en-US" dirty="0" smtClean="0"/>
              <a:t> </a:t>
            </a:r>
            <a:r>
              <a:rPr lang="en-US" dirty="0" err="1" smtClean="0"/>
              <a:t>ಸಂಕ್ಷಿಪ್ತಿಯನ್ನು</a:t>
            </a:r>
            <a:r>
              <a:rPr lang="en-US" dirty="0" smtClean="0"/>
              <a:t> </a:t>
            </a:r>
            <a:r>
              <a:rPr lang="en-US" dirty="0" err="1" smtClean="0"/>
              <a:t>ಅವನ</a:t>
            </a:r>
            <a:r>
              <a:rPr lang="en-US" dirty="0" smtClean="0"/>
              <a:t> </a:t>
            </a:r>
            <a:r>
              <a:rPr lang="en-US" dirty="0" err="1" smtClean="0"/>
              <a:t>ತಿಳುವಳಿಕೆಗಾಗಿ</a:t>
            </a:r>
            <a:r>
              <a:rPr lang="en-US" dirty="0" smtClean="0"/>
              <a:t> </a:t>
            </a:r>
            <a:r>
              <a:rPr lang="en-US" dirty="0" err="1" smtClean="0"/>
              <a:t>ವಿಯಮಿತ</a:t>
            </a:r>
            <a:r>
              <a:rPr lang="en-US" dirty="0" smtClean="0"/>
              <a:t> </a:t>
            </a:r>
            <a:r>
              <a:rPr lang="en-US" dirty="0" err="1" smtClean="0"/>
              <a:t>ನಮೂನೆಯಲ್ಲಿ</a:t>
            </a:r>
            <a:r>
              <a:rPr lang="en-US" dirty="0" smtClean="0"/>
              <a:t> </a:t>
            </a:r>
            <a:r>
              <a:rPr lang="en-US" dirty="0" err="1" smtClean="0"/>
              <a:t>ಕಳುಹಿಸಿ</a:t>
            </a:r>
            <a:r>
              <a:rPr lang="en-US" dirty="0" smtClean="0"/>
              <a:t> </a:t>
            </a:r>
            <a:r>
              <a:rPr lang="en-US" dirty="0" err="1" smtClean="0"/>
              <a:t>ಅದು</a:t>
            </a:r>
            <a:r>
              <a:rPr lang="en-US" dirty="0" smtClean="0"/>
              <a:t> </a:t>
            </a:r>
            <a:r>
              <a:rPr lang="en-US" dirty="0" err="1" smtClean="0"/>
              <a:t>ನೌಕರನಿಗೆ</a:t>
            </a:r>
            <a:r>
              <a:rPr lang="en-US" dirty="0" smtClean="0"/>
              <a:t> </a:t>
            </a:r>
            <a:r>
              <a:rPr lang="en-US" dirty="0" err="1" smtClean="0"/>
              <a:t>ತಲುಪಿದ</a:t>
            </a:r>
            <a:r>
              <a:rPr lang="en-US" dirty="0" smtClean="0"/>
              <a:t> </a:t>
            </a:r>
            <a:r>
              <a:rPr lang="en-US" dirty="0" err="1" smtClean="0"/>
              <a:t>ಬಗ್ಗೆ</a:t>
            </a:r>
            <a:r>
              <a:rPr lang="en-US" dirty="0" smtClean="0"/>
              <a:t> </a:t>
            </a:r>
            <a:r>
              <a:rPr lang="en-US" dirty="0" err="1" smtClean="0"/>
              <a:t>ತಲುಪೊಪ್ಪಿಗೆಯೊಂದಿಗೆ</a:t>
            </a:r>
            <a:r>
              <a:rPr lang="en-US" dirty="0" smtClean="0"/>
              <a:t> </a:t>
            </a:r>
            <a:r>
              <a:rPr lang="en-US" dirty="0" err="1" smtClean="0"/>
              <a:t>ಹಿಂದಕ್ಕೆ</a:t>
            </a:r>
            <a:r>
              <a:rPr lang="en-US" dirty="0" smtClean="0"/>
              <a:t> </a:t>
            </a:r>
            <a:r>
              <a:rPr lang="en-US" dirty="0" err="1" smtClean="0"/>
              <a:t>ಪಡೆಯತಕ್ಕದ್ದು</a:t>
            </a:r>
            <a:r>
              <a:rPr lang="en-US" dirty="0" smtClean="0"/>
              <a:t>, </a:t>
            </a:r>
            <a:r>
              <a:rPr lang="en-US" dirty="0" err="1" smtClean="0"/>
              <a:t>ತಲುಪೊಪ್ಪಿಗೆಯನ್ನು</a:t>
            </a:r>
            <a:r>
              <a:rPr lang="en-US" dirty="0" smtClean="0"/>
              <a:t> </a:t>
            </a:r>
            <a:r>
              <a:rPr lang="en-US" dirty="0" err="1" smtClean="0"/>
              <a:t>ಪಡೆದ</a:t>
            </a:r>
            <a:r>
              <a:rPr lang="en-US" dirty="0" smtClean="0"/>
              <a:t> </a:t>
            </a:r>
            <a:r>
              <a:rPr lang="en-US" dirty="0" err="1" smtClean="0"/>
              <a:t>ನಂತರ</a:t>
            </a:r>
            <a:r>
              <a:rPr lang="en-US" dirty="0" smtClean="0"/>
              <a:t> </a:t>
            </a:r>
            <a:r>
              <a:rPr lang="en-US" dirty="0" err="1" smtClean="0"/>
              <a:t>ಅದನ್ನು</a:t>
            </a:r>
            <a:r>
              <a:rPr lang="en-US" dirty="0" smtClean="0"/>
              <a:t> </a:t>
            </a:r>
            <a:r>
              <a:rPr lang="en-US" dirty="0" err="1" smtClean="0"/>
              <a:t>ಸೇವಾ</a:t>
            </a:r>
            <a:r>
              <a:rPr lang="en-US" dirty="0" smtClean="0"/>
              <a:t> </a:t>
            </a:r>
            <a:r>
              <a:rPr lang="en-US" dirty="0" err="1" smtClean="0"/>
              <a:t>ಮಸ್ತಕದ</a:t>
            </a:r>
            <a:r>
              <a:rPr lang="en-US" dirty="0" smtClean="0"/>
              <a:t> </a:t>
            </a:r>
            <a:r>
              <a:rPr lang="en-US" dirty="0" err="1" smtClean="0"/>
              <a:t>ಸಂಪುಟ</a:t>
            </a:r>
            <a:r>
              <a:rPr lang="en-US" dirty="0" smtClean="0"/>
              <a:t> 11ರಲ್ಲಿ </a:t>
            </a:r>
            <a:r>
              <a:rPr lang="en-US" dirty="0" err="1" smtClean="0"/>
              <a:t>ಇಡಬೇಕಾಗುತ್ತದೆ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19. 1ರಿಂದ 5 ರ </a:t>
            </a:r>
            <a:r>
              <a:rPr lang="en-US" dirty="0" err="1" smtClean="0"/>
              <a:t>ವರೆಗಿನ</a:t>
            </a:r>
            <a:r>
              <a:rPr lang="en-US" dirty="0" smtClean="0"/>
              <a:t> </a:t>
            </a:r>
            <a:r>
              <a:rPr lang="en-US" dirty="0" err="1" smtClean="0"/>
              <a:t>ಅಂಕಣದಲ್ಲಿನ</a:t>
            </a:r>
            <a:r>
              <a:rPr lang="en-US" dirty="0" smtClean="0"/>
              <a:t> </a:t>
            </a:r>
            <a:r>
              <a:rPr lang="en-US" dirty="0" err="1" smtClean="0"/>
              <a:t>ನಮೂದುಗಳಿಗೆ</a:t>
            </a:r>
            <a:r>
              <a:rPr lang="en-US" dirty="0" smtClean="0"/>
              <a:t> </a:t>
            </a:r>
            <a:r>
              <a:rPr lang="en-US" dirty="0" err="1" smtClean="0"/>
              <a:t>ಬಾಧಕವಾಗದಂಥ</a:t>
            </a:r>
            <a:r>
              <a:rPr lang="en-US" dirty="0" smtClean="0"/>
              <a:t>, </a:t>
            </a:r>
            <a:r>
              <a:rPr lang="en-US" dirty="0" err="1" smtClean="0"/>
              <a:t>ವೇತನ</a:t>
            </a:r>
            <a:r>
              <a:rPr lang="en-US" dirty="0" smtClean="0"/>
              <a:t> </a:t>
            </a:r>
            <a:r>
              <a:rPr lang="en-US" dirty="0" err="1" smtClean="0"/>
              <a:t>ಬಡ್ತಿಯನ್ನು</a:t>
            </a:r>
            <a:r>
              <a:rPr lang="en-US" dirty="0" smtClean="0"/>
              <a:t> </a:t>
            </a:r>
            <a:r>
              <a:rPr lang="en-US" dirty="0" err="1" smtClean="0"/>
              <a:t>ನಿಲ್ಲಿಸಿರುವಂಥ</a:t>
            </a:r>
            <a:r>
              <a:rPr lang="en-US" dirty="0" smtClean="0"/>
              <a:t> </a:t>
            </a:r>
            <a:r>
              <a:rPr lang="en-US" dirty="0" err="1" smtClean="0"/>
              <a:t>ಘಟನೆಗಳನ್ನು</a:t>
            </a:r>
            <a:r>
              <a:rPr lang="en-US" dirty="0" smtClean="0"/>
              <a:t> 11 </a:t>
            </a:r>
            <a:r>
              <a:rPr lang="en-US" dirty="0" err="1" smtClean="0"/>
              <a:t>ನೇ</a:t>
            </a:r>
            <a:r>
              <a:rPr lang="en-US" dirty="0" smtClean="0"/>
              <a:t> </a:t>
            </a:r>
            <a:r>
              <a:rPr lang="en-US" dirty="0" err="1" smtClean="0"/>
              <a:t>ಅಂಕಣದಲ್ಲಿ</a:t>
            </a:r>
            <a:r>
              <a:rPr lang="en-US" dirty="0" smtClean="0"/>
              <a:t> </a:t>
            </a:r>
            <a:r>
              <a:rPr lang="en-US" dirty="0" err="1" smtClean="0"/>
              <a:t>ಸಂಕ್ಷಿಪ್ತವಾಗಿ</a:t>
            </a:r>
            <a:r>
              <a:rPr lang="en-US" dirty="0" smtClean="0"/>
              <a:t> </a:t>
            </a:r>
            <a:r>
              <a:rPr lang="en-US" dirty="0" err="1" smtClean="0"/>
              <a:t>ಸೂಚಿಸಬೇಕಾಗುತ್ತದೆ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198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b="1" dirty="0" err="1" smtClean="0"/>
              <a:t>ಭಾಗ</a:t>
            </a:r>
            <a:r>
              <a:rPr lang="en-US" b="1" dirty="0" smtClean="0"/>
              <a:t>- V</a:t>
            </a:r>
          </a:p>
          <a:p>
            <a:pPr algn="ctr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20. </a:t>
            </a:r>
            <a:r>
              <a:rPr lang="en-US" dirty="0" err="1" smtClean="0"/>
              <a:t>ಎಲ್ಲ</a:t>
            </a:r>
            <a:r>
              <a:rPr lang="en-US" dirty="0" smtClean="0"/>
              <a:t> </a:t>
            </a:r>
            <a:r>
              <a:rPr lang="en-US" dirty="0" err="1" smtClean="0"/>
              <a:t>ರೀತಿಯ</a:t>
            </a:r>
            <a:r>
              <a:rPr lang="en-US" dirty="0" smtClean="0"/>
              <a:t> </a:t>
            </a:r>
            <a:r>
              <a:rPr lang="en-US" dirty="0" err="1" smtClean="0"/>
              <a:t>ರಜೆಯನ್ನು</a:t>
            </a:r>
            <a:r>
              <a:rPr lang="en-US" dirty="0" smtClean="0"/>
              <a:t> </a:t>
            </a:r>
            <a:r>
              <a:rPr lang="en-US" dirty="0" err="1" smtClean="0"/>
              <a:t>ಕ್ರಮಬದ್ಧಗೊಳಿಸಲು</a:t>
            </a:r>
            <a:r>
              <a:rPr lang="en-US" dirty="0" smtClean="0"/>
              <a:t> </a:t>
            </a:r>
            <a:r>
              <a:rPr lang="en-US" dirty="0" err="1" smtClean="0"/>
              <a:t>ಕರ್ನಾಟಕ</a:t>
            </a:r>
            <a:r>
              <a:rPr lang="en-US" dirty="0" smtClean="0"/>
              <a:t> </a:t>
            </a:r>
            <a:r>
              <a:rPr lang="en-US" dirty="0" err="1" smtClean="0"/>
              <a:t>ಸಿವಿಲ್</a:t>
            </a:r>
            <a:r>
              <a:rPr lang="en-US" dirty="0" smtClean="0"/>
              <a:t> </a:t>
            </a:r>
            <a:r>
              <a:rPr lang="en-US" dirty="0" err="1" smtClean="0"/>
              <a:t>ಸೇವಾ</a:t>
            </a:r>
            <a:r>
              <a:rPr lang="en-US" dirty="0" smtClean="0"/>
              <a:t> </a:t>
            </a:r>
            <a:r>
              <a:rPr lang="en-US" dirty="0" err="1" smtClean="0"/>
              <a:t>ನಿಯಮಗಳ</a:t>
            </a:r>
            <a:r>
              <a:rPr lang="en-US" dirty="0" smtClean="0"/>
              <a:t> </a:t>
            </a:r>
            <a:r>
              <a:rPr lang="en-US" dirty="0" err="1" smtClean="0"/>
              <a:t>ಉಪಬಂಧಗಳನ್ನು</a:t>
            </a:r>
            <a:r>
              <a:rPr lang="en-US" dirty="0" smtClean="0"/>
              <a:t> </a:t>
            </a:r>
            <a:r>
              <a:rPr lang="en-US" dirty="0" err="1" smtClean="0"/>
              <a:t>ಅನುಸರಿಸತಕ್ಕದ್ದು</a:t>
            </a:r>
            <a:r>
              <a:rPr lang="en-US" dirty="0" smtClean="0"/>
              <a:t>,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21 </a:t>
            </a:r>
            <a:r>
              <a:rPr lang="en-US" dirty="0" err="1" smtClean="0"/>
              <a:t>ಎಲ್ಲ</a:t>
            </a:r>
            <a:r>
              <a:rPr lang="en-US" dirty="0" smtClean="0"/>
              <a:t> </a:t>
            </a:r>
            <a:r>
              <a:rPr lang="en-US" dirty="0" err="1" smtClean="0"/>
              <a:t>ರೀತಿಯ</a:t>
            </a:r>
            <a:r>
              <a:rPr lang="en-US" dirty="0" smtClean="0"/>
              <a:t> </a:t>
            </a:r>
            <a:r>
              <a:rPr lang="en-US" dirty="0" err="1" smtClean="0"/>
              <a:t>ರಜೆಯನ್ನು</a:t>
            </a:r>
            <a:r>
              <a:rPr lang="en-US" dirty="0" smtClean="0"/>
              <a:t> </a:t>
            </a:r>
            <a:r>
              <a:rPr lang="en-US" dirty="0" err="1" smtClean="0"/>
              <a:t>ದಿನಗಳಲ್ಲಿ</a:t>
            </a:r>
            <a:r>
              <a:rPr lang="en-US" dirty="0" smtClean="0"/>
              <a:t> </a:t>
            </a:r>
            <a:r>
              <a:rPr lang="en-US" dirty="0" err="1" smtClean="0"/>
              <a:t>ವ್ಯಕ್ತಪಡಿಸಬೇಕು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22. </a:t>
            </a:r>
            <a:r>
              <a:rPr lang="en-US" dirty="0" err="1" smtClean="0"/>
              <a:t>ಒಟ್ಟುಗೂಡುಬಹುದಾದ</a:t>
            </a:r>
            <a:r>
              <a:rPr lang="en-US" dirty="0" smtClean="0"/>
              <a:t> </a:t>
            </a:r>
            <a:r>
              <a:rPr lang="en-US" dirty="0" err="1" smtClean="0"/>
              <a:t>ಗಳಿಕೆ</a:t>
            </a:r>
            <a:r>
              <a:rPr lang="en-US" dirty="0" smtClean="0"/>
              <a:t> </a:t>
            </a:r>
            <a:r>
              <a:rPr lang="en-US" dirty="0" err="1" smtClean="0"/>
              <a:t>ರಜೆಯ</a:t>
            </a:r>
            <a:r>
              <a:rPr lang="en-US" dirty="0" smtClean="0"/>
              <a:t> </a:t>
            </a:r>
            <a:r>
              <a:rPr lang="en-US" dirty="0" err="1" smtClean="0"/>
              <a:t>ಗರಿಷ್ಠ</a:t>
            </a:r>
            <a:r>
              <a:rPr lang="en-US" dirty="0" smtClean="0"/>
              <a:t> </a:t>
            </a:r>
            <a:r>
              <a:rPr lang="en-US" dirty="0" err="1" smtClean="0"/>
              <a:t>ಮಿತಿಯು</a:t>
            </a:r>
            <a:r>
              <a:rPr lang="en-US" dirty="0" smtClean="0"/>
              <a:t> 240 </a:t>
            </a:r>
            <a:r>
              <a:rPr lang="en-US" dirty="0" err="1" smtClean="0"/>
              <a:t>ದಿನಗಳು</a:t>
            </a:r>
            <a:r>
              <a:rPr lang="en-US" dirty="0" smtClean="0"/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23. </a:t>
            </a:r>
            <a:r>
              <a:rPr lang="en-US" dirty="0" err="1" smtClean="0"/>
              <a:t>ಅಸಾಧಾರಣ</a:t>
            </a:r>
            <a:r>
              <a:rPr lang="en-US" dirty="0" smtClean="0"/>
              <a:t> </a:t>
            </a:r>
            <a:r>
              <a:rPr lang="en-US" dirty="0" err="1" smtClean="0"/>
              <a:t>ರಜೆಯ</a:t>
            </a:r>
            <a:r>
              <a:rPr lang="en-US" dirty="0" smtClean="0"/>
              <a:t> </a:t>
            </a:r>
            <a:r>
              <a:rPr lang="en-US" dirty="0" err="1" smtClean="0"/>
              <a:t>ಅವಧಿಯನ್ನು</a:t>
            </a:r>
            <a:r>
              <a:rPr lang="en-US" dirty="0" smtClean="0"/>
              <a:t> </a:t>
            </a:r>
            <a:r>
              <a:rPr lang="en-US" dirty="0" err="1" smtClean="0"/>
              <a:t>ಕೆಂಪು</a:t>
            </a:r>
            <a:r>
              <a:rPr lang="en-US" dirty="0" smtClean="0"/>
              <a:t> </a:t>
            </a:r>
            <a:r>
              <a:rPr lang="en-US" dirty="0" err="1" smtClean="0"/>
              <a:t>ಶಾಯಿಯಲ್ಲಿ</a:t>
            </a:r>
            <a:r>
              <a:rPr lang="en-US" dirty="0" smtClean="0"/>
              <a:t> </a:t>
            </a:r>
            <a:r>
              <a:rPr lang="en-US" dirty="0" err="1" smtClean="0"/>
              <a:t>ಸೂಚಿಸಬೇಕು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91200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4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** </a:t>
            </a:r>
            <a:r>
              <a:rPr lang="en-US" sz="4400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ಧನ್ಯವಾದಗಳು</a:t>
            </a:r>
            <a:r>
              <a:rPr lang="en-US" sz="4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**</a:t>
            </a:r>
            <a:endParaRPr lang="en-US" sz="4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5-Point Star 5"/>
          <p:cNvSpPr/>
          <p:nvPr/>
        </p:nvSpPr>
        <p:spPr>
          <a:xfrm flipV="1">
            <a:off x="2057400" y="3962400"/>
            <a:ext cx="4953000" cy="838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edg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298</TotalTime>
  <Words>674</Words>
  <Application>Microsoft Office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Foundry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ACER</cp:lastModifiedBy>
  <cp:revision>31</cp:revision>
  <dcterms:created xsi:type="dcterms:W3CDTF">2006-08-16T00:00:00Z</dcterms:created>
  <dcterms:modified xsi:type="dcterms:W3CDTF">2026-05-20T12:45:56Z</dcterms:modified>
</cp:coreProperties>
</file>