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1600200"/>
          </a:xfrm>
        </p:spPr>
        <p:txBody>
          <a:bodyPr>
            <a:normAutofit/>
          </a:bodyPr>
          <a:lstStyle/>
          <a:p>
            <a:r>
              <a:rPr lang="kn-IN" sz="5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ಪತ್ರ </a:t>
            </a:r>
            <a:r>
              <a:rPr lang="kn-IN" sz="5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ತಯಾರಿಸುವ ಕ್ರಮ</a:t>
            </a:r>
            <a:endParaRPr lang="en-US" sz="5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62063"/>
            <a:ext cx="8229600" cy="621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878" y="0"/>
            <a:ext cx="8215922" cy="655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57200"/>
            <a:ext cx="6934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3352800"/>
            <a:ext cx="7315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"/>
            <a:ext cx="8229600" cy="6526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On-screen Show (4:3)</PresentationFormat>
  <Paragraphs>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ಪತ್ರ ತಯಾರಿಸುವ ಕ್ರಮ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ಪತ್ರ ತಯಾರಿಸುವ ಕ್ರಮ</dc:title>
  <dc:creator>ACER</dc:creator>
  <cp:lastModifiedBy>ACER</cp:lastModifiedBy>
  <cp:revision>1</cp:revision>
  <dcterms:created xsi:type="dcterms:W3CDTF">2006-08-16T00:00:00Z</dcterms:created>
  <dcterms:modified xsi:type="dcterms:W3CDTF">2026-08-11T09:33:42Z</dcterms:modified>
</cp:coreProperties>
</file>