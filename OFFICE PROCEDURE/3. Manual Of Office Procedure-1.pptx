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36"/>
  </p:notesMasterIdLst>
  <p:sldIdLst>
    <p:sldId id="257" r:id="rId2"/>
    <p:sldId id="258" r:id="rId3"/>
    <p:sldId id="262" r:id="rId4"/>
    <p:sldId id="263" r:id="rId5"/>
    <p:sldId id="264" r:id="rId6"/>
    <p:sldId id="266" r:id="rId7"/>
    <p:sldId id="267" r:id="rId8"/>
    <p:sldId id="268" r:id="rId9"/>
    <p:sldId id="269" r:id="rId10"/>
    <p:sldId id="270" r:id="rId11"/>
    <p:sldId id="271" r:id="rId12"/>
    <p:sldId id="273" r:id="rId13"/>
    <p:sldId id="274" r:id="rId14"/>
    <p:sldId id="276" r:id="rId15"/>
    <p:sldId id="275" r:id="rId16"/>
    <p:sldId id="277" r:id="rId17"/>
    <p:sldId id="279" r:id="rId18"/>
    <p:sldId id="278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2" r:id="rId31"/>
    <p:sldId id="293" r:id="rId32"/>
    <p:sldId id="306" r:id="rId33"/>
    <p:sldId id="299" r:id="rId34"/>
    <p:sldId id="304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5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2B557-B4F5-4A81-835D-0E55700F4C56}" type="datetimeFigureOut">
              <a:rPr lang="en-IN" smtClean="0"/>
              <a:t>09-08-2021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57227-D562-452B-8454-FD3AF5B6F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249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Nudi 01 e" pitchFamily="2" charset="0"/>
              </a:rPr>
              <a:t>ಜಿ.ರಾಜೇಶ್</a:t>
            </a:r>
            <a:endParaRPr lang="en-IN" dirty="0">
              <a:latin typeface="Nudi 01 e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857227-D562-452B-8454-FD3AF5B6F1DA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06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263C818-79D6-495B-AFC5-B643B1D11D27}" type="datetimeFigureOut">
              <a:rPr lang="en-IN" smtClean="0"/>
              <a:pPr/>
              <a:t>09-08-2021</a:t>
            </a:fld>
            <a:endParaRPr lang="en-IN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C818-79D6-495B-AFC5-B643B1D11D27}" type="datetimeFigureOut">
              <a:rPr lang="en-IN" smtClean="0"/>
              <a:pPr/>
              <a:t>09-08-2021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263C818-79D6-495B-AFC5-B643B1D11D27}" type="datetimeFigureOut">
              <a:rPr lang="en-IN" smtClean="0"/>
              <a:pPr/>
              <a:t>09-08-2021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C818-79D6-495B-AFC5-B643B1D11D27}" type="datetimeFigureOut">
              <a:rPr lang="en-IN" smtClean="0"/>
              <a:pPr/>
              <a:t>09-08-2021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C818-79D6-495B-AFC5-B643B1D11D27}" type="datetimeFigureOut">
              <a:rPr lang="en-IN" smtClean="0"/>
              <a:pPr/>
              <a:t>09-08-2021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C818-79D6-495B-AFC5-B643B1D11D27}" type="datetimeFigureOut">
              <a:rPr lang="en-IN" smtClean="0"/>
              <a:pPr/>
              <a:t>09-08-2021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263C818-79D6-495B-AFC5-B643B1D11D27}" type="datetimeFigureOut">
              <a:rPr lang="en-IN" smtClean="0"/>
              <a:pPr/>
              <a:t>09-08-2021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C818-79D6-495B-AFC5-B643B1D11D27}" type="datetimeFigureOut">
              <a:rPr lang="en-IN" smtClean="0"/>
              <a:pPr/>
              <a:t>09-08-2021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C818-79D6-495B-AFC5-B643B1D11D27}" type="datetimeFigureOut">
              <a:rPr lang="en-IN" smtClean="0"/>
              <a:pPr/>
              <a:t>09-08-2021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C818-79D6-495B-AFC5-B643B1D11D27}" type="datetimeFigureOut">
              <a:rPr lang="en-IN" smtClean="0"/>
              <a:pPr/>
              <a:t>09-08-2021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1263C818-79D6-495B-AFC5-B643B1D11D27}" type="datetimeFigureOut">
              <a:rPr lang="en-IN" smtClean="0"/>
              <a:pPr/>
              <a:t>09-08-2021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263C818-79D6-495B-AFC5-B643B1D11D27}" type="datetimeFigureOut">
              <a:rPr lang="en-IN" smtClean="0"/>
              <a:pPr/>
              <a:t>09-08-2021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594" y="-15158"/>
            <a:ext cx="8856984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3995936" y="6093296"/>
            <a:ext cx="597666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 smtClean="0">
                <a:latin typeface="Nudi 01 e" pitchFamily="2" charset="0"/>
              </a:rPr>
              <a:t>ಜಿ</a:t>
            </a:r>
            <a:r>
              <a:rPr lang="en-US" sz="3200" dirty="0" smtClean="0">
                <a:latin typeface="Nudi 01 e" pitchFamily="2" charset="0"/>
              </a:rPr>
              <a:t>. </a:t>
            </a:r>
            <a:r>
              <a:rPr lang="en-US" sz="3200" dirty="0" err="1">
                <a:latin typeface="Nudi 01 e" pitchFamily="2" charset="0"/>
              </a:rPr>
              <a:t>ರಾಜೇಶ್</a:t>
            </a:r>
            <a:r>
              <a:rPr lang="en-US" sz="3200" dirty="0">
                <a:latin typeface="Nudi 01 e" pitchFamily="2" charset="0"/>
              </a:rPr>
              <a:t>,</a:t>
            </a:r>
          </a:p>
          <a:p>
            <a:endParaRPr lang="en-US" sz="3200" dirty="0">
              <a:latin typeface="Nudi 01 e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24178BE-E9BB-4AFB-91DA-A83E6E259280}"/>
              </a:ext>
            </a:extLst>
          </p:cNvPr>
          <p:cNvSpPr/>
          <p:nvPr/>
        </p:nvSpPr>
        <p:spPr>
          <a:xfrm>
            <a:off x="5868144" y="6093296"/>
            <a:ext cx="39877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NudiParijatha" panose="03080802040302020200" pitchFamily="66" charset="0"/>
              </a:rPr>
              <a:t> </a:t>
            </a:r>
            <a:r>
              <a:rPr lang="kn-IN" sz="3200" dirty="0">
                <a:solidFill>
                  <a:srgbClr val="000000"/>
                </a:solidFill>
                <a:latin typeface="NudiParijatha" panose="03080802040302020200" pitchFamily="66" charset="0"/>
              </a:rPr>
              <a:t>ಉಪ</a:t>
            </a:r>
            <a:r>
              <a:rPr lang="kn-IN" dirty="0">
                <a:solidFill>
                  <a:srgbClr val="000000"/>
                </a:solidFill>
                <a:latin typeface="NudiParijatha" panose="03080802040302020200" pitchFamily="66" charset="0"/>
              </a:rPr>
              <a:t> </a:t>
            </a:r>
            <a:r>
              <a:rPr lang="kn-IN" sz="3200" dirty="0">
                <a:solidFill>
                  <a:srgbClr val="000000"/>
                </a:solidFill>
                <a:latin typeface="NudiParijatha" panose="03080802040302020200" pitchFamily="66" charset="0"/>
              </a:rPr>
              <a:t>ಪ್ರಾಚಾರ್ಯರು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01882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21295"/>
            <a:ext cx="7920880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0435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20688"/>
            <a:ext cx="756084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1422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95312"/>
            <a:ext cx="7632848" cy="566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6461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81038"/>
            <a:ext cx="7128792" cy="549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859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95313"/>
            <a:ext cx="7920880" cy="566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7164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666750"/>
            <a:ext cx="7848873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5902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52463"/>
            <a:ext cx="7632848" cy="555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0031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619125"/>
            <a:ext cx="7848873" cy="561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9543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64704"/>
            <a:ext cx="7992888" cy="549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0087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690563"/>
            <a:ext cx="7992889" cy="547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2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809625"/>
            <a:ext cx="7704856" cy="523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5829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619125"/>
            <a:ext cx="7848873" cy="561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715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95313"/>
            <a:ext cx="7848873" cy="566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6054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4238"/>
            <a:ext cx="9639300" cy="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36712"/>
            <a:ext cx="7488832" cy="558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299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25" y="216496"/>
            <a:ext cx="5076564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337940"/>
            <a:ext cx="2599535" cy="219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699" y="3710425"/>
            <a:ext cx="2418702" cy="1826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86" y="1844824"/>
            <a:ext cx="5119004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3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29" y="3140968"/>
            <a:ext cx="5252976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4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725144"/>
            <a:ext cx="5328593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0886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51993"/>
            <a:ext cx="5688632" cy="2644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51993"/>
            <a:ext cx="1944217" cy="2299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996952"/>
            <a:ext cx="5952529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8103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64" y="976312"/>
            <a:ext cx="7920880" cy="490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3491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7848872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4366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48680"/>
            <a:ext cx="7416824" cy="546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0169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9652"/>
            <a:ext cx="7848872" cy="3773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982973"/>
            <a:ext cx="6191250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2" y="5013176"/>
            <a:ext cx="6286500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7835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35472"/>
            <a:ext cx="8029400" cy="550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6256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16854"/>
            <a:ext cx="7560840" cy="516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6965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00371"/>
            <a:ext cx="7920880" cy="50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8943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20688"/>
            <a:ext cx="4905375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-6289"/>
            <a:ext cx="3096344" cy="2985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56992"/>
            <a:ext cx="7920880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1162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892" y="1485155"/>
            <a:ext cx="2609013" cy="44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76672"/>
            <a:ext cx="751434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88840"/>
            <a:ext cx="5256584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946507"/>
            <a:ext cx="161925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712" y="3956032"/>
            <a:ext cx="1600200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5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279" y="3999755"/>
            <a:ext cx="1647825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3647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20688"/>
            <a:ext cx="7920880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013176"/>
            <a:ext cx="7920880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5871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928688"/>
            <a:ext cx="7819159" cy="500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1413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5162"/>
            <a:ext cx="7776864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2636912"/>
            <a:ext cx="7992888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08410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75" y="2602036"/>
            <a:ext cx="4514850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76672"/>
            <a:ext cx="356235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1556753"/>
      </p:ext>
    </p:extLst>
  </p:cSld>
  <p:clrMapOvr>
    <a:masterClrMapping/>
  </p:clrMapOvr>
  <p:transition>
    <p:wheel spokes="8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72816"/>
            <a:ext cx="5238750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3573016"/>
            <a:ext cx="4555529" cy="2759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76672"/>
            <a:ext cx="356235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9024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990600"/>
            <a:ext cx="7426027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4887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866775"/>
            <a:ext cx="7703393" cy="512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10226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15816" y="2132856"/>
            <a:ext cx="26642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Nudi 01 e" pitchFamily="2" charset="0"/>
              </a:rPr>
              <a:t>ಜಿ.ರಾಜೇಶ್</a:t>
            </a:r>
            <a:r>
              <a:rPr lang="en-US" dirty="0">
                <a:latin typeface="Nudi 01 e" pitchFamily="2" charset="0"/>
              </a:rPr>
              <a:t>, </a:t>
            </a:r>
            <a:r>
              <a:rPr lang="en-US" dirty="0" err="1" smtClean="0">
                <a:latin typeface="Nudi 01 e" pitchFamily="2" charset="0"/>
              </a:rPr>
              <a:t>ಉಪಪ್ರಾಚಾರ್ಯರು</a:t>
            </a:r>
            <a:endParaRPr lang="en-US" dirty="0">
              <a:latin typeface="Nudi 01 e" pitchFamily="2" charset="0"/>
            </a:endParaRPr>
          </a:p>
          <a:p>
            <a:pPr algn="ctr"/>
            <a:r>
              <a:rPr lang="en-US" dirty="0" err="1">
                <a:latin typeface="Nudi 01 e" pitchFamily="2" charset="0"/>
              </a:rPr>
              <a:t>ಜಿಲ್ಲಾ</a:t>
            </a:r>
            <a:r>
              <a:rPr lang="en-US" dirty="0">
                <a:latin typeface="Nudi 01 e" pitchFamily="2" charset="0"/>
              </a:rPr>
              <a:t> </a:t>
            </a:r>
            <a:r>
              <a:rPr lang="en-US" dirty="0" err="1">
                <a:latin typeface="Nudi 01 e" pitchFamily="2" charset="0"/>
              </a:rPr>
              <a:t>ತರಬೇತಿ</a:t>
            </a:r>
            <a:r>
              <a:rPr lang="en-US" dirty="0">
                <a:latin typeface="Nudi 01 e" pitchFamily="2" charset="0"/>
              </a:rPr>
              <a:t> </a:t>
            </a:r>
            <a:r>
              <a:rPr lang="en-US" dirty="0" err="1">
                <a:latin typeface="Nudi 01 e" pitchFamily="2" charset="0"/>
              </a:rPr>
              <a:t>ಸಂಸ್ತೆ</a:t>
            </a:r>
            <a:endParaRPr lang="en-US" dirty="0">
              <a:latin typeface="Nudi 01 e" pitchFamily="2" charset="0"/>
            </a:endParaRPr>
          </a:p>
          <a:p>
            <a:pPr algn="ctr"/>
            <a:r>
              <a:rPr lang="en-US" dirty="0" err="1">
                <a:latin typeface="Nudi 01 e" pitchFamily="2" charset="0"/>
              </a:rPr>
              <a:t>ಚಿಕ್ಕಮಗಳೂರು</a:t>
            </a:r>
            <a:r>
              <a:rPr lang="en-US" dirty="0">
                <a:latin typeface="Nudi 01 e" pitchFamily="2" charset="0"/>
              </a:rPr>
              <a:t>, </a:t>
            </a:r>
            <a:endParaRPr lang="en-IN" dirty="0">
              <a:latin typeface="Nudi 01 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8745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353</TotalTime>
  <Words>17</Words>
  <Application>Microsoft Office PowerPoint</Application>
  <PresentationFormat>On-screen Show (4:3)</PresentationFormat>
  <Paragraphs>7</Paragraphs>
  <Slides>34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Opulent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ADMIN</cp:lastModifiedBy>
  <cp:revision>33</cp:revision>
  <dcterms:created xsi:type="dcterms:W3CDTF">2017-06-22T02:09:44Z</dcterms:created>
  <dcterms:modified xsi:type="dcterms:W3CDTF">2021-08-09T04:56:55Z</dcterms:modified>
</cp:coreProperties>
</file>