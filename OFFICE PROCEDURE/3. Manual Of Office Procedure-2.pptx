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18"/>
  </p:notesMasterIdLst>
  <p:sldIdLst>
    <p:sldId id="257" r:id="rId2"/>
    <p:sldId id="308" r:id="rId3"/>
    <p:sldId id="276" r:id="rId4"/>
    <p:sldId id="275" r:id="rId5"/>
    <p:sldId id="277" r:id="rId6"/>
    <p:sldId id="309" r:id="rId7"/>
    <p:sldId id="286" r:id="rId8"/>
    <p:sldId id="287" r:id="rId9"/>
    <p:sldId id="288" r:id="rId10"/>
    <p:sldId id="289" r:id="rId11"/>
    <p:sldId id="290" r:id="rId12"/>
    <p:sldId id="292" r:id="rId13"/>
    <p:sldId id="293" r:id="rId14"/>
    <p:sldId id="306" r:id="rId15"/>
    <p:sldId id="299" r:id="rId16"/>
    <p:sldId id="307" r:id="rId17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EF2B557-B4F5-4A81-835D-0E55700F4C56}" type="datetimeFigureOut">
              <a:rPr lang="en-IN" smtClean="0"/>
              <a:pPr/>
              <a:t>10-08-2026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B857227-D562-452B-8454-FD3AF5B6F1D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574249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1263C818-79D6-495B-AFC5-B643B1D11D27}" type="datetimeFigureOut">
              <a:rPr lang="en-IN" smtClean="0"/>
              <a:pPr/>
              <a:t>10-08-2026</a:t>
            </a:fld>
            <a:endParaRPr lang="en-IN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64A32877-DC86-4F4A-ADAF-AE1FF4843E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C818-79D6-495B-AFC5-B643B1D11D27}" type="datetimeFigureOut">
              <a:rPr lang="en-IN" smtClean="0"/>
              <a:pPr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32877-DC86-4F4A-ADAF-AE1FF4843E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263C818-79D6-495B-AFC5-B643B1D11D27}" type="datetimeFigureOut">
              <a:rPr lang="en-IN" smtClean="0"/>
              <a:pPr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64A32877-DC86-4F4A-ADAF-AE1FF4843E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C818-79D6-495B-AFC5-B643B1D11D27}" type="datetimeFigureOut">
              <a:rPr lang="en-IN" smtClean="0"/>
              <a:pPr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32877-DC86-4F4A-ADAF-AE1FF4843E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C818-79D6-495B-AFC5-B643B1D11D27}" type="datetimeFigureOut">
              <a:rPr lang="en-IN" smtClean="0"/>
              <a:pPr/>
              <a:t>10-08-2026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32877-DC86-4F4A-ADAF-AE1FF4843E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C818-79D6-495B-AFC5-B643B1D11D27}" type="datetimeFigureOut">
              <a:rPr lang="en-IN" smtClean="0"/>
              <a:pPr/>
              <a:t>10-08-2026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32877-DC86-4F4A-ADAF-AE1FF4843E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1263C818-79D6-495B-AFC5-B643B1D11D27}" type="datetimeFigureOut">
              <a:rPr lang="en-IN" smtClean="0"/>
              <a:pPr/>
              <a:t>10-08-2026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32877-DC86-4F4A-ADAF-AE1FF4843E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C818-79D6-495B-AFC5-B643B1D11D27}" type="datetimeFigureOut">
              <a:rPr lang="en-IN" smtClean="0"/>
              <a:pPr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32877-DC86-4F4A-ADAF-AE1FF4843E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C818-79D6-495B-AFC5-B643B1D11D27}" type="datetimeFigureOut">
              <a:rPr lang="en-IN" smtClean="0"/>
              <a:pPr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32877-DC86-4F4A-ADAF-AE1FF4843EED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3C818-79D6-495B-AFC5-B643B1D11D27}" type="datetimeFigureOut">
              <a:rPr lang="en-IN" smtClean="0"/>
              <a:pPr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32877-DC86-4F4A-ADAF-AE1FF4843E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1263C818-79D6-495B-AFC5-B643B1D11D27}" type="datetimeFigureOut">
              <a:rPr lang="en-IN" smtClean="0"/>
              <a:pPr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64A32877-DC86-4F4A-ADAF-AE1FF4843E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1263C818-79D6-495B-AFC5-B643B1D11D27}" type="datetimeFigureOut">
              <a:rPr lang="en-IN" smtClean="0"/>
              <a:pPr/>
              <a:t>10-08-2026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64A32877-DC86-4F4A-ADAF-AE1FF4843EED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224178BE-E9BB-4AFB-91DA-A83E6E259280}"/>
              </a:ext>
            </a:extLst>
          </p:cNvPr>
          <p:cNvSpPr/>
          <p:nvPr/>
        </p:nvSpPr>
        <p:spPr>
          <a:xfrm>
            <a:off x="3733800" y="6093296"/>
            <a:ext cx="612211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solidFill>
                  <a:srgbClr val="000000"/>
                </a:solidFill>
                <a:latin typeface="NudiParijatha" panose="03080802040302020200" pitchFamily="66" charset="0"/>
              </a:rPr>
              <a:t>  </a:t>
            </a:r>
            <a:endParaRPr lang="en-IN" sz="3200" dirty="0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029222" y="5943600"/>
            <a:ext cx="5114778" cy="914400"/>
          </a:xfrm>
        </p:spPr>
        <p:txBody>
          <a:bodyPr/>
          <a:lstStyle/>
          <a:p>
            <a:pPr algn="ctr"/>
            <a:r>
              <a:rPr lang="en-US" b="1" dirty="0" err="1" smtClean="0"/>
              <a:t>ಜಿ.ರಾಜೇಶ್</a:t>
            </a:r>
            <a:r>
              <a:rPr lang="en-US" b="1" dirty="0" smtClean="0"/>
              <a:t>, </a:t>
            </a:r>
            <a:r>
              <a:rPr lang="en-US" b="1" dirty="0" err="1" smtClean="0"/>
              <a:t>ಪ್ರಾಚಾರ್ಯರು</a:t>
            </a:r>
            <a:r>
              <a:rPr lang="en-US" b="1" dirty="0" smtClean="0"/>
              <a:t>, </a:t>
            </a:r>
          </a:p>
          <a:p>
            <a:pPr algn="ctr"/>
            <a:r>
              <a:rPr lang="en-US" b="1" dirty="0" err="1" smtClean="0"/>
              <a:t>ಜಿಲ್ಲಾ</a:t>
            </a:r>
            <a:r>
              <a:rPr lang="en-US" b="1" dirty="0" smtClean="0"/>
              <a:t> </a:t>
            </a:r>
            <a:r>
              <a:rPr lang="en-US" b="1" dirty="0" err="1" smtClean="0"/>
              <a:t>ತರಬೇತಿ</a:t>
            </a:r>
            <a:r>
              <a:rPr lang="en-US" b="1" dirty="0" smtClean="0"/>
              <a:t> </a:t>
            </a:r>
            <a:r>
              <a:rPr lang="en-US" b="1" dirty="0" err="1" smtClean="0"/>
              <a:t>ಸಂಸ್ಥೆ</a:t>
            </a:r>
            <a:r>
              <a:rPr lang="en-US" b="1" dirty="0" smtClean="0"/>
              <a:t>, </a:t>
            </a:r>
            <a:r>
              <a:rPr lang="en-US" b="1" dirty="0" err="1" smtClean="0"/>
              <a:t>ಶಿವಮೊಗ್ಗ</a:t>
            </a:r>
            <a:r>
              <a:rPr lang="en-US" b="1" dirty="0" smtClean="0"/>
              <a:t>.</a:t>
            </a:r>
            <a:endParaRPr lang="en-US" b="1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001882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905000"/>
            <a:ext cx="7239000" cy="16764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 smtClean="0">
                <a:solidFill>
                  <a:srgbClr val="FF0000"/>
                </a:solidFill>
              </a:rPr>
              <a:t>ಟಪಾಲುಗಳ</a:t>
            </a:r>
            <a:r>
              <a:rPr lang="en-US" sz="4400" dirty="0" smtClean="0">
                <a:solidFill>
                  <a:srgbClr val="FF0000"/>
                </a:solidFill>
              </a:rPr>
              <a:t> </a:t>
            </a:r>
            <a:r>
              <a:rPr lang="en-US" sz="4400" dirty="0" err="1" smtClean="0">
                <a:solidFill>
                  <a:srgbClr val="FF0000"/>
                </a:solidFill>
              </a:rPr>
              <a:t>ಸಂರಕ್ಷಣೆ</a:t>
            </a:r>
            <a:r>
              <a:rPr lang="en-US" sz="4400" dirty="0" smtClean="0">
                <a:solidFill>
                  <a:srgbClr val="FF0000"/>
                </a:solidFill>
              </a:rPr>
              <a:t> – </a:t>
            </a:r>
            <a:r>
              <a:rPr lang="en-US" sz="4400" dirty="0" err="1" smtClean="0">
                <a:solidFill>
                  <a:srgbClr val="FF0000"/>
                </a:solidFill>
              </a:rPr>
              <a:t>ಟಪಾಲುಗಳ</a:t>
            </a:r>
            <a:r>
              <a:rPr lang="en-US" sz="4400" dirty="0" smtClean="0">
                <a:solidFill>
                  <a:srgbClr val="FF0000"/>
                </a:solidFill>
              </a:rPr>
              <a:t> </a:t>
            </a:r>
            <a:r>
              <a:rPr lang="en-US" sz="4400" dirty="0" err="1" smtClean="0">
                <a:solidFill>
                  <a:srgbClr val="FF0000"/>
                </a:solidFill>
              </a:rPr>
              <a:t>ಚಲನೆ</a:t>
            </a:r>
            <a:r>
              <a:rPr lang="en-US" sz="4400" dirty="0" smtClean="0">
                <a:solidFill>
                  <a:srgbClr val="FF0000"/>
                </a:solidFill>
              </a:rPr>
              <a:t> </a:t>
            </a:r>
            <a:r>
              <a:rPr lang="en-US" sz="4400" dirty="0" err="1" smtClean="0">
                <a:solidFill>
                  <a:srgbClr val="FF0000"/>
                </a:solidFill>
              </a:rPr>
              <a:t>ಮತ್ತು</a:t>
            </a:r>
            <a:r>
              <a:rPr lang="en-US" sz="4400" dirty="0" smtClean="0">
                <a:solidFill>
                  <a:srgbClr val="FF0000"/>
                </a:solidFill>
              </a:rPr>
              <a:t> </a:t>
            </a:r>
            <a:r>
              <a:rPr lang="en-US" sz="4400" dirty="0" err="1" smtClean="0">
                <a:solidFill>
                  <a:srgbClr val="FF0000"/>
                </a:solidFill>
              </a:rPr>
              <a:t>ನಿರ್ವಹಣೆ</a:t>
            </a:r>
            <a:endParaRPr lang="en-US" sz="4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95313"/>
            <a:ext cx="7848873" cy="566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466054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4238"/>
            <a:ext cx="9639300" cy="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836712"/>
            <a:ext cx="7488832" cy="558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96299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525" y="216496"/>
            <a:ext cx="5076564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337940"/>
            <a:ext cx="2599535" cy="2195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699" y="3710425"/>
            <a:ext cx="2418702" cy="1826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12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086" y="1844824"/>
            <a:ext cx="5119004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13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29" y="3140968"/>
            <a:ext cx="5252976" cy="103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14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725144"/>
            <a:ext cx="5328593" cy="79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270886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0"/>
            <a:ext cx="82296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ಪಂಚಕಟ್ಟು</a:t>
            </a:r>
            <a:r>
              <a:rPr lang="en-US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4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ಪದ್ದತಿ</a:t>
            </a:r>
            <a:r>
              <a:rPr lang="en-US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</a:t>
            </a:r>
            <a:r>
              <a:rPr lang="en-US" sz="44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ವಿವಿಧ</a:t>
            </a:r>
            <a:r>
              <a:rPr lang="en-US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4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ಕಟ್ಟುಗಳಲ್ಲಿ</a:t>
            </a:r>
            <a:r>
              <a:rPr lang="en-US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4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ಇಡಬೇಕಾದ</a:t>
            </a:r>
            <a:r>
              <a:rPr lang="en-US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4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ಕಡತಗಳು</a:t>
            </a:r>
            <a:r>
              <a:rPr lang="en-US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</a:t>
            </a:r>
            <a:r>
              <a:rPr lang="en-US" sz="44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ಜೋಡಣೆ</a:t>
            </a:r>
            <a:r>
              <a:rPr lang="en-US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4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ಕ್ರಮ</a:t>
            </a:r>
            <a:endParaRPr lang="en-US" sz="4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20688"/>
            <a:ext cx="4905375" cy="238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-6289"/>
            <a:ext cx="3096344" cy="2985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356992"/>
            <a:ext cx="7920880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4271162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6892" y="1485155"/>
            <a:ext cx="2609013" cy="445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76672"/>
            <a:ext cx="7514345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988840"/>
            <a:ext cx="5256584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946507"/>
            <a:ext cx="161925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4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712" y="3956032"/>
            <a:ext cx="1600200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5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279" y="3999755"/>
            <a:ext cx="1647825" cy="194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87364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20688"/>
            <a:ext cx="7920880" cy="489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013176"/>
            <a:ext cx="7920880" cy="126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715871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928688"/>
            <a:ext cx="7819159" cy="500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221413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5162"/>
            <a:ext cx="7776864" cy="257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2636912"/>
            <a:ext cx="7992888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880841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605" y="0"/>
            <a:ext cx="911839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091556753"/>
      </p:ext>
    </p:extLst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772816"/>
            <a:ext cx="5238750" cy="148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3573016"/>
            <a:ext cx="4555529" cy="2759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76672"/>
            <a:ext cx="3562350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099024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990600"/>
            <a:ext cx="7426027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404488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866775"/>
            <a:ext cx="7703393" cy="512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681022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685800"/>
            <a:ext cx="6401464" cy="2819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8068" y="3505200"/>
            <a:ext cx="6894332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62400" y="5867400"/>
            <a:ext cx="4117848" cy="838200"/>
          </a:xfrm>
        </p:spPr>
        <p:txBody>
          <a:bodyPr>
            <a:normAutofit/>
          </a:bodyPr>
          <a:lstStyle/>
          <a:p>
            <a:pPr algn="ctr"/>
            <a:r>
              <a:rPr lang="en-US" sz="2400" dirty="0" err="1" smtClean="0">
                <a:solidFill>
                  <a:schemeClr val="accent5">
                    <a:lumMod val="75000"/>
                  </a:schemeClr>
                </a:solidFill>
              </a:rPr>
              <a:t>ಜಿ.ರಾಜೇಶ್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en-US" sz="2400" dirty="0" err="1" smtClean="0">
                <a:solidFill>
                  <a:schemeClr val="accent5">
                    <a:lumMod val="75000"/>
                  </a:schemeClr>
                </a:solidFill>
              </a:rPr>
              <a:t>ಪ್ರಾಚಾರ್ಯರು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  <a:t>, </a:t>
            </a:r>
            <a:b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2400" dirty="0" err="1" smtClean="0">
                <a:solidFill>
                  <a:schemeClr val="accent5">
                    <a:lumMod val="75000"/>
                  </a:schemeClr>
                </a:solidFill>
              </a:rPr>
              <a:t>ಜಿಲ್ಲಾ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400" dirty="0" err="1" smtClean="0">
                <a:solidFill>
                  <a:schemeClr val="accent5">
                    <a:lumMod val="75000"/>
                  </a:schemeClr>
                </a:solidFill>
              </a:rPr>
              <a:t>ತರಬೇತಿ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400" dirty="0" err="1" smtClean="0">
                <a:solidFill>
                  <a:schemeClr val="accent5">
                    <a:lumMod val="75000"/>
                  </a:schemeClr>
                </a:solidFill>
              </a:rPr>
              <a:t>ಸಂಸ್ಥೆ</a:t>
            </a:r>
            <a:r>
              <a:rPr lang="en-US" sz="2400" dirty="0" smtClean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en-US" sz="2400" dirty="0" err="1" smtClean="0">
                <a:solidFill>
                  <a:schemeClr val="accent5">
                    <a:lumMod val="75000"/>
                  </a:schemeClr>
                </a:solidFill>
              </a:rPr>
              <a:t>ಶಿವಮೊಗ್ಗ</a:t>
            </a: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390</TotalTime>
  <Words>32</Words>
  <Application>Microsoft Office PowerPoint</Application>
  <PresentationFormat>On-screen Show (4:3)</PresentationFormat>
  <Paragraphs>6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Opulent</vt:lpstr>
      <vt:lpstr>Slide 1</vt:lpstr>
      <vt:lpstr>ಟಪಾಲುಗಳ ಸಂರಕ್ಷಣೆ – ಟಪಾಲುಗಳ ಚಲನೆ ಮತ್ತು ನಿರ್ವಹಣೆ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ಜಿ.ರಾಜೇಶ್, ಪ್ರಾಚಾರ್ಯರು,  ಜಿಲ್ಲಾ ತರಬೇತಿ ಸಂಸ್ಥೆ, ಶಿವಮೊಗ್ಗ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ACER</cp:lastModifiedBy>
  <cp:revision>38</cp:revision>
  <dcterms:created xsi:type="dcterms:W3CDTF">2017-06-22T02:09:44Z</dcterms:created>
  <dcterms:modified xsi:type="dcterms:W3CDTF">2026-08-10T05:20:18Z</dcterms:modified>
</cp:coreProperties>
</file>