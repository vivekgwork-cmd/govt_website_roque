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066800"/>
            <a:ext cx="8305800" cy="1600200"/>
          </a:xfrm>
        </p:spPr>
        <p:txBody>
          <a:bodyPr/>
          <a:lstStyle/>
          <a:p>
            <a:r>
              <a:rPr b="1" smtClean="0">
                <a:solidFill>
                  <a:schemeClr val="bg1"/>
                </a:solidFill>
              </a:rPr>
              <a:t>ಕರ್ನಾಟಕ ಸಕಾಲ ಸೇವೆಗಳ ನಿಯಮಗಳು, 2012 </a:t>
            </a:r>
            <a:r>
              <a:rPr b="1" smtClean="0"/>
              <a:t/>
            </a:r>
            <a:br>
              <a:rPr b="1" smtClean="0"/>
            </a:br>
            <a:r>
              <a:rPr sz="1000" smtClean="0"/>
              <a:t>(</a:t>
            </a:r>
            <a:r>
              <a:rPr sz="2000" smtClean="0">
                <a:solidFill>
                  <a:schemeClr val="bg1"/>
                </a:solidFill>
              </a:rPr>
              <a:t>ಕರ್ನಾಟಕ ನಾಗರಿಕರಿಗೆ ಸೇವಗಳ ಖಾತರಿ ನಿಯಮಗಳು, 2012ನ್ನು ಅಧಿಸೂಚನೆ ಸಂಖ್ಯೆ: ಸಿಆಸುವ 04 ಇಕಾಟ 2012 ದಿನಾಂಕ:30.11.2012ರ ಮೂಲಕ "ಕರ್ನಾಟಕ ಸಕಾಳ ಸೇವೆಗಳ ನಿಯಮಗಳು 2012" ಎಂದು ತಿದ್ದುಪಡಿ ಮಾಡಿದೆ.)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819400"/>
            <a:ext cx="5029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2819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(1) ಈ </a:t>
            </a:r>
            <a:r>
              <a:rPr lang="en-US" dirty="0" err="1" smtClean="0"/>
              <a:t>ನಿಯಮಗಳನ್ನು</a:t>
            </a:r>
            <a:r>
              <a:rPr lang="en-US" dirty="0" smtClean="0"/>
              <a:t> </a:t>
            </a:r>
            <a:r>
              <a:rPr lang="en-US" dirty="0" err="1" smtClean="0"/>
              <a:t>ಕರ್ನಾಟಕ</a:t>
            </a:r>
            <a:r>
              <a:rPr lang="en-US" dirty="0" smtClean="0"/>
              <a:t> </a:t>
            </a:r>
            <a:r>
              <a:rPr lang="en-US" dirty="0" err="1" smtClean="0"/>
              <a:t>ಸಕಾಲ</a:t>
            </a:r>
            <a:r>
              <a:rPr lang="en-US" dirty="0" smtClean="0"/>
              <a:t> </a:t>
            </a:r>
            <a:r>
              <a:rPr lang="en-US" dirty="0" err="1" smtClean="0"/>
              <a:t>ಸೇವೆಗಳ</a:t>
            </a:r>
            <a:r>
              <a:rPr lang="en-US" dirty="0" smtClean="0"/>
              <a:t> </a:t>
            </a:r>
            <a:r>
              <a:rPr lang="en-US" dirty="0" err="1" smtClean="0"/>
              <a:t>ನಿಯಮಗಳು</a:t>
            </a:r>
            <a:r>
              <a:rPr lang="en-US" dirty="0" smtClean="0"/>
              <a:t>, 2012 </a:t>
            </a:r>
            <a:r>
              <a:rPr lang="en-US" dirty="0" err="1" smtClean="0"/>
              <a:t>ಎಂದು</a:t>
            </a:r>
            <a:r>
              <a:rPr lang="en-US" dirty="0" smtClean="0"/>
              <a:t> </a:t>
            </a:r>
            <a:r>
              <a:rPr lang="en-US" dirty="0" err="1" smtClean="0"/>
              <a:t>ಕರೆಯತಕ್ಕದ್ದು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ಇವುಗಳು</a:t>
            </a:r>
            <a:r>
              <a:rPr lang="en-US" dirty="0" smtClean="0"/>
              <a:t> </a:t>
            </a:r>
            <a:r>
              <a:rPr lang="en-US" dirty="0" err="1" smtClean="0"/>
              <a:t>ರಾಜ್ಯಪತ್ರದಲ್ಲಿ</a:t>
            </a:r>
            <a:r>
              <a:rPr lang="en-US" dirty="0" smtClean="0"/>
              <a:t> </a:t>
            </a:r>
            <a:r>
              <a:rPr lang="en-US" dirty="0" err="1" smtClean="0"/>
              <a:t>ಪ್ರಕಟವಾದ</a:t>
            </a:r>
            <a:r>
              <a:rPr lang="en-US" dirty="0" smtClean="0"/>
              <a:t> </a:t>
            </a:r>
            <a:r>
              <a:rPr lang="en-US" dirty="0" err="1" smtClean="0"/>
              <a:t>ದಿನಾಂಕದಿಂದ</a:t>
            </a:r>
            <a:r>
              <a:rPr lang="en-US" dirty="0" smtClean="0"/>
              <a:t> </a:t>
            </a:r>
            <a:r>
              <a:rPr lang="en-US" dirty="0" err="1" smtClean="0"/>
              <a:t>ಜಾರಿಗೆ</a:t>
            </a:r>
            <a:r>
              <a:rPr lang="en-US" dirty="0" smtClean="0"/>
              <a:t> </a:t>
            </a:r>
            <a:r>
              <a:rPr lang="en-US" dirty="0" err="1" smtClean="0"/>
              <a:t>ಬರತಕ್ಕದ್ದು</a:t>
            </a:r>
            <a:r>
              <a:rPr lang="en-US" dirty="0" smtClean="0"/>
              <a:t>,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219200"/>
          </a:xfrm>
        </p:spPr>
        <p:txBody>
          <a:bodyPr>
            <a:normAutofit fontScale="90000"/>
          </a:bodyPr>
          <a:lstStyle/>
          <a:p>
            <a:r>
              <a:rPr b="1" smtClean="0"/>
              <a:t>1. ಹೆಸರು ಮತ್ತು ಪ್ರಾರಂಭ:- </a:t>
            </a:r>
            <a:r>
              <a:rPr smtClean="0"/>
              <a:t/>
            </a:r>
            <a:br>
              <a:rPr smtClean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48200"/>
          </a:xfrm>
        </p:spPr>
        <p:txBody>
          <a:bodyPr/>
          <a:lstStyle/>
          <a:p>
            <a:r>
              <a:rPr lang="en-US" dirty="0" smtClean="0"/>
              <a:t>(1) ಈ </a:t>
            </a:r>
            <a:r>
              <a:rPr lang="en-US" dirty="0" err="1" smtClean="0"/>
              <a:t>ನಿಯಮಗಳಲ್ಲಿ</a:t>
            </a:r>
            <a:r>
              <a:rPr lang="en-US" dirty="0" smtClean="0"/>
              <a:t>, </a:t>
            </a:r>
            <a:r>
              <a:rPr lang="en-US" dirty="0" err="1" smtClean="0"/>
              <a:t>ಸಂದರ್ಭವು</a:t>
            </a:r>
            <a:r>
              <a:rPr lang="en-US" dirty="0" smtClean="0"/>
              <a:t> </a:t>
            </a:r>
            <a:r>
              <a:rPr lang="en-US" dirty="0" err="1" smtClean="0"/>
              <a:t>ಅನ್ವಥಾ</a:t>
            </a:r>
            <a:r>
              <a:rPr lang="en-US" dirty="0" smtClean="0"/>
              <a:t> </a:t>
            </a:r>
            <a:r>
              <a:rPr lang="en-US" dirty="0" err="1" smtClean="0"/>
              <a:t>ಅಗತ್ಯಪಡಿಸಿದ</a:t>
            </a:r>
            <a:r>
              <a:rPr lang="en-US" dirty="0" smtClean="0"/>
              <a:t> </a:t>
            </a:r>
            <a:r>
              <a:rPr lang="en-US" dirty="0" err="1" smtClean="0"/>
              <a:t>ಹೊರತು</a:t>
            </a:r>
            <a:r>
              <a:rPr lang="en-US" dirty="0" smtClean="0"/>
              <a:t>.-</a:t>
            </a:r>
          </a:p>
          <a:p>
            <a:r>
              <a:rPr lang="en-US" dirty="0" smtClean="0"/>
              <a:t>(ಎ) '</a:t>
            </a:r>
            <a:r>
              <a:rPr lang="en-US" dirty="0" err="1" smtClean="0"/>
              <a:t>ಅಧಿನಿಯಮ</a:t>
            </a:r>
            <a:r>
              <a:rPr lang="en-US" dirty="0" smtClean="0"/>
              <a:t>' </a:t>
            </a:r>
            <a:r>
              <a:rPr lang="en-US" dirty="0" err="1" smtClean="0"/>
              <a:t>ಎಂದರೆ</a:t>
            </a:r>
            <a:r>
              <a:rPr lang="en-US" dirty="0" smtClean="0"/>
              <a:t>, </a:t>
            </a:r>
            <a:r>
              <a:rPr lang="en-US" dirty="0" err="1" smtClean="0"/>
              <a:t>ಕರ್ನಾಟಕ</a:t>
            </a:r>
            <a:r>
              <a:rPr lang="en-US" dirty="0" smtClean="0"/>
              <a:t> </a:t>
            </a:r>
            <a:r>
              <a:rPr lang="en-US" dirty="0" err="1" smtClean="0"/>
              <a:t>ಸಕಾಲ</a:t>
            </a:r>
            <a:r>
              <a:rPr lang="en-US" dirty="0" smtClean="0"/>
              <a:t> </a:t>
            </a:r>
            <a:r>
              <a:rPr lang="en-US" dirty="0" err="1" smtClean="0"/>
              <a:t>ಸೇವೆಗಳ</a:t>
            </a:r>
            <a:r>
              <a:rPr lang="en-US" dirty="0" smtClean="0"/>
              <a:t> </a:t>
            </a:r>
            <a:r>
              <a:rPr lang="en-US" dirty="0" err="1" smtClean="0"/>
              <a:t>ಅಧಿನಿಯಮ</a:t>
            </a:r>
            <a:r>
              <a:rPr lang="en-US" dirty="0" smtClean="0"/>
              <a:t>, 2011, </a:t>
            </a:r>
            <a:r>
              <a:rPr lang="en-US" sz="1600" dirty="0" smtClean="0"/>
              <a:t>(2012 ರ </a:t>
            </a:r>
            <a:r>
              <a:rPr lang="en-US" sz="1600" dirty="0" err="1" smtClean="0"/>
              <a:t>ಕರ್ನಾಟಕ</a:t>
            </a:r>
            <a:r>
              <a:rPr lang="en-US" sz="1600" dirty="0" smtClean="0"/>
              <a:t> ಅಧಿನಿಯಮ-1):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 err="1" smtClean="0"/>
              <a:t>ಬಿ</a:t>
            </a:r>
            <a:r>
              <a:rPr lang="en-US" dirty="0" smtClean="0"/>
              <a:t>) '</a:t>
            </a:r>
            <a:r>
              <a:rPr lang="en-US" dirty="0" err="1" smtClean="0"/>
              <a:t>ನಮೂನೆ</a:t>
            </a:r>
            <a:r>
              <a:rPr lang="en-US" dirty="0" smtClean="0"/>
              <a:t>' </a:t>
            </a:r>
            <a:r>
              <a:rPr lang="en-US" dirty="0" err="1" smtClean="0"/>
              <a:t>ಎಂದರೆ</a:t>
            </a:r>
            <a:r>
              <a:rPr lang="en-US" dirty="0" smtClean="0"/>
              <a:t> ಈ </a:t>
            </a:r>
            <a:r>
              <a:rPr lang="en-US" dirty="0" err="1" smtClean="0"/>
              <a:t>ನಿಯಮಗಳಿಗೆ</a:t>
            </a:r>
            <a:r>
              <a:rPr lang="en-US" dirty="0" smtClean="0"/>
              <a:t> </a:t>
            </a:r>
            <a:r>
              <a:rPr lang="en-US" dirty="0" err="1" smtClean="0"/>
              <a:t>ಲಗತ್ತಾದ</a:t>
            </a:r>
            <a:r>
              <a:rPr lang="en-US" dirty="0" smtClean="0"/>
              <a:t> </a:t>
            </a:r>
            <a:r>
              <a:rPr lang="en-US" dirty="0" err="1" smtClean="0"/>
              <a:t>ನಮೂನೆ</a:t>
            </a:r>
            <a:r>
              <a:rPr lang="en-US" dirty="0" smtClean="0"/>
              <a:t>: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ಸಿ</a:t>
            </a:r>
            <a:r>
              <a:rPr lang="en-US" dirty="0" smtClean="0"/>
              <a:t>) '</a:t>
            </a:r>
            <a:r>
              <a:rPr lang="en-US" dirty="0" err="1" smtClean="0"/>
              <a:t>ಪ್ರಕರಣ</a:t>
            </a:r>
            <a:r>
              <a:rPr lang="en-US" dirty="0" smtClean="0"/>
              <a:t>' </a:t>
            </a:r>
            <a:r>
              <a:rPr lang="en-US" dirty="0" err="1" smtClean="0"/>
              <a:t>ಎಂದರೆ</a:t>
            </a:r>
            <a:r>
              <a:rPr lang="en-US" dirty="0" smtClean="0"/>
              <a:t> </a:t>
            </a:r>
            <a:r>
              <a:rPr lang="en-US" dirty="0" err="1" smtClean="0"/>
              <a:t>ಅಧಿನಿಯಮದ</a:t>
            </a:r>
            <a:r>
              <a:rPr lang="en-US" dirty="0" smtClean="0"/>
              <a:t> </a:t>
            </a:r>
            <a:r>
              <a:rPr lang="en-US" dirty="0" err="1" smtClean="0"/>
              <a:t>ಪ್ರಕರಣ</a:t>
            </a:r>
            <a:r>
              <a:rPr lang="en-US" dirty="0" smtClean="0"/>
              <a:t>.</a:t>
            </a:r>
          </a:p>
          <a:p>
            <a:r>
              <a:rPr lang="en-US" dirty="0" smtClean="0"/>
              <a:t>(2) ಈ </a:t>
            </a:r>
            <a:r>
              <a:rPr lang="en-US" dirty="0" err="1" smtClean="0"/>
              <a:t>ನಿಯಮಗಳಲ್ಲಿ</a:t>
            </a:r>
            <a:r>
              <a:rPr lang="en-US" dirty="0" smtClean="0"/>
              <a:t> </a:t>
            </a:r>
            <a:r>
              <a:rPr lang="en-US" dirty="0" err="1" smtClean="0"/>
              <a:t>ಬಳಸಲಾದ</a:t>
            </a:r>
            <a:r>
              <a:rPr lang="en-US" dirty="0" smtClean="0"/>
              <a:t> </a:t>
            </a:r>
            <a:r>
              <a:rPr lang="en-US" dirty="0" err="1" smtClean="0"/>
              <a:t>ಆದರೆ</a:t>
            </a:r>
            <a:r>
              <a:rPr lang="en-US" dirty="0" smtClean="0"/>
              <a:t> </a:t>
            </a:r>
            <a:r>
              <a:rPr lang="en-US" dirty="0" err="1" smtClean="0"/>
              <a:t>ಪರಿಭಾಷಿಸಿರದ</a:t>
            </a:r>
            <a:r>
              <a:rPr lang="en-US" dirty="0" smtClean="0"/>
              <a:t> </a:t>
            </a:r>
            <a:r>
              <a:rPr lang="en-US" dirty="0" err="1" smtClean="0"/>
              <a:t>ಪದಗಳು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ಪದಾವಳಿಗಳು</a:t>
            </a:r>
            <a:r>
              <a:rPr lang="en-US" dirty="0" smtClean="0"/>
              <a:t> </a:t>
            </a:r>
            <a:r>
              <a:rPr lang="en-US" dirty="0" err="1" smtClean="0"/>
              <a:t>ಆಧಿನಿಯಮದಲ್ಲಿ</a:t>
            </a:r>
            <a:r>
              <a:rPr lang="en-US" dirty="0" smtClean="0"/>
              <a:t> </a:t>
            </a:r>
            <a:r>
              <a:rPr lang="en-US" dirty="0" err="1" smtClean="0"/>
              <a:t>ಅವುಗಳಿಗೆ</a:t>
            </a:r>
            <a:r>
              <a:rPr lang="en-US" dirty="0" smtClean="0"/>
              <a:t> </a:t>
            </a:r>
            <a:r>
              <a:rPr lang="en-US" dirty="0" err="1" smtClean="0"/>
              <a:t>ಗೊತ್ತುಪಡಿಸಿದ</a:t>
            </a:r>
            <a:r>
              <a:rPr lang="en-US" dirty="0" smtClean="0"/>
              <a:t> </a:t>
            </a:r>
            <a:r>
              <a:rPr lang="en-US" dirty="0" err="1" smtClean="0"/>
              <a:t>ಅರ್ಥಗಳನ್ನು</a:t>
            </a:r>
            <a:r>
              <a:rPr lang="en-US" dirty="0" smtClean="0"/>
              <a:t> </a:t>
            </a:r>
            <a:r>
              <a:rPr lang="en-US" dirty="0" err="1" smtClean="0"/>
              <a:t>ಹೊಂದಿರತಕ್ಕದ್ದು</a:t>
            </a:r>
            <a:r>
              <a:rPr lang="en-US" dirty="0" smtClean="0"/>
              <a:t>,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762000"/>
          </a:xfrm>
        </p:spPr>
        <p:txBody>
          <a:bodyPr>
            <a:normAutofit/>
          </a:bodyPr>
          <a:lstStyle/>
          <a:p>
            <a:r>
              <a:rPr b="1" smtClean="0"/>
              <a:t>2. ಪರಿಭಾಷೆಗಳು-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 smtClean="0"/>
              <a:t>(1)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ಪ್ರಾಧಿಕಾರದ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ಆತನ</a:t>
            </a:r>
            <a:r>
              <a:rPr lang="en-US" dirty="0" smtClean="0"/>
              <a:t> </a:t>
            </a:r>
            <a:r>
              <a:rPr lang="en-US" dirty="0" err="1" smtClean="0"/>
              <a:t>ಆಧೀನ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ನೌಕರನು</a:t>
            </a:r>
            <a:r>
              <a:rPr lang="en-US" dirty="0" smtClean="0"/>
              <a:t>, </a:t>
            </a:r>
            <a:r>
              <a:rPr lang="en-US" dirty="0" err="1" smtClean="0"/>
              <a:t>ಸಾಮಾನ್ಯ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ಅನುಕೂಲಕ್ಕಾಗಿ</a:t>
            </a:r>
            <a:r>
              <a:rPr lang="en-US" dirty="0" smtClean="0"/>
              <a:t>, </a:t>
            </a:r>
            <a:r>
              <a:rPr lang="en-US" dirty="0" err="1" smtClean="0"/>
              <a:t>ತನ್ನ</a:t>
            </a:r>
            <a:r>
              <a:rPr lang="en-US" dirty="0" smtClean="0"/>
              <a:t> </a:t>
            </a:r>
            <a:r>
              <a:rPr lang="en-US" dirty="0" err="1" smtClean="0"/>
              <a:t>ಕಚೇರಿಯಲ್ಲಿ</a:t>
            </a:r>
            <a:r>
              <a:rPr lang="en-US" dirty="0" smtClean="0"/>
              <a:t> </a:t>
            </a:r>
            <a:r>
              <a:rPr lang="en-US" dirty="0" err="1" smtClean="0"/>
              <a:t>ಲಭ್ಯವಿರುವ</a:t>
            </a:r>
            <a:r>
              <a:rPr lang="en-US" dirty="0" smtClean="0"/>
              <a:t> </a:t>
            </a:r>
            <a:r>
              <a:rPr lang="en-US" dirty="0" err="1" smtClean="0"/>
              <a:t>ಸೇವೆಗಳ</a:t>
            </a:r>
            <a:r>
              <a:rPr lang="en-US" dirty="0" smtClean="0"/>
              <a:t> </a:t>
            </a:r>
            <a:r>
              <a:rPr lang="en-US" dirty="0" err="1" smtClean="0"/>
              <a:t>ಬಗೆಗಿನ</a:t>
            </a:r>
            <a:r>
              <a:rPr lang="en-US" dirty="0" smtClean="0"/>
              <a:t> </a:t>
            </a:r>
            <a:r>
              <a:rPr lang="en-US" dirty="0" err="1" smtClean="0"/>
              <a:t>ಎಲ್ಲಾ</a:t>
            </a:r>
            <a:r>
              <a:rPr lang="en-US" dirty="0" smtClean="0"/>
              <a:t> </a:t>
            </a:r>
            <a:r>
              <a:rPr lang="en-US" dirty="0" err="1" smtClean="0"/>
              <a:t>ಯುಕ್ತ</a:t>
            </a:r>
            <a:r>
              <a:rPr lang="en-US" dirty="0" smtClean="0"/>
              <a:t> </a:t>
            </a:r>
            <a:r>
              <a:rPr lang="en-US" dirty="0" err="1" smtClean="0"/>
              <a:t>ಮಾಹಿತಿಯನ್ನು</a:t>
            </a:r>
            <a:r>
              <a:rPr lang="en-US" dirty="0" smtClean="0"/>
              <a:t> </a:t>
            </a:r>
            <a:r>
              <a:rPr lang="en-US" dirty="0" err="1" smtClean="0"/>
              <a:t>ಆಧಿನಿಯಮದ</a:t>
            </a:r>
            <a:r>
              <a:rPr lang="en-US" dirty="0" smtClean="0"/>
              <a:t> </a:t>
            </a:r>
            <a:r>
              <a:rPr lang="en-US" dirty="0" err="1" smtClean="0"/>
              <a:t>ಷೆಡ್ಯೂಲ್‌ನಲ್ಲಿ</a:t>
            </a:r>
            <a:r>
              <a:rPr lang="en-US" dirty="0" smtClean="0"/>
              <a:t> </a:t>
            </a:r>
            <a:r>
              <a:rPr lang="en-US" dirty="0" err="1" smtClean="0"/>
              <a:t>ನಿಗದಿಪಡಿಸಿರುವಂತೆ</a:t>
            </a:r>
            <a:r>
              <a:rPr lang="en-US" dirty="0" smtClean="0"/>
              <a:t> </a:t>
            </a:r>
            <a:r>
              <a:rPr lang="en-US" dirty="0" err="1" smtClean="0"/>
              <a:t>ಸೂಚನಾಫಲಕದ</a:t>
            </a:r>
            <a:r>
              <a:rPr lang="en-US" dirty="0" smtClean="0"/>
              <a:t> </a:t>
            </a:r>
            <a:r>
              <a:rPr lang="en-US" dirty="0" err="1" smtClean="0"/>
              <a:t>ಮೇಲೆ</a:t>
            </a:r>
            <a:r>
              <a:rPr lang="en-US" dirty="0" smtClean="0"/>
              <a:t> </a:t>
            </a:r>
            <a:r>
              <a:rPr lang="en-US" dirty="0" err="1" smtClean="0"/>
              <a:t>ಪ್ರದರ್ಶಿಸತಕ್ಕದ್ದು</a:t>
            </a:r>
            <a:r>
              <a:rPr lang="en-US" dirty="0" smtClean="0"/>
              <a:t>. </a:t>
            </a:r>
            <a:r>
              <a:rPr lang="en-US" dirty="0" err="1" smtClean="0"/>
              <a:t>ಅಧಿನಿಯಮದ</a:t>
            </a:r>
            <a:r>
              <a:rPr lang="en-US" dirty="0" smtClean="0"/>
              <a:t> 3ನೇ </a:t>
            </a:r>
            <a:r>
              <a:rPr lang="en-US" dirty="0" err="1" smtClean="0"/>
              <a:t>ಪ್ರಕರಣದ</a:t>
            </a:r>
            <a:r>
              <a:rPr lang="en-US" dirty="0" smtClean="0"/>
              <a:t> (2)</a:t>
            </a:r>
            <a:r>
              <a:rPr lang="en-US" dirty="0" err="1" smtClean="0"/>
              <a:t>ನೇ</a:t>
            </a:r>
            <a:r>
              <a:rPr lang="en-US" dirty="0" smtClean="0"/>
              <a:t> </a:t>
            </a:r>
            <a:r>
              <a:rPr lang="en-US" dirty="0" err="1" smtClean="0"/>
              <a:t>ಉಪಪ್ರಕರಣದನ್ವಯ</a:t>
            </a:r>
            <a:r>
              <a:rPr lang="en-US" dirty="0" smtClean="0"/>
              <a:t> </a:t>
            </a:r>
            <a:r>
              <a:rPr lang="en-US" dirty="0" err="1" smtClean="0"/>
              <a:t>ಸೇವೆಗಳನ್ನು</a:t>
            </a:r>
            <a:r>
              <a:rPr lang="en-US" dirty="0" smtClean="0"/>
              <a:t> </a:t>
            </a:r>
            <a:r>
              <a:rPr lang="en-US" dirty="0" err="1" smtClean="0"/>
              <a:t>ಸ್ವೀಕರಿಸುವುದಕ್ಕಾಗಿ</a:t>
            </a:r>
            <a:r>
              <a:rPr lang="en-US" dirty="0" smtClean="0"/>
              <a:t> </a:t>
            </a:r>
            <a:r>
              <a:rPr lang="en-US" dirty="0" err="1" smtClean="0"/>
              <a:t>ಕಾಲಮಿತಿಯನ್ನೊಳಗೊಂಡ</a:t>
            </a:r>
            <a:r>
              <a:rPr lang="en-US" dirty="0" smtClean="0"/>
              <a:t> </a:t>
            </a:r>
            <a:r>
              <a:rPr lang="en-US" dirty="0" err="1" smtClean="0"/>
              <a:t>ಗೊತ್ತುಪಡಿಸಲಾದ</a:t>
            </a:r>
            <a:r>
              <a:rPr lang="en-US" dirty="0" smtClean="0"/>
              <a:t> </a:t>
            </a:r>
            <a:r>
              <a:rPr lang="en-US" dirty="0" err="1" smtClean="0"/>
              <a:t>ಸೇವೆಗಳು</a:t>
            </a:r>
            <a:r>
              <a:rPr lang="en-US" dirty="0" smtClean="0"/>
              <a:t>, </a:t>
            </a:r>
            <a:r>
              <a:rPr lang="en-US" dirty="0" err="1" smtClean="0"/>
              <a:t>ದಾಖಲೆಗಳ</a:t>
            </a:r>
            <a:r>
              <a:rPr lang="en-US" dirty="0" smtClean="0"/>
              <a:t> </a:t>
            </a:r>
            <a:r>
              <a:rPr lang="en-US" dirty="0" err="1" smtClean="0"/>
              <a:t>ತಪಶೀಲು</a:t>
            </a:r>
            <a:r>
              <a:rPr lang="en-US" dirty="0" smtClean="0"/>
              <a:t> </a:t>
            </a:r>
            <a:r>
              <a:rPr lang="en-US" dirty="0" err="1" smtClean="0"/>
              <a:t>ಪಟ್ಟಿ</a:t>
            </a:r>
            <a:r>
              <a:rPr lang="en-US" dirty="0" smtClean="0"/>
              <a:t> (</a:t>
            </a:r>
            <a:r>
              <a:rPr lang="en-US" dirty="0" err="1" smtClean="0"/>
              <a:t>ಚೆಕ್</a:t>
            </a:r>
            <a:r>
              <a:rPr lang="en-US" dirty="0" smtClean="0"/>
              <a:t> </a:t>
            </a:r>
            <a:r>
              <a:rPr lang="en-US" dirty="0" err="1" smtClean="0"/>
              <a:t>ಲಿಸ್ಟ್</a:t>
            </a:r>
            <a:r>
              <a:rPr lang="en-US" dirty="0" smtClean="0"/>
              <a:t>), </a:t>
            </a:r>
            <a:r>
              <a:rPr lang="en-US" dirty="0" err="1" smtClean="0"/>
              <a:t>ನಿಗದಿತ</a:t>
            </a:r>
            <a:r>
              <a:rPr lang="en-US" dirty="0" smtClean="0"/>
              <a:t> </a:t>
            </a:r>
            <a:r>
              <a:rPr lang="en-US" dirty="0" err="1" smtClean="0"/>
              <a:t>ಶುಲ್ಕ</a:t>
            </a:r>
            <a:r>
              <a:rPr lang="en-US" dirty="0" smtClean="0"/>
              <a:t>, </a:t>
            </a:r>
            <a:r>
              <a:rPr lang="en-US" dirty="0" err="1" smtClean="0"/>
              <a:t>ಕಡ್ಡಾಯವಾಗಿ</a:t>
            </a:r>
            <a:r>
              <a:rPr lang="en-US" dirty="0" smtClean="0"/>
              <a:t> </a:t>
            </a:r>
            <a:r>
              <a:rPr lang="en-US" dirty="0" err="1" smtClean="0"/>
              <a:t>ನೀಡಬೇಕಾದ</a:t>
            </a:r>
            <a:r>
              <a:rPr lang="en-US" dirty="0" smtClean="0"/>
              <a:t> </a:t>
            </a:r>
            <a:r>
              <a:rPr lang="en-US" dirty="0" err="1" smtClean="0"/>
              <a:t>ಸ್ವೀಕೃತಿ</a:t>
            </a:r>
            <a:r>
              <a:rPr lang="en-US" dirty="0" smtClean="0"/>
              <a:t> </a:t>
            </a:r>
            <a:r>
              <a:rPr lang="en-US" dirty="0" err="1" smtClean="0"/>
              <a:t>ಪತ್ರ</a:t>
            </a:r>
            <a:r>
              <a:rPr lang="en-US" dirty="0" smtClean="0"/>
              <a:t>, </a:t>
            </a:r>
            <a:r>
              <a:rPr lang="en-US" dirty="0" err="1" smtClean="0"/>
              <a:t>ತಿರಸ್ಕರಿಸಿದ</a:t>
            </a:r>
            <a:r>
              <a:rPr lang="en-US" dirty="0" smtClean="0"/>
              <a:t> </a:t>
            </a:r>
            <a:r>
              <a:rPr lang="en-US" dirty="0" err="1" smtClean="0"/>
              <a:t>ಅರ್ಜಿಗಳಿಗೆ</a:t>
            </a:r>
            <a:r>
              <a:rPr lang="en-US" dirty="0" smtClean="0"/>
              <a:t> </a:t>
            </a:r>
            <a:r>
              <a:rPr lang="en-US" dirty="0" err="1" smtClean="0"/>
              <a:t>ನಿರ್ದಿಷ್ಟವಾದ</a:t>
            </a:r>
            <a:r>
              <a:rPr lang="en-US" dirty="0" smtClean="0"/>
              <a:t> </a:t>
            </a:r>
            <a:r>
              <a:rPr lang="en-US" dirty="0" err="1" smtClean="0"/>
              <a:t>ಕಾರಣ</a:t>
            </a:r>
            <a:r>
              <a:rPr lang="en-US" dirty="0" smtClean="0"/>
              <a:t>. </a:t>
            </a:r>
            <a:r>
              <a:rPr lang="en-US" dirty="0" err="1" smtClean="0"/>
              <a:t>ವಿಳಂಬ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ಸೇವೆಯನ್ನು</a:t>
            </a:r>
            <a:r>
              <a:rPr lang="en-US" dirty="0" smtClean="0"/>
              <a:t> </a:t>
            </a:r>
            <a:r>
              <a:rPr lang="en-US" dirty="0" err="1" smtClean="0"/>
              <a:t>ಕಾಲಮಿತಿಯೊಳಗೆ</a:t>
            </a:r>
            <a:r>
              <a:rPr lang="en-US" dirty="0" smtClean="0"/>
              <a:t> </a:t>
            </a:r>
            <a:r>
              <a:rPr lang="en-US" dirty="0" err="1" smtClean="0"/>
              <a:t>ನೀಡದ</a:t>
            </a:r>
            <a:r>
              <a:rPr lang="en-US" dirty="0" smtClean="0"/>
              <a:t> </a:t>
            </a:r>
            <a:r>
              <a:rPr lang="en-US" dirty="0" err="1" smtClean="0"/>
              <a:t>ಕಾರಣ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ಅಧಿಕಾರಿಯಿಂದ</a:t>
            </a:r>
            <a:r>
              <a:rPr lang="en-US" dirty="0" smtClean="0"/>
              <a:t> </a:t>
            </a:r>
            <a:r>
              <a:rPr lang="en-US" dirty="0" err="1" smtClean="0"/>
              <a:t>ಪರಿಹಾರ</a:t>
            </a:r>
            <a:r>
              <a:rPr lang="en-US" dirty="0" smtClean="0"/>
              <a:t> </a:t>
            </a:r>
            <a:r>
              <a:rPr lang="en-US" dirty="0" err="1" smtClean="0"/>
              <a:t>ವೆಚ್ಚವನ್ನು</a:t>
            </a:r>
            <a:r>
              <a:rPr lang="en-US" dirty="0" smtClean="0"/>
              <a:t> </a:t>
            </a:r>
            <a:r>
              <a:rPr lang="en-US" dirty="0" err="1" smtClean="0"/>
              <a:t>ಪಡೆಯುವ</a:t>
            </a:r>
            <a:r>
              <a:rPr lang="en-US" dirty="0" smtClean="0"/>
              <a:t> </a:t>
            </a:r>
            <a:r>
              <a:rPr lang="en-US" dirty="0" err="1" smtClean="0"/>
              <a:t>ಕಾರ್ಯವಿಧಾನ</a:t>
            </a:r>
            <a:r>
              <a:rPr lang="en-US" dirty="0" smtClean="0"/>
              <a:t>,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ಅಧಿಕಾರಿಯವರನ್ನು</a:t>
            </a:r>
            <a:r>
              <a:rPr lang="en-US" dirty="0" smtClean="0"/>
              <a:t> </a:t>
            </a:r>
            <a:r>
              <a:rPr lang="en-US" dirty="0" err="1" smtClean="0"/>
              <a:t>ಸಂಪರ್ಕಿಸಬೇಕಾದ</a:t>
            </a:r>
            <a:r>
              <a:rPr lang="en-US" dirty="0" smtClean="0"/>
              <a:t> </a:t>
            </a:r>
            <a:r>
              <a:rPr lang="en-US" dirty="0" err="1" smtClean="0"/>
              <a:t>ವಿವರಗಳನ್ನು</a:t>
            </a:r>
            <a:r>
              <a:rPr lang="en-US" dirty="0" smtClean="0"/>
              <a:t>, </a:t>
            </a:r>
            <a:r>
              <a:rPr lang="en-US" dirty="0" err="1" smtClean="0"/>
              <a:t>ಅರ್ಜಿಗಳ</a:t>
            </a:r>
            <a:r>
              <a:rPr lang="en-US" dirty="0" smtClean="0"/>
              <a:t> </a:t>
            </a:r>
            <a:r>
              <a:rPr lang="en-US" dirty="0" err="1" smtClean="0"/>
              <a:t>ಸ್ಥಿತಿಗತಿಗಳ</a:t>
            </a:r>
            <a:r>
              <a:rPr lang="en-US" dirty="0" smtClean="0"/>
              <a:t> </a:t>
            </a:r>
            <a:r>
              <a:rPr lang="en-US" dirty="0" err="1" smtClean="0"/>
              <a:t>ನಿರ್ವಹಣೆಗಾಗಿ</a:t>
            </a:r>
            <a:r>
              <a:rPr lang="en-US" dirty="0" smtClean="0"/>
              <a:t> </a:t>
            </a:r>
            <a:r>
              <a:rPr lang="en-US" dirty="0" err="1" smtClean="0"/>
              <a:t>ಕಾರ್ಯವಿಧಾನ</a:t>
            </a:r>
            <a:r>
              <a:rPr lang="en-US" dirty="0" smtClean="0"/>
              <a:t> </a:t>
            </a:r>
            <a:r>
              <a:rPr lang="en-US" dirty="0" err="1" smtClean="0"/>
              <a:t>ಪ್ರದರ್ಶಿಸತಕ್ಕದ್ದು</a:t>
            </a:r>
            <a:r>
              <a:rPr lang="en-US" dirty="0" smtClean="0"/>
              <a:t>.(</a:t>
            </a:r>
            <a:r>
              <a:rPr lang="en-US" dirty="0" err="1" smtClean="0"/>
              <a:t>ನಮೂನೆ</a:t>
            </a:r>
            <a:r>
              <a:rPr lang="en-US" dirty="0" smtClean="0"/>
              <a:t>-ಅ) </a:t>
            </a:r>
            <a:r>
              <a:rPr lang="en-US" dirty="0" err="1" smtClean="0"/>
              <a:t>ಇಂತಹ</a:t>
            </a:r>
            <a:r>
              <a:rPr lang="en-US" dirty="0" smtClean="0"/>
              <a:t> </a:t>
            </a:r>
            <a:r>
              <a:rPr lang="en-US" dirty="0" err="1" smtClean="0"/>
              <a:t>ಸೂಚನಾ</a:t>
            </a:r>
            <a:r>
              <a:rPr lang="en-US" dirty="0" smtClean="0"/>
              <a:t> </a:t>
            </a:r>
            <a:r>
              <a:rPr lang="en-US" dirty="0" err="1" smtClean="0"/>
              <a:t>ಫಲಕವನ್ನು</a:t>
            </a:r>
            <a:r>
              <a:rPr lang="en-US" dirty="0" smtClean="0"/>
              <a:t> </a:t>
            </a:r>
            <a:r>
              <a:rPr lang="en-US" dirty="0" err="1" smtClean="0"/>
              <a:t>ಕಛೇರಿಯ</a:t>
            </a:r>
            <a:r>
              <a:rPr lang="en-US" dirty="0" smtClean="0"/>
              <a:t> </a:t>
            </a:r>
            <a:r>
              <a:rPr lang="en-US" dirty="0" err="1" smtClean="0"/>
              <a:t>ಮುಂಭಾಗದಲ್ಲಿ</a:t>
            </a:r>
            <a:r>
              <a:rPr lang="en-US" dirty="0" smtClean="0"/>
              <a:t> </a:t>
            </a:r>
            <a:r>
              <a:rPr lang="en-US" dirty="0" err="1" smtClean="0"/>
              <a:t>ಪ್ರದರ್ಶಿಸತಕ್ಕದ್ದು</a:t>
            </a:r>
            <a:r>
              <a:rPr lang="en-US" dirty="0" smtClean="0"/>
              <a:t>. </a:t>
            </a:r>
            <a:r>
              <a:rPr lang="en-US" dirty="0" err="1" smtClean="0"/>
              <a:t>ಹಾಗೂ</a:t>
            </a:r>
            <a:r>
              <a:rPr lang="en-US" dirty="0" smtClean="0"/>
              <a:t> </a:t>
            </a:r>
            <a:r>
              <a:rPr lang="en-US" dirty="0" err="1" smtClean="0"/>
              <a:t>ಅಧಿಕೃತ</a:t>
            </a:r>
            <a:r>
              <a:rPr lang="en-US" dirty="0" smtClean="0"/>
              <a:t> </a:t>
            </a:r>
            <a:r>
              <a:rPr lang="en-US" dirty="0" err="1" smtClean="0"/>
              <a:t>ಅರ್ಜಿಗಳ</a:t>
            </a:r>
            <a:r>
              <a:rPr lang="en-US" dirty="0" smtClean="0"/>
              <a:t> </a:t>
            </a:r>
            <a:r>
              <a:rPr lang="en-US" dirty="0" err="1" smtClean="0"/>
              <a:t>ಸಾಕಷ್ಟು</a:t>
            </a:r>
            <a:r>
              <a:rPr lang="en-US" dirty="0" smtClean="0"/>
              <a:t> </a:t>
            </a:r>
            <a:r>
              <a:rPr lang="en-US" dirty="0" err="1" smtClean="0"/>
              <a:t>ಪ್ರತಿಗಳನ್ನು</a:t>
            </a:r>
            <a:r>
              <a:rPr lang="en-US" dirty="0" smtClean="0"/>
              <a:t> </a:t>
            </a:r>
            <a:r>
              <a:rPr lang="en-US" dirty="0" err="1" smtClean="0"/>
              <a:t>ಅರ್ಜಿ</a:t>
            </a:r>
            <a:r>
              <a:rPr lang="en-US" dirty="0" smtClean="0"/>
              <a:t> </a:t>
            </a:r>
            <a:r>
              <a:rPr lang="en-US" dirty="0" err="1" smtClean="0"/>
              <a:t>ಸ್ವೀಕೃತ</a:t>
            </a:r>
            <a:r>
              <a:rPr lang="en-US" dirty="0" smtClean="0"/>
              <a:t> </a:t>
            </a:r>
            <a:r>
              <a:rPr lang="en-US" dirty="0" err="1" smtClean="0"/>
              <a:t>ಕೌಂಟರುಗಳಲ್ಲಿ</a:t>
            </a:r>
            <a:r>
              <a:rPr lang="en-US" dirty="0" smtClean="0"/>
              <a:t> </a:t>
            </a:r>
            <a:r>
              <a:rPr lang="en-US" dirty="0" err="1" smtClean="0"/>
              <a:t>ಒದಗಿಸತಕ್ಕದ್ದು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ಆದಿಪತ್ಯದಲ್ಲಿ</a:t>
            </a:r>
            <a:r>
              <a:rPr lang="en-US" dirty="0" smtClean="0"/>
              <a:t> </a:t>
            </a:r>
            <a:r>
              <a:rPr lang="en-US" dirty="0" err="1" smtClean="0"/>
              <a:t>ಅಂಥ</a:t>
            </a:r>
            <a:r>
              <a:rPr lang="en-US" dirty="0" smtClean="0"/>
              <a:t> </a:t>
            </a:r>
            <a:r>
              <a:rPr lang="en-US" dirty="0" err="1" smtClean="0"/>
              <a:t>ಮಾಹಿತಿಯನ್ನು</a:t>
            </a:r>
            <a:r>
              <a:rPr lang="en-US" dirty="0" smtClean="0"/>
              <a:t> </a:t>
            </a:r>
            <a:r>
              <a:rPr lang="en-US" dirty="0" err="1" smtClean="0"/>
              <a:t>ಪ್ರದರ್ಶನ</a:t>
            </a:r>
            <a:r>
              <a:rPr lang="en-US" dirty="0" smtClean="0"/>
              <a:t> </a:t>
            </a:r>
            <a:r>
              <a:rPr lang="en-US" dirty="0" err="1" smtClean="0"/>
              <a:t>ಮಾಡಿರದ</a:t>
            </a:r>
            <a:r>
              <a:rPr lang="en-US" dirty="0" smtClean="0"/>
              <a:t> </a:t>
            </a:r>
            <a:r>
              <a:rPr lang="en-US" dirty="0" err="1" smtClean="0"/>
              <a:t>ಪ್ರಕರಣದಲ್ಲಿ</a:t>
            </a:r>
            <a:r>
              <a:rPr lang="en-US" dirty="0" smtClean="0"/>
              <a:t>,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,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ಅಧಿಕಾರಿಯ</a:t>
            </a:r>
            <a:r>
              <a:rPr lang="en-US" dirty="0" smtClean="0"/>
              <a:t> </a:t>
            </a:r>
            <a:r>
              <a:rPr lang="en-US" dirty="0" err="1" smtClean="0"/>
              <a:t>ಮೂಲಕ</a:t>
            </a:r>
            <a:r>
              <a:rPr lang="en-US" dirty="0" smtClean="0"/>
              <a:t> </a:t>
            </a:r>
            <a:r>
              <a:rPr lang="en-US" dirty="0" err="1" smtClean="0"/>
              <a:t>ಸುಧಾರಣಾ</a:t>
            </a:r>
            <a:r>
              <a:rPr lang="en-US" dirty="0" smtClean="0"/>
              <a:t> </a:t>
            </a:r>
            <a:r>
              <a:rPr lang="en-US" dirty="0" err="1" smtClean="0"/>
              <a:t>ಕ್ರಮವನ್ನು</a:t>
            </a:r>
            <a:r>
              <a:rPr lang="en-US" dirty="0" smtClean="0"/>
              <a:t> </a:t>
            </a:r>
            <a:r>
              <a:rPr lang="en-US" dirty="0" err="1" smtClean="0"/>
              <a:t>ಪ್ರಾರಂಭಿಸತಕ್ಕದ್ದು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mtClean="0"/>
              <a:t>3. ಸೂಚನಾ ಫಲಕದ ಮೇಲೆ ಮಾಹಿತಿಯನ್ನು ಪ್ರದರ್ಶಿಸುವುದು:-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 smtClean="0"/>
              <a:t>(1) </a:t>
            </a:r>
            <a:r>
              <a:rPr lang="en-US" dirty="0" err="1" smtClean="0"/>
              <a:t>ಅನುಸೂಚಿಯಲ್ಲಿ</a:t>
            </a:r>
            <a:r>
              <a:rPr lang="en-US" dirty="0" smtClean="0"/>
              <a:t> </a:t>
            </a:r>
            <a:r>
              <a:rPr lang="en-US" dirty="0" err="1" smtClean="0"/>
              <a:t>ನಮೂದಿಸಿರುವ</a:t>
            </a:r>
            <a:r>
              <a:rPr lang="en-US" dirty="0" smtClean="0"/>
              <a:t> </a:t>
            </a:r>
            <a:r>
              <a:rPr lang="en-US" dirty="0" err="1" smtClean="0"/>
              <a:t>ಒಂದು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ಹೆಚ್ಚಿನ</a:t>
            </a:r>
            <a:r>
              <a:rPr lang="en-US" dirty="0" smtClean="0"/>
              <a:t> </a:t>
            </a:r>
            <a:r>
              <a:rPr lang="en-US" dirty="0" err="1" smtClean="0"/>
              <a:t>ಸೇವೆಗಳನ್ನು</a:t>
            </a:r>
            <a:r>
              <a:rPr lang="en-US" dirty="0" smtClean="0"/>
              <a:t> </a:t>
            </a:r>
            <a:r>
              <a:rPr lang="en-US" dirty="0" err="1" smtClean="0"/>
              <a:t>ಪಡೆಯಲು</a:t>
            </a:r>
            <a:r>
              <a:rPr lang="en-US" dirty="0" smtClean="0"/>
              <a:t> </a:t>
            </a:r>
            <a:r>
              <a:rPr lang="en-US" dirty="0" err="1" smtClean="0"/>
              <a:t>ಬಯಸುವ</a:t>
            </a:r>
            <a:r>
              <a:rPr lang="en-US" dirty="0" smtClean="0"/>
              <a:t> </a:t>
            </a:r>
            <a:r>
              <a:rPr lang="en-US" dirty="0" err="1" smtClean="0"/>
              <a:t>ನಾಗರಿಕರು</a:t>
            </a:r>
            <a:r>
              <a:rPr lang="en-US" dirty="0" smtClean="0"/>
              <a:t> </a:t>
            </a:r>
            <a:r>
              <a:rPr lang="en-US" dirty="0" err="1" smtClean="0"/>
              <a:t>ನಿಗದಿತ</a:t>
            </a:r>
            <a:r>
              <a:rPr lang="en-US" dirty="0" smtClean="0"/>
              <a:t> </a:t>
            </a:r>
            <a:r>
              <a:rPr lang="en-US" dirty="0" err="1" smtClean="0"/>
              <a:t>ಅರ್ಜಿ</a:t>
            </a:r>
            <a:r>
              <a:rPr lang="en-US" dirty="0" smtClean="0"/>
              <a:t> </a:t>
            </a:r>
            <a:r>
              <a:rPr lang="en-US" dirty="0" err="1" smtClean="0"/>
              <a:t>ನಮೂನೆಯಲ್ಲಿ</a:t>
            </a:r>
            <a:r>
              <a:rPr lang="en-US" dirty="0" smtClean="0"/>
              <a:t> </a:t>
            </a:r>
            <a:r>
              <a:rPr lang="en-US" dirty="0" err="1" smtClean="0"/>
              <a:t>ತಾಳೆಪಟ್ಟಿಯಲ್ಲಿ</a:t>
            </a:r>
            <a:r>
              <a:rPr lang="en-US" dirty="0" smtClean="0"/>
              <a:t> </a:t>
            </a:r>
            <a:r>
              <a:rPr lang="en-US" dirty="0" err="1" smtClean="0"/>
              <a:t>ಹೇಳಿರುವ</a:t>
            </a:r>
            <a:r>
              <a:rPr lang="en-US" dirty="0" smtClean="0"/>
              <a:t> </a:t>
            </a:r>
            <a:r>
              <a:rPr lang="en-US" dirty="0" err="1" smtClean="0"/>
              <a:t>ಎಲ್ಲಾ</a:t>
            </a:r>
            <a:r>
              <a:rPr lang="en-US" dirty="0" smtClean="0"/>
              <a:t> </a:t>
            </a:r>
            <a:r>
              <a:rPr lang="en-US" dirty="0" err="1" smtClean="0"/>
              <a:t>ದಾಖಲಾತಿಗಳೊಂದಿಗೆ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ಅರ್ಜಿಯನ್ನು</a:t>
            </a:r>
            <a:r>
              <a:rPr lang="en-US" dirty="0" smtClean="0"/>
              <a:t> </a:t>
            </a:r>
            <a:r>
              <a:rPr lang="en-US" dirty="0" err="1" smtClean="0"/>
              <a:t>ಸ್ವೀಕೃತ</a:t>
            </a:r>
            <a:r>
              <a:rPr lang="en-US" dirty="0" smtClean="0"/>
              <a:t> </a:t>
            </a:r>
            <a:r>
              <a:rPr lang="en-US" dirty="0" err="1" smtClean="0"/>
              <a:t>ಕೌಂಟರುಗಳಲ್ಲಿ</a:t>
            </a:r>
            <a:r>
              <a:rPr lang="en-US" dirty="0" smtClean="0"/>
              <a:t> / </a:t>
            </a:r>
            <a:r>
              <a:rPr lang="en-US" dirty="0" err="1" smtClean="0"/>
              <a:t>ನೋಂದಣಿ</a:t>
            </a:r>
            <a:r>
              <a:rPr lang="en-US" dirty="0" smtClean="0"/>
              <a:t> </a:t>
            </a:r>
            <a:r>
              <a:rPr lang="en-US" dirty="0" err="1" smtClean="0"/>
              <a:t>ಅಂಚೆ</a:t>
            </a:r>
            <a:r>
              <a:rPr lang="en-US" dirty="0" smtClean="0"/>
              <a:t> </a:t>
            </a:r>
            <a:r>
              <a:rPr lang="en-US" dirty="0" err="1" smtClean="0"/>
              <a:t>ಸ್ವೀಕೃತಿ</a:t>
            </a:r>
            <a:r>
              <a:rPr lang="en-US" dirty="0" smtClean="0"/>
              <a:t> </a:t>
            </a:r>
            <a:r>
              <a:rPr lang="en-US" dirty="0" err="1" smtClean="0"/>
              <a:t>ಬಾಕಿ</a:t>
            </a:r>
            <a:r>
              <a:rPr lang="en-US" dirty="0" smtClean="0"/>
              <a:t>/</a:t>
            </a:r>
            <a:r>
              <a:rPr lang="en-US" dirty="0" err="1" smtClean="0"/>
              <a:t>ಅಂಚೆ</a:t>
            </a:r>
            <a:r>
              <a:rPr lang="en-US" dirty="0" smtClean="0"/>
              <a:t>/ಇ-</a:t>
            </a:r>
            <a:r>
              <a:rPr lang="en-US" dirty="0" err="1" smtClean="0"/>
              <a:t>ಮೈಲ್</a:t>
            </a:r>
            <a:r>
              <a:rPr lang="en-US" dirty="0" smtClean="0"/>
              <a:t> </a:t>
            </a:r>
            <a:r>
              <a:rPr lang="en-US" dirty="0" err="1" smtClean="0"/>
              <a:t>ಸಲ್ಲಿಸಬಹುದಾಗಿದೆ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ಅಧಿಕೃತ</a:t>
            </a:r>
            <a:r>
              <a:rPr lang="en-US" dirty="0" smtClean="0"/>
              <a:t> </a:t>
            </a:r>
            <a:r>
              <a:rPr lang="en-US" dirty="0" err="1" smtClean="0"/>
              <a:t>ವ್ಯಕ್ತಿಯು</a:t>
            </a:r>
            <a:r>
              <a:rPr lang="en-US" dirty="0" smtClean="0"/>
              <a:t>, </a:t>
            </a:r>
            <a:r>
              <a:rPr lang="en-US" dirty="0" err="1" smtClean="0"/>
              <a:t>ಲಿಖಿತ</a:t>
            </a:r>
            <a:r>
              <a:rPr lang="en-US" dirty="0" smtClean="0"/>
              <a:t> </a:t>
            </a:r>
            <a:r>
              <a:rPr lang="en-US" dirty="0" err="1" smtClean="0"/>
              <a:t>ರೂಪದಲ್ಲಿ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ನಿಯಮಿಸಿದೆಡೆಯಲ್ಲಿ</a:t>
            </a:r>
            <a:r>
              <a:rPr lang="en-US" dirty="0" smtClean="0"/>
              <a:t> </a:t>
            </a:r>
            <a:r>
              <a:rPr lang="en-US" dirty="0" err="1" smtClean="0"/>
              <a:t>ಅಂಥ</a:t>
            </a:r>
            <a:r>
              <a:rPr lang="en-US" dirty="0" smtClean="0"/>
              <a:t> </a:t>
            </a:r>
            <a:r>
              <a:rPr lang="en-US" dirty="0" err="1" smtClean="0"/>
              <a:t>ನಮೂನೆಯಲ್ಲಿ</a:t>
            </a:r>
            <a:r>
              <a:rPr lang="en-US" dirty="0" smtClean="0"/>
              <a:t>, </a:t>
            </a:r>
            <a:r>
              <a:rPr lang="en-US" dirty="0" err="1" smtClean="0"/>
              <a:t>ಅರ್ಜಿಯನ್ನು</a:t>
            </a:r>
            <a:r>
              <a:rPr lang="en-US" dirty="0" smtClean="0"/>
              <a:t> </a:t>
            </a:r>
            <a:r>
              <a:rPr lang="en-US" dirty="0" err="1" smtClean="0"/>
              <a:t>ಸ್ವೀಕರಿಸಿದಾಗ</a:t>
            </a:r>
            <a:r>
              <a:rPr lang="en-US" dirty="0" smtClean="0"/>
              <a:t>, </a:t>
            </a:r>
            <a:r>
              <a:rPr lang="en-US" dirty="0" err="1" smtClean="0"/>
              <a:t>ನಮೂನೆ</a:t>
            </a:r>
            <a:r>
              <a:rPr lang="en-US" dirty="0" smtClean="0"/>
              <a:t>-ಆ </a:t>
            </a:r>
            <a:r>
              <a:rPr lang="en-US" dirty="0" err="1" smtClean="0"/>
              <a:t>ಯಲ್ಲಿ</a:t>
            </a:r>
            <a:r>
              <a:rPr lang="en-US" dirty="0" smtClean="0"/>
              <a:t> </a:t>
            </a:r>
            <a:r>
              <a:rPr lang="en-US" dirty="0" err="1" smtClean="0"/>
              <a:t>ಅರ್ಜಿದಾರನಿಗೆ</a:t>
            </a:r>
            <a:r>
              <a:rPr lang="en-US" dirty="0" smtClean="0"/>
              <a:t> </a:t>
            </a:r>
            <a:r>
              <a:rPr lang="en-US" dirty="0" err="1" smtClean="0"/>
              <a:t>ಯುಕ್ತ</a:t>
            </a:r>
            <a:r>
              <a:rPr lang="en-US" dirty="0" smtClean="0"/>
              <a:t> </a:t>
            </a:r>
            <a:r>
              <a:rPr lang="en-US" dirty="0" err="1" smtClean="0"/>
              <a:t>ಸ್ವೀಕೃತಿಯನ್ನು</a:t>
            </a:r>
            <a:r>
              <a:rPr lang="en-US" dirty="0" smtClean="0"/>
              <a:t> </a:t>
            </a:r>
            <a:r>
              <a:rPr lang="en-US" dirty="0" err="1" smtClean="0"/>
              <a:t>ನೀಡತಕ್ಕದ್ದು</a:t>
            </a:r>
            <a:r>
              <a:rPr lang="en-US" dirty="0" smtClean="0"/>
              <a:t> </a:t>
            </a:r>
            <a:r>
              <a:rPr lang="en-US" dirty="0" err="1" smtClean="0"/>
              <a:t>ಪ್ರತಿಯೊಂದು</a:t>
            </a:r>
            <a:r>
              <a:rPr lang="en-US" dirty="0" smtClean="0"/>
              <a:t> </a:t>
            </a:r>
            <a:r>
              <a:rPr lang="en-US" dirty="0" err="1" smtClean="0"/>
              <a:t>ಅರ್ಜಿಗೆ</a:t>
            </a:r>
            <a:r>
              <a:rPr lang="en-US" dirty="0" smtClean="0"/>
              <a:t> </a:t>
            </a:r>
            <a:r>
              <a:rPr lang="en-US" dirty="0" err="1" smtClean="0"/>
              <a:t>ಒಂದು</a:t>
            </a:r>
            <a:r>
              <a:rPr lang="en-US" dirty="0" smtClean="0"/>
              <a:t> </a:t>
            </a:r>
            <a:r>
              <a:rPr lang="en-US" dirty="0" err="1" smtClean="0"/>
              <a:t>ಗಣಕೀಕೃತ</a:t>
            </a:r>
            <a:r>
              <a:rPr lang="en-US" dirty="0" smtClean="0"/>
              <a:t> </a:t>
            </a:r>
            <a:r>
              <a:rPr lang="en-US" dirty="0" err="1" smtClean="0"/>
              <a:t>ಸ್ವೀಕೃತಿ</a:t>
            </a:r>
            <a:r>
              <a:rPr lang="en-US" dirty="0" smtClean="0"/>
              <a:t> </a:t>
            </a:r>
            <a:r>
              <a:rPr lang="en-US" dirty="0" err="1" smtClean="0"/>
              <a:t>ಸಂಖ್ಯೆಯನ್ನು</a:t>
            </a:r>
            <a:r>
              <a:rPr lang="en-US" dirty="0" smtClean="0"/>
              <a:t> </a:t>
            </a:r>
            <a:r>
              <a:rPr lang="en-US" dirty="0" err="1" smtClean="0"/>
              <a:t>ನೀಡತಕ್ಕದ್ದು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(3) </a:t>
            </a:r>
            <a:r>
              <a:rPr lang="en-US" dirty="0" err="1" smtClean="0"/>
              <a:t>ಅರ್ಜಿಯೊಂದಿಗೆ</a:t>
            </a:r>
            <a:r>
              <a:rPr lang="en-US" dirty="0" smtClean="0"/>
              <a:t> </a:t>
            </a:r>
            <a:r>
              <a:rPr lang="en-US" dirty="0" err="1" smtClean="0"/>
              <a:t>ಯಾವುದೇ</a:t>
            </a:r>
            <a:r>
              <a:rPr lang="en-US" dirty="0" smtClean="0"/>
              <a:t> </a:t>
            </a:r>
            <a:r>
              <a:rPr lang="en-US" dirty="0" err="1" smtClean="0"/>
              <a:t>ಆವಶ್ಯಕ</a:t>
            </a:r>
            <a:r>
              <a:rPr lang="en-US" dirty="0" smtClean="0"/>
              <a:t> </a:t>
            </a:r>
            <a:r>
              <a:rPr lang="en-US" dirty="0" err="1" smtClean="0"/>
              <a:t>ದಸ್ತಾವೇಜುಗಳನ್ನು</a:t>
            </a:r>
            <a:r>
              <a:rPr lang="en-US" dirty="0" smtClean="0"/>
              <a:t> </a:t>
            </a:r>
            <a:r>
              <a:rPr lang="en-US" dirty="0" err="1" smtClean="0"/>
              <a:t>ಲಗತ್ತಿಸಿರದ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, </a:t>
            </a:r>
            <a:r>
              <a:rPr lang="en-US" dirty="0" err="1" smtClean="0"/>
              <a:t>ಅದನ್ನು</a:t>
            </a:r>
            <a:r>
              <a:rPr lang="en-US" dirty="0" smtClean="0"/>
              <a:t> </a:t>
            </a:r>
            <a:r>
              <a:rPr lang="en-US" dirty="0" err="1" smtClean="0"/>
              <a:t>ಸ್ವೀಕೃತಿಯಲ್ಲಿ</a:t>
            </a:r>
            <a:r>
              <a:rPr lang="en-US" dirty="0" smtClean="0"/>
              <a:t> </a:t>
            </a:r>
            <a:r>
              <a:rPr lang="en-US" dirty="0" err="1" smtClean="0"/>
              <a:t>ಸ್ಪಷ್ಟವಾಗಿ</a:t>
            </a:r>
            <a:r>
              <a:rPr lang="en-US" dirty="0" smtClean="0"/>
              <a:t> </a:t>
            </a:r>
            <a:r>
              <a:rPr lang="en-US" dirty="0" err="1" smtClean="0"/>
              <a:t>ನಮೂದಿಸತಕ್ಕದ್ದು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ಅಂಥ</a:t>
            </a:r>
            <a:r>
              <a:rPr lang="en-US" dirty="0" smtClean="0"/>
              <a:t> </a:t>
            </a:r>
            <a:r>
              <a:rPr lang="en-US" dirty="0" err="1" smtClean="0"/>
              <a:t>ಸ್ವೀಕೃತಿಗಳಲ್ಲಿ</a:t>
            </a:r>
            <a:r>
              <a:rPr lang="en-US" dirty="0" smtClean="0"/>
              <a:t> </a:t>
            </a:r>
            <a:r>
              <a:rPr lang="en-US" dirty="0" err="1" smtClean="0"/>
              <a:t>ಸೇವೆ</a:t>
            </a:r>
            <a:r>
              <a:rPr lang="en-US" dirty="0" smtClean="0"/>
              <a:t> </a:t>
            </a:r>
            <a:r>
              <a:rPr lang="en-US" dirty="0" err="1" smtClean="0"/>
              <a:t>ಒದಗಿಸುವ</a:t>
            </a:r>
            <a:r>
              <a:rPr lang="en-US" dirty="0" smtClean="0"/>
              <a:t> </a:t>
            </a:r>
            <a:r>
              <a:rPr lang="en-US" dirty="0" err="1" smtClean="0"/>
              <a:t>ದಿನಾಂಕವನ್ನು</a:t>
            </a:r>
            <a:r>
              <a:rPr lang="en-US" dirty="0" smtClean="0"/>
              <a:t> </a:t>
            </a:r>
            <a:r>
              <a:rPr lang="en-US" dirty="0" err="1" smtClean="0"/>
              <a:t>ನಮೂದಿಸತಕ್ಕದ್ದಲ್ಲ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(4) </a:t>
            </a:r>
            <a:r>
              <a:rPr lang="en-US" dirty="0" err="1" smtClean="0"/>
              <a:t>ಅರ್ಜಿಯೊಂದಿಗೆ</a:t>
            </a:r>
            <a:r>
              <a:rPr lang="en-US" dirty="0" smtClean="0"/>
              <a:t> </a:t>
            </a:r>
            <a:r>
              <a:rPr lang="en-US" dirty="0" err="1" smtClean="0"/>
              <a:t>ಎಲ್ಲಾ</a:t>
            </a:r>
            <a:r>
              <a:rPr lang="en-US" dirty="0" smtClean="0"/>
              <a:t> </a:t>
            </a:r>
            <a:r>
              <a:rPr lang="en-US" dirty="0" err="1" smtClean="0"/>
              <a:t>ಅವಶ್ಯಕ</a:t>
            </a:r>
            <a:r>
              <a:rPr lang="en-US" dirty="0" smtClean="0"/>
              <a:t> </a:t>
            </a:r>
            <a:r>
              <a:rPr lang="en-US" dirty="0" err="1" smtClean="0"/>
              <a:t>ದಸ್ತಾವೇಜುಗಳನ್ನು</a:t>
            </a:r>
            <a:r>
              <a:rPr lang="en-US" dirty="0" smtClean="0"/>
              <a:t> </a:t>
            </a:r>
            <a:r>
              <a:rPr lang="en-US" dirty="0" err="1" smtClean="0"/>
              <a:t>ಲಗತ್ತಿಸಿದ್ದಲ್ಲಿ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ಅರ್ಜಿಯು</a:t>
            </a:r>
            <a:r>
              <a:rPr lang="en-US" dirty="0" smtClean="0"/>
              <a:t> </a:t>
            </a:r>
            <a:r>
              <a:rPr lang="en-US" dirty="0" err="1" smtClean="0"/>
              <a:t>ಎಲ್ಲಾ</a:t>
            </a:r>
            <a:r>
              <a:rPr lang="en-US" dirty="0" smtClean="0"/>
              <a:t> </a:t>
            </a:r>
            <a:r>
              <a:rPr lang="en-US" dirty="0" err="1" smtClean="0"/>
              <a:t>ವಿಧಗಳಲ್ಲಿಯೂ</a:t>
            </a:r>
            <a:r>
              <a:rPr lang="en-US" dirty="0" smtClean="0"/>
              <a:t> </a:t>
            </a:r>
            <a:r>
              <a:rPr lang="en-US" dirty="0" err="1" smtClean="0"/>
              <a:t>ಪೂರ್ಣವಾಗಿದ್ದಲ್ಲಿ</a:t>
            </a:r>
            <a:r>
              <a:rPr lang="en-US" dirty="0" smtClean="0"/>
              <a:t> </a:t>
            </a:r>
            <a:r>
              <a:rPr lang="en-US" dirty="0" err="1" smtClean="0"/>
              <a:t>ಆಗ</a:t>
            </a:r>
            <a:r>
              <a:rPr lang="en-US" dirty="0" smtClean="0"/>
              <a:t> </a:t>
            </a:r>
            <a:r>
              <a:rPr lang="en-US" dirty="0" err="1" smtClean="0"/>
              <a:t>ಸೇವೆ</a:t>
            </a:r>
            <a:r>
              <a:rPr lang="en-US" dirty="0" smtClean="0"/>
              <a:t> </a:t>
            </a:r>
            <a:r>
              <a:rPr lang="en-US" dirty="0" err="1" smtClean="0"/>
              <a:t>ಒದಗಿಸುವ</a:t>
            </a:r>
            <a:r>
              <a:rPr lang="en-US" dirty="0" smtClean="0"/>
              <a:t> </a:t>
            </a:r>
            <a:r>
              <a:rPr lang="en-US" dirty="0" err="1" smtClean="0"/>
              <a:t>ದಿನಾಂಕವನ್ನು</a:t>
            </a:r>
            <a:r>
              <a:rPr lang="en-US" dirty="0" smtClean="0"/>
              <a:t> </a:t>
            </a:r>
            <a:r>
              <a:rPr lang="en-US" dirty="0" err="1" smtClean="0"/>
              <a:t>ನಮೂದಿಸತಕ್ಕದ್ದು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mtClean="0"/>
              <a:t>4. ಅರ್ಜಿಯನ್ನು ಸ್ವೀಕರಿಸುವ ಮತ್ತು ಅರ್ಜಿದಾರರಿಗೆ ಸ್ವೀಕೃತಿಯನ್ನು ನೀಡುವ ವಿಧಾನ:-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229600" cy="2438400"/>
          </a:xfrm>
        </p:spPr>
        <p:txBody>
          <a:bodyPr/>
          <a:lstStyle/>
          <a:p>
            <a:pPr>
              <a:buNone/>
            </a:pPr>
            <a:r>
              <a:rPr lang="en-US" dirty="0" err="1" smtClean="0"/>
              <a:t>ಸೇವೆಯ</a:t>
            </a:r>
            <a:r>
              <a:rPr lang="en-US" dirty="0" smtClean="0"/>
              <a:t> </a:t>
            </a:r>
            <a:r>
              <a:rPr lang="en-US" dirty="0" err="1" smtClean="0"/>
              <a:t>ಎಲೆಗಾಗಿ</a:t>
            </a:r>
            <a:r>
              <a:rPr lang="en-US" dirty="0" smtClean="0"/>
              <a:t> </a:t>
            </a:r>
            <a:r>
              <a:rPr lang="en-US" dirty="0" err="1" smtClean="0"/>
              <a:t>ಗೊತ್ತುಪಡಿಸಿದ</a:t>
            </a:r>
            <a:r>
              <a:rPr lang="en-US" dirty="0" smtClean="0"/>
              <a:t> </a:t>
            </a:r>
            <a:r>
              <a:rPr lang="en-US" dirty="0" err="1" smtClean="0"/>
              <a:t>ಕಾಲಮಿತಿಯನ್ನು</a:t>
            </a:r>
            <a:r>
              <a:rPr lang="en-US" dirty="0" smtClean="0"/>
              <a:t> </a:t>
            </a:r>
            <a:r>
              <a:rPr lang="en-US" dirty="0" err="1" smtClean="0"/>
              <a:t>ಲೆಕ್ಕಹಾಕುವಾಗ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ರಜಾದಿನಗಳನ್ನು</a:t>
            </a:r>
            <a:r>
              <a:rPr lang="en-US" dirty="0" smtClean="0"/>
              <a:t> </a:t>
            </a:r>
            <a:r>
              <a:rPr lang="en-US" dirty="0" err="1" smtClean="0"/>
              <a:t>ಒಳಗೊಂಡಿರತಕ್ಕದ್ದಲ್ಲ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057400"/>
          </a:xfrm>
        </p:spPr>
        <p:txBody>
          <a:bodyPr>
            <a:normAutofit/>
          </a:bodyPr>
          <a:lstStyle/>
          <a:p>
            <a:pPr algn="ctr"/>
            <a:r>
              <a:rPr sz="4400" b="1" smtClean="0"/>
              <a:t>5. ಸಾರ್ವಜನಿಕ ರಜಾ ದಿನಗಳನ್ನು ಒಳಗೊಂಡಿರತಕ್ಕದ್ದಲ್ಲ:-</a:t>
            </a:r>
            <a:r>
              <a:rPr sz="4400" smtClean="0"/>
              <a:t> 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 smtClean="0"/>
              <a:t>(1) </a:t>
            </a:r>
            <a:r>
              <a:rPr lang="en-US" dirty="0" err="1" smtClean="0"/>
              <a:t>ನಾಗರಿಕ</a:t>
            </a:r>
            <a:r>
              <a:rPr lang="en-US" dirty="0" smtClean="0"/>
              <a:t> </a:t>
            </a:r>
            <a:r>
              <a:rPr lang="en-US" dirty="0" err="1" smtClean="0"/>
              <a:t>ಸಂಬಂಧಿ</a:t>
            </a:r>
            <a:r>
              <a:rPr lang="en-US" dirty="0" smtClean="0"/>
              <a:t> </a:t>
            </a:r>
            <a:r>
              <a:rPr lang="en-US" dirty="0" err="1" smtClean="0"/>
              <a:t>ಸೇವೆಗಳಿಗಾಗಿ</a:t>
            </a:r>
            <a:r>
              <a:rPr lang="en-US" dirty="0" smtClean="0"/>
              <a:t> </a:t>
            </a:r>
            <a:r>
              <a:rPr lang="en-US" dirty="0" err="1" smtClean="0"/>
              <a:t>ಅರ್ಜಿಯನ್ನು</a:t>
            </a:r>
            <a:r>
              <a:rPr lang="en-US" dirty="0" smtClean="0"/>
              <a:t> </a:t>
            </a:r>
            <a:r>
              <a:rPr lang="en-US" dirty="0" err="1" smtClean="0"/>
              <a:t>ಸಲ್ಲಿಸಿರುವ</a:t>
            </a:r>
            <a:r>
              <a:rPr lang="en-US" dirty="0" smtClean="0"/>
              <a:t> </a:t>
            </a:r>
            <a:r>
              <a:rPr lang="en-US" dirty="0" err="1" smtClean="0"/>
              <a:t>ನಾಗರಿಕನು</a:t>
            </a:r>
            <a:r>
              <a:rPr lang="en-US" dirty="0" smtClean="0"/>
              <a:t>, </a:t>
            </a:r>
            <a:r>
              <a:rPr lang="en-US" dirty="0" err="1" smtClean="0"/>
              <a:t>ನಮೂನೆ</a:t>
            </a:r>
            <a:r>
              <a:rPr lang="en-US" dirty="0" smtClean="0"/>
              <a:t> - ಆ </a:t>
            </a:r>
            <a:r>
              <a:rPr lang="en-US" dirty="0" err="1" smtClean="0"/>
              <a:t>ಪ್ರತಿಯನ್ನು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ಸಲ್ಲಿಸಿ</a:t>
            </a:r>
            <a:r>
              <a:rPr lang="en-US" dirty="0" smtClean="0"/>
              <a:t>/</a:t>
            </a:r>
            <a:r>
              <a:rPr lang="en-US" dirty="0" err="1" smtClean="0"/>
              <a:t>ಕರೆ</a:t>
            </a:r>
            <a:r>
              <a:rPr lang="en-US" dirty="0" smtClean="0"/>
              <a:t> </a:t>
            </a:r>
            <a:r>
              <a:rPr lang="en-US" dirty="0" err="1" smtClean="0"/>
              <a:t>ಕೇಂದ್ರದ</a:t>
            </a:r>
            <a:r>
              <a:rPr lang="en-US" dirty="0" smtClean="0"/>
              <a:t> </a:t>
            </a:r>
            <a:r>
              <a:rPr lang="en-US" dirty="0" err="1" smtClean="0"/>
              <a:t>ಮೂಲಕವೂ</a:t>
            </a:r>
            <a:r>
              <a:rPr lang="en-US" dirty="0" smtClean="0"/>
              <a:t> </a:t>
            </a:r>
            <a:r>
              <a:rPr lang="en-US" dirty="0" err="1" smtClean="0"/>
              <a:t>ದಾಖಲಿಸಿ</a:t>
            </a:r>
            <a:r>
              <a:rPr lang="en-US" dirty="0" smtClean="0"/>
              <a:t> </a:t>
            </a:r>
            <a:r>
              <a:rPr lang="en-US" dirty="0" err="1" smtClean="0"/>
              <a:t>ವೆಚ್ಚವನ್ನು</a:t>
            </a:r>
            <a:r>
              <a:rPr lang="en-US" dirty="0" smtClean="0"/>
              <a:t> </a:t>
            </a:r>
            <a:r>
              <a:rPr lang="en-US" dirty="0" err="1" smtClean="0"/>
              <a:t>ಕೋರುವುದಕ್ಕೆ</a:t>
            </a:r>
            <a:r>
              <a:rPr lang="en-US" dirty="0" smtClean="0"/>
              <a:t> </a:t>
            </a:r>
            <a:r>
              <a:rPr lang="en-US" dirty="0" err="1" smtClean="0"/>
              <a:t>ಹಕ್ಕುಳ್ಳವನಾಗಿರತಕ್ಕದ್ದು</a:t>
            </a:r>
            <a:r>
              <a:rPr lang="en-US" dirty="0" smtClean="0"/>
              <a:t> </a:t>
            </a:r>
            <a:r>
              <a:rPr lang="en-US" dirty="0" err="1" smtClean="0"/>
              <a:t>ಪರಿಹಾರದ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, </a:t>
            </a:r>
            <a:r>
              <a:rPr lang="en-US" dirty="0" err="1" smtClean="0"/>
              <a:t>ಪರಿಹಾರದ</a:t>
            </a:r>
            <a:r>
              <a:rPr lang="en-US" dirty="0" smtClean="0"/>
              <a:t> </a:t>
            </a:r>
            <a:r>
              <a:rPr lang="en-US" dirty="0" err="1" smtClean="0"/>
              <a:t>ವೆಚ್ಚಕ್ಕಾಗಿನ</a:t>
            </a:r>
            <a:r>
              <a:rPr lang="en-US" dirty="0" smtClean="0"/>
              <a:t> </a:t>
            </a:r>
            <a:r>
              <a:rPr lang="en-US" dirty="0" err="1" smtClean="0"/>
              <a:t>ಅರ್ಜಿಯನ್ನು</a:t>
            </a:r>
            <a:r>
              <a:rPr lang="en-US" dirty="0" smtClean="0"/>
              <a:t>, </a:t>
            </a:r>
            <a:r>
              <a:rPr lang="en-US" dirty="0" err="1" smtClean="0"/>
              <a:t>ದಿನಾಂಕ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ಮೊಹರಿನೊಂದಿಗೆ</a:t>
            </a:r>
            <a:r>
              <a:rPr lang="en-US" dirty="0" smtClean="0"/>
              <a:t>, </a:t>
            </a:r>
            <a:r>
              <a:rPr lang="en-US" dirty="0" err="1" smtClean="0"/>
              <a:t>ಸ್ವೀಕರಿಸತಕ್ಕದ್ದು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ಸ್ವೀಕರಿಸುವಂತೆ</a:t>
            </a:r>
            <a:r>
              <a:rPr lang="en-US" dirty="0" smtClean="0"/>
              <a:t> </a:t>
            </a:r>
            <a:r>
              <a:rPr lang="en-US" dirty="0" err="1" smtClean="0"/>
              <a:t>ಮಾಡತಕ್ಕದ್ದು</a:t>
            </a:r>
            <a:r>
              <a:rPr lang="en-US" dirty="0" smtClean="0"/>
              <a:t>,</a:t>
            </a:r>
          </a:p>
          <a:p>
            <a:pPr algn="just">
              <a:buNone/>
            </a:pPr>
            <a:r>
              <a:rPr lang="en-US" dirty="0" smtClean="0"/>
              <a:t>(3) </a:t>
            </a:r>
            <a:r>
              <a:rPr lang="en-US" dirty="0" err="1" smtClean="0"/>
              <a:t>ಪರಿಹಾರ</a:t>
            </a:r>
            <a:r>
              <a:rPr lang="en-US" dirty="0" smtClean="0"/>
              <a:t> </a:t>
            </a:r>
            <a:r>
              <a:rPr lang="en-US" dirty="0" err="1" smtClean="0"/>
              <a:t>ವೆಚ್ಚಕ್ಕಾಗಿನ</a:t>
            </a:r>
            <a:r>
              <a:rPr lang="en-US" dirty="0" smtClean="0"/>
              <a:t> </a:t>
            </a:r>
            <a:r>
              <a:rPr lang="en-US" dirty="0" err="1" smtClean="0"/>
              <a:t>ಅರ್ಜಿಯನ್ನು</a:t>
            </a:r>
            <a:r>
              <a:rPr lang="en-US" dirty="0" smtClean="0"/>
              <a:t> </a:t>
            </a:r>
            <a:r>
              <a:rPr lang="en-US" dirty="0" err="1" smtClean="0"/>
              <a:t>ಸ್ವೀಕರಿಸಿದ</a:t>
            </a:r>
            <a:r>
              <a:rPr lang="en-US" dirty="0" smtClean="0"/>
              <a:t> </a:t>
            </a:r>
            <a:r>
              <a:rPr lang="en-US" dirty="0" err="1" smtClean="0"/>
              <a:t>ತರುವಾಯ</a:t>
            </a:r>
            <a:r>
              <a:rPr lang="en-US" dirty="0" smtClean="0"/>
              <a:t>, </a:t>
            </a:r>
            <a:r>
              <a:rPr lang="en-US" dirty="0" err="1" smtClean="0"/>
              <a:t>ಅರ್ಜಿದಾರನು</a:t>
            </a:r>
            <a:r>
              <a:rPr lang="en-US" dirty="0" smtClean="0"/>
              <a:t> </a:t>
            </a:r>
            <a:r>
              <a:rPr lang="en-US" dirty="0" err="1" smtClean="0"/>
              <a:t>ಅರ್ಹನಾದ</a:t>
            </a:r>
            <a:r>
              <a:rPr lang="en-US" dirty="0" smtClean="0"/>
              <a:t> </a:t>
            </a:r>
            <a:r>
              <a:rPr lang="en-US" dirty="0" err="1" smtClean="0"/>
              <a:t>ಪರಿಹಾರ</a:t>
            </a:r>
            <a:r>
              <a:rPr lang="en-US" dirty="0" smtClean="0"/>
              <a:t> </a:t>
            </a:r>
            <a:r>
              <a:rPr lang="en-US" dirty="0" err="1" smtClean="0"/>
              <a:t>ವೆಚ್ಚವನ್ನು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 </a:t>
            </a:r>
            <a:r>
              <a:rPr lang="en-US" dirty="0" err="1" smtClean="0"/>
              <a:t>ಆನ್‌ಲೈನ್</a:t>
            </a:r>
            <a:r>
              <a:rPr lang="en-US" dirty="0" smtClean="0"/>
              <a:t> </a:t>
            </a:r>
            <a:r>
              <a:rPr lang="en-US" dirty="0" err="1" smtClean="0"/>
              <a:t>ಮಾಹಿತಿ</a:t>
            </a:r>
            <a:r>
              <a:rPr lang="en-US" dirty="0" smtClean="0"/>
              <a:t> </a:t>
            </a:r>
            <a:r>
              <a:rPr lang="en-US" dirty="0" err="1" smtClean="0"/>
              <a:t>ಆಧಾರದ</a:t>
            </a:r>
            <a:r>
              <a:rPr lang="en-US" dirty="0" smtClean="0"/>
              <a:t> </a:t>
            </a:r>
            <a:r>
              <a:rPr lang="en-US" dirty="0" err="1" smtClean="0"/>
              <a:t>ಮೇಲೆ</a:t>
            </a:r>
            <a:r>
              <a:rPr lang="en-US" dirty="0" smtClean="0"/>
              <a:t> </a:t>
            </a:r>
            <a:r>
              <a:rPr lang="en-US" dirty="0" err="1" smtClean="0"/>
              <a:t>ಮೌಲ್ಯಮಾಪನ</a:t>
            </a:r>
            <a:r>
              <a:rPr lang="en-US" dirty="0" smtClean="0"/>
              <a:t> </a:t>
            </a:r>
            <a:r>
              <a:rPr lang="en-US" dirty="0" err="1" smtClean="0"/>
              <a:t>ಮಾಡತಕ್ಕದ್ದು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ಅದನ್ನು</a:t>
            </a:r>
            <a:r>
              <a:rPr lang="en-US" dirty="0" smtClean="0"/>
              <a:t> </a:t>
            </a:r>
            <a:r>
              <a:rPr lang="en-US" dirty="0" err="1" smtClean="0"/>
              <a:t>ಪಾವತಿ</a:t>
            </a:r>
            <a:r>
              <a:rPr lang="en-US" dirty="0" smtClean="0"/>
              <a:t> </a:t>
            </a:r>
            <a:r>
              <a:rPr lang="en-US" dirty="0" err="1" smtClean="0"/>
              <a:t>ಮಾಡುವುದಕ್ಕೆ</a:t>
            </a:r>
            <a:r>
              <a:rPr lang="en-US" dirty="0" smtClean="0"/>
              <a:t> </a:t>
            </a:r>
            <a:r>
              <a:rPr lang="en-US" dirty="0" err="1" smtClean="0"/>
              <a:t>ಕಚೇರಿಯ</a:t>
            </a:r>
            <a:r>
              <a:rPr lang="en-US" dirty="0" smtClean="0"/>
              <a:t> </a:t>
            </a:r>
            <a:r>
              <a:rPr lang="en-US" dirty="0" err="1" smtClean="0"/>
              <a:t>ಇಂಪ್ರೆಸ್ಟ್</a:t>
            </a:r>
            <a:r>
              <a:rPr lang="en-US" dirty="0" smtClean="0"/>
              <a:t> </a:t>
            </a:r>
            <a:r>
              <a:rPr lang="en-US" dirty="0" err="1" smtClean="0"/>
              <a:t>ಮೊತ್ತದಿಂದ</a:t>
            </a:r>
            <a:r>
              <a:rPr lang="en-US" dirty="0" smtClean="0"/>
              <a:t> </a:t>
            </a:r>
            <a:r>
              <a:rPr lang="en-US" dirty="0" err="1" smtClean="0"/>
              <a:t>ತಕ್ಷಣ</a:t>
            </a:r>
            <a:r>
              <a:rPr lang="en-US" dirty="0" smtClean="0"/>
              <a:t> </a:t>
            </a:r>
            <a:r>
              <a:rPr lang="en-US" dirty="0" err="1" smtClean="0"/>
              <a:t>ಪಾವತಿಸಿ</a:t>
            </a:r>
            <a:r>
              <a:rPr lang="en-US" dirty="0" smtClean="0"/>
              <a:t> </a:t>
            </a:r>
            <a:r>
              <a:rPr lang="en-US" dirty="0" err="1" smtClean="0"/>
              <a:t>ಸ್ವೀಕೃತಿ</a:t>
            </a:r>
            <a:r>
              <a:rPr lang="en-US" dirty="0" smtClean="0"/>
              <a:t> </a:t>
            </a:r>
            <a:r>
              <a:rPr lang="en-US" dirty="0" err="1" smtClean="0"/>
              <a:t>ಸಹಿಯನ್ನು</a:t>
            </a:r>
            <a:r>
              <a:rPr lang="en-US" dirty="0" smtClean="0"/>
              <a:t> </a:t>
            </a:r>
            <a:r>
              <a:rPr lang="en-US" dirty="0" err="1" smtClean="0"/>
              <a:t>ಪಡೆಯತಕ್ಕದ್ದು</a:t>
            </a:r>
            <a:r>
              <a:rPr lang="en-US" dirty="0" smtClean="0"/>
              <a:t>, </a:t>
            </a:r>
            <a:r>
              <a:rPr lang="en-US" dirty="0" err="1" smtClean="0"/>
              <a:t>ತದನಂತರ</a:t>
            </a:r>
            <a:r>
              <a:rPr lang="en-US" dirty="0" smtClean="0"/>
              <a:t> </a:t>
            </a:r>
            <a:r>
              <a:rPr lang="en-US" dirty="0" err="1" smtClean="0"/>
              <a:t>ಆತನು</a:t>
            </a:r>
            <a:r>
              <a:rPr lang="en-US" dirty="0" smtClean="0"/>
              <a:t> 11ನೇ </a:t>
            </a:r>
            <a:r>
              <a:rPr lang="en-US" dirty="0" err="1" smtClean="0"/>
              <a:t>ಪ್ರಕರಣದ</a:t>
            </a:r>
            <a:r>
              <a:rPr lang="en-US" dirty="0" smtClean="0"/>
              <a:t> </a:t>
            </a:r>
            <a:r>
              <a:rPr lang="en-US" dirty="0" err="1" smtClean="0"/>
              <a:t>ಅಡಿಯಲ್ಲಿ</a:t>
            </a:r>
            <a:r>
              <a:rPr lang="en-US" dirty="0" smtClean="0"/>
              <a:t> </a:t>
            </a:r>
            <a:r>
              <a:rPr lang="en-US" dirty="0" err="1" smtClean="0"/>
              <a:t>ಅನುಸೂಚಿಯಲ್ಲಿ</a:t>
            </a:r>
            <a:r>
              <a:rPr lang="en-US" dirty="0" smtClean="0"/>
              <a:t> </a:t>
            </a:r>
            <a:r>
              <a:rPr lang="en-US" dirty="0" err="1" smtClean="0"/>
              <a:t>ನಿಗದಿಪಡಿಸಿರುವ</a:t>
            </a:r>
            <a:r>
              <a:rPr lang="en-US" dirty="0" smtClean="0"/>
              <a:t> </a:t>
            </a:r>
            <a:r>
              <a:rPr lang="en-US" dirty="0" err="1" smtClean="0"/>
              <a:t>ಕಾಲಮಿತಿಯಲ್ಲಿ</a:t>
            </a:r>
            <a:r>
              <a:rPr lang="en-US" dirty="0" smtClean="0"/>
              <a:t> </a:t>
            </a:r>
            <a:r>
              <a:rPr lang="en-US" dirty="0" err="1" smtClean="0"/>
              <a:t>ತಪ್ಪಿತಸ್ಥ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ನೌಕರನಿಂದ</a:t>
            </a:r>
            <a:r>
              <a:rPr lang="en-US" dirty="0" smtClean="0"/>
              <a:t> </a:t>
            </a:r>
            <a:r>
              <a:rPr lang="en-US" dirty="0" err="1" smtClean="0"/>
              <a:t>ಅದನ್ನು</a:t>
            </a:r>
            <a:r>
              <a:rPr lang="en-US" dirty="0" smtClean="0"/>
              <a:t> 30 </a:t>
            </a:r>
            <a:r>
              <a:rPr lang="en-US" dirty="0" err="1" smtClean="0"/>
              <a:t>ದಿನಗಳು</a:t>
            </a:r>
            <a:r>
              <a:rPr lang="en-US" dirty="0" smtClean="0"/>
              <a:t> </a:t>
            </a:r>
            <a:r>
              <a:rPr lang="en-US" dirty="0" err="1" smtClean="0"/>
              <a:t>ವಸೂಲು</a:t>
            </a:r>
            <a:r>
              <a:rPr lang="en-US" dirty="0" smtClean="0"/>
              <a:t> </a:t>
            </a:r>
            <a:r>
              <a:rPr lang="en-US" dirty="0" err="1" smtClean="0"/>
              <a:t>ಮಾಡಲು</a:t>
            </a:r>
            <a:r>
              <a:rPr lang="en-US" dirty="0" smtClean="0"/>
              <a:t> </a:t>
            </a:r>
            <a:r>
              <a:rPr lang="en-US" dirty="0" err="1" smtClean="0"/>
              <a:t>ಕ್ರಮವಹಿಸತಕ್ಕದ್ದು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mtClean="0"/>
              <a:t>6. ಪರಿಹಾರ ವೆಚ್ಚವನ್ನು ಕೋರುವ ಮತ್ತು ಪಾವತಿ ಮಾಡುವ ವಿಧಾನ:-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/>
              <a:t>   </a:t>
            </a:r>
            <a:r>
              <a:rPr lang="en-US" sz="3200" dirty="0" err="1" smtClean="0"/>
              <a:t>ಸಕ್ಷಮ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ಅಧಿಕಾರಿಯು</a:t>
            </a:r>
            <a:r>
              <a:rPr lang="en-US" sz="3200" dirty="0" smtClean="0"/>
              <a:t>, </a:t>
            </a:r>
            <a:r>
              <a:rPr lang="en-US" sz="3200" dirty="0" err="1" smtClean="0"/>
              <a:t>ಪರಿಹಾರವನ್ನು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ಪಾವತಿ</a:t>
            </a:r>
            <a:r>
              <a:rPr lang="en-US" sz="3200" dirty="0" smtClean="0"/>
              <a:t> </a:t>
            </a:r>
            <a:r>
              <a:rPr lang="en-US" sz="3200" dirty="0" err="1" smtClean="0"/>
              <a:t>ಮಾಡಿದ</a:t>
            </a:r>
            <a:r>
              <a:rPr lang="en-US" sz="3200" dirty="0" smtClean="0"/>
              <a:t> </a:t>
            </a:r>
            <a:r>
              <a:rPr lang="en-US" sz="3200" dirty="0" err="1" smtClean="0"/>
              <a:t>ಅರ್ಜಿಯ</a:t>
            </a:r>
            <a:r>
              <a:rPr lang="en-US" sz="3200" dirty="0" smtClean="0"/>
              <a:t> </a:t>
            </a:r>
            <a:r>
              <a:rPr lang="en-US" sz="3200" dirty="0" err="1" smtClean="0"/>
              <a:t>ಪ್ರತಿಯನ್ನು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ಆತನಿಗೆ</a:t>
            </a:r>
            <a:r>
              <a:rPr lang="en-US" sz="3200" dirty="0" smtClean="0"/>
              <a:t> </a:t>
            </a:r>
            <a:r>
              <a:rPr lang="en-US" sz="3200" dirty="0" err="1" smtClean="0"/>
              <a:t>ಒದಗಿಸುವಲ್ಲಿ</a:t>
            </a:r>
            <a:r>
              <a:rPr lang="en-US" sz="3200" dirty="0" smtClean="0"/>
              <a:t> </a:t>
            </a:r>
            <a:r>
              <a:rPr lang="en-US" sz="3200" dirty="0" err="1" smtClean="0"/>
              <a:t>ವಿಳಂಬಕ್ಕೆ</a:t>
            </a:r>
            <a:r>
              <a:rPr lang="en-US" sz="3200" dirty="0" smtClean="0"/>
              <a:t> </a:t>
            </a:r>
            <a:r>
              <a:rPr lang="en-US" sz="3200" dirty="0" err="1" smtClean="0"/>
              <a:t>ಆಥವಾ</a:t>
            </a:r>
            <a:r>
              <a:rPr lang="en-US" sz="3200" dirty="0" smtClean="0"/>
              <a:t> </a:t>
            </a:r>
            <a:r>
              <a:rPr lang="en-US" sz="3200" dirty="0" err="1" smtClean="0"/>
              <a:t>ತಪ್ಪಿಗೆ</a:t>
            </a:r>
            <a:r>
              <a:rPr lang="en-US" sz="3200" dirty="0" smtClean="0"/>
              <a:t> </a:t>
            </a:r>
            <a:r>
              <a:rPr lang="en-US" sz="3200" dirty="0" err="1" smtClean="0"/>
              <a:t>ಹೊಣೆಗಾರನಾದ</a:t>
            </a:r>
            <a:r>
              <a:rPr lang="en-US" sz="3200" dirty="0" smtClean="0"/>
              <a:t> </a:t>
            </a:r>
            <a:r>
              <a:rPr lang="en-US" sz="3200" dirty="0" err="1" smtClean="0"/>
              <a:t>ಹೆಸರಿಸಲಾದ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ಅಧಿಕಾರಿ</a:t>
            </a:r>
            <a:r>
              <a:rPr lang="en-US" sz="3200" dirty="0" smtClean="0"/>
              <a:t> </a:t>
            </a:r>
            <a:r>
              <a:rPr lang="en-US" sz="3200" dirty="0" err="1" smtClean="0"/>
              <a:t>ಅಥವಾ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ಅಧೀನ</a:t>
            </a:r>
            <a:r>
              <a:rPr lang="en-US" sz="3200" dirty="0" smtClean="0"/>
              <a:t> </a:t>
            </a:r>
            <a:r>
              <a:rPr lang="en-US" sz="3200" dirty="0" err="1" smtClean="0"/>
              <a:t>ಸಿಬ್ಬಂದಿಗೆ</a:t>
            </a:r>
            <a:r>
              <a:rPr lang="en-US" sz="3200" dirty="0" smtClean="0"/>
              <a:t> </a:t>
            </a:r>
            <a:r>
              <a:rPr lang="en-US" sz="3200" dirty="0" err="1" smtClean="0"/>
              <a:t>ನೋಟೀಸನ್ನು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ನೀಡತಕ್ಕದ್ದು</a:t>
            </a:r>
            <a:r>
              <a:rPr lang="en-US" sz="3200" dirty="0" smtClean="0"/>
              <a:t> </a:t>
            </a:r>
            <a:r>
              <a:rPr lang="en-US" sz="3200" dirty="0" err="1" smtClean="0"/>
              <a:t>ಮತ್ತು</a:t>
            </a:r>
            <a:r>
              <a:rPr lang="en-US" sz="3200" dirty="0" smtClean="0"/>
              <a:t> </a:t>
            </a:r>
            <a:r>
              <a:rPr lang="en-US" sz="3200" dirty="0" err="1" smtClean="0"/>
              <a:t>ಪಾವತಿ</a:t>
            </a:r>
            <a:r>
              <a:rPr lang="en-US" sz="3200" dirty="0" smtClean="0"/>
              <a:t> </a:t>
            </a:r>
            <a:r>
              <a:rPr lang="en-US" sz="3200" dirty="0" err="1" smtClean="0"/>
              <a:t>ಮಾಡಿದ</a:t>
            </a:r>
            <a:r>
              <a:rPr lang="en-US" sz="3200" dirty="0" smtClean="0"/>
              <a:t> </a:t>
            </a:r>
            <a:r>
              <a:rPr lang="en-US" sz="3200" dirty="0" err="1" smtClean="0"/>
              <a:t>ಪರಿಹಾರ</a:t>
            </a:r>
            <a:r>
              <a:rPr lang="en-US" sz="3200" dirty="0" smtClean="0"/>
              <a:t> </a:t>
            </a:r>
            <a:r>
              <a:rPr lang="en-US" sz="3200" dirty="0" err="1" smtClean="0"/>
              <a:t>ವೆಚ್ಚವನ್ನು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ಆತನಿಂದ</a:t>
            </a:r>
            <a:r>
              <a:rPr lang="en-US" sz="3200" dirty="0" smtClean="0"/>
              <a:t> </a:t>
            </a:r>
            <a:r>
              <a:rPr lang="en-US" sz="3200" dirty="0" err="1" smtClean="0"/>
              <a:t>ಏಕೆ</a:t>
            </a:r>
            <a:r>
              <a:rPr lang="en-US" sz="3200" dirty="0" smtClean="0"/>
              <a:t> </a:t>
            </a:r>
            <a:r>
              <a:rPr lang="en-US" sz="3200" dirty="0" err="1" smtClean="0"/>
              <a:t>ವಸೂಲು</a:t>
            </a:r>
            <a:r>
              <a:rPr lang="en-US" sz="3200" dirty="0" smtClean="0"/>
              <a:t> </a:t>
            </a:r>
            <a:r>
              <a:rPr lang="en-US" sz="3200" dirty="0" err="1" smtClean="0"/>
              <a:t>ಮಾಡಬಾರದೆಂಬುದಕ್ಕೆ</a:t>
            </a:r>
            <a:r>
              <a:rPr lang="en-US" sz="3200" dirty="0" smtClean="0"/>
              <a:t> </a:t>
            </a:r>
            <a:r>
              <a:rPr lang="en-US" sz="3200" dirty="0" err="1" smtClean="0"/>
              <a:t>ಕಾರಣಗಳನ್ನು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ಕೇಳಿತಕ್ಕದ್ದು</a:t>
            </a:r>
            <a:r>
              <a:rPr lang="en-US" sz="3200" dirty="0" smtClean="0"/>
              <a:t>. </a:t>
            </a:r>
            <a:r>
              <a:rPr lang="en-US" sz="3200" dirty="0" err="1" smtClean="0"/>
              <a:t>ತಪ್ಪಿತಸ್ಥ</a:t>
            </a:r>
            <a:r>
              <a:rPr lang="en-US" sz="3200" dirty="0" smtClean="0"/>
              <a:t> </a:t>
            </a:r>
            <a:r>
              <a:rPr lang="en-US" sz="3200" dirty="0" err="1" smtClean="0"/>
              <a:t>ಅಥವಾ</a:t>
            </a:r>
            <a:r>
              <a:rPr lang="en-US" sz="3200" dirty="0" smtClean="0"/>
              <a:t> </a:t>
            </a:r>
            <a:r>
              <a:rPr lang="en-US" sz="3200" dirty="0" err="1" smtClean="0"/>
              <a:t>ವಿಳಂಬ</a:t>
            </a:r>
            <a:r>
              <a:rPr lang="en-US" sz="3200" dirty="0" smtClean="0"/>
              <a:t> </a:t>
            </a:r>
            <a:r>
              <a:rPr lang="en-US" sz="3200" dirty="0" err="1" smtClean="0"/>
              <a:t>ಮಾಡಿದ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ಅಧಿಕಾರಿ</a:t>
            </a:r>
            <a:r>
              <a:rPr lang="en-US" sz="3200" dirty="0" smtClean="0"/>
              <a:t> </a:t>
            </a:r>
            <a:r>
              <a:rPr lang="en-US" sz="3200" dirty="0" err="1" smtClean="0"/>
              <a:t>ಅಥವಾ</a:t>
            </a:r>
            <a:r>
              <a:rPr lang="en-US" sz="3200" dirty="0" smtClean="0"/>
              <a:t> </a:t>
            </a:r>
            <a:r>
              <a:rPr lang="en-US" sz="3200" dirty="0" err="1" smtClean="0"/>
              <a:t>ಸಿಬ್ಬಂದಿಗೆ</a:t>
            </a:r>
            <a:r>
              <a:rPr lang="en-US" sz="3200" dirty="0" smtClean="0"/>
              <a:t> </a:t>
            </a:r>
            <a:r>
              <a:rPr lang="en-US" sz="3200" dirty="0" err="1" smtClean="0"/>
              <a:t>ಕಾರಣಗಳನ್ನು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ಯಾವ</a:t>
            </a:r>
            <a:r>
              <a:rPr lang="en-US" sz="3200" dirty="0" smtClean="0"/>
              <a:t> </a:t>
            </a:r>
            <a:r>
              <a:rPr lang="en-US" sz="3200" dirty="0" err="1" smtClean="0"/>
              <a:t>ಕಾಲಮಿತಿಯೊಳಗೆ</a:t>
            </a:r>
            <a:r>
              <a:rPr lang="en-US" sz="3200" dirty="0" smtClean="0"/>
              <a:t> </a:t>
            </a:r>
            <a:r>
              <a:rPr lang="en-US" sz="3200" dirty="0" err="1" smtClean="0"/>
              <a:t>ಒದಗಿಸಬೇಕೆಂಬುದನ್ನೂ</a:t>
            </a:r>
            <a:r>
              <a:rPr lang="en-US" sz="3200" dirty="0" smtClean="0"/>
              <a:t> </a:t>
            </a:r>
            <a:r>
              <a:rPr lang="en-US" sz="3200" dirty="0" err="1" smtClean="0"/>
              <a:t>ಆತನು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ಸೂಚಿಸತಕ್ಕದ್ದು</a:t>
            </a:r>
            <a:r>
              <a:rPr lang="en-US" sz="3200" dirty="0" smtClean="0"/>
              <a:t>,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7. ನೋಟೀಸನ್ನು ನೀಡುವ ವಿಧಾನ:-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1752600"/>
          </a:xfrm>
        </p:spPr>
        <p:txBody>
          <a:bodyPr/>
          <a:lstStyle/>
          <a:p>
            <a:pPr algn="just">
              <a:buNone/>
            </a:pPr>
            <a:r>
              <a:rPr lang="en-US" sz="2800" dirty="0" err="1" smtClean="0"/>
              <a:t>ಸಕ್ಷಮ</a:t>
            </a:r>
            <a:r>
              <a:rPr lang="en-US" sz="2800" dirty="0" smtClean="0"/>
              <a:t> </a:t>
            </a:r>
            <a:r>
              <a:rPr lang="en-US" sz="2800" dirty="0" err="1" smtClean="0"/>
              <a:t>ಅಧಿಕಾರಿಗೆ</a:t>
            </a:r>
            <a:r>
              <a:rPr lang="en-US" sz="2800" dirty="0" smtClean="0"/>
              <a:t> </a:t>
            </a:r>
            <a:r>
              <a:rPr lang="en-US" sz="2800" dirty="0" err="1" smtClean="0"/>
              <a:t>ಅಥವಾ</a:t>
            </a:r>
            <a:r>
              <a:rPr lang="en-US" sz="2800" dirty="0" smtClean="0"/>
              <a:t> </a:t>
            </a:r>
            <a:r>
              <a:rPr lang="en-US" sz="2800" dirty="0" err="1" smtClean="0"/>
              <a:t>ಮೇಲ್ಮನವಿ</a:t>
            </a:r>
            <a:r>
              <a:rPr lang="en-US" sz="2800" dirty="0" smtClean="0"/>
              <a:t> </a:t>
            </a:r>
            <a:r>
              <a:rPr lang="en-US" sz="2800" dirty="0" err="1" smtClean="0"/>
              <a:t>ಪ್ರಾಧಿಕಾರಕ್ಕೆ</a:t>
            </a:r>
            <a:r>
              <a:rPr lang="en-US" sz="2800" dirty="0" smtClean="0"/>
              <a:t> </a:t>
            </a:r>
            <a:r>
              <a:rPr lang="en-US" sz="2800" dirty="0" err="1" smtClean="0"/>
              <a:t>ಮೇಲ್ಮನವಿಗಾಗಿ</a:t>
            </a:r>
            <a:r>
              <a:rPr lang="en-US" sz="2800" dirty="0" smtClean="0"/>
              <a:t> </a:t>
            </a:r>
            <a:r>
              <a:rPr lang="en-US" sz="2800" dirty="0" err="1" smtClean="0"/>
              <a:t>ಯಾವುದೇ</a:t>
            </a:r>
            <a:r>
              <a:rPr lang="en-US" sz="2800" dirty="0" smtClean="0"/>
              <a:t> </a:t>
            </a:r>
            <a:r>
              <a:rPr lang="en-US" sz="2800" dirty="0" err="1" smtClean="0"/>
              <a:t>ಶುಲ್ಕವನ್ನು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ವಿಧಿಸತಕ್ಕದ್ದಲ್ಲ</a:t>
            </a:r>
            <a:r>
              <a:rPr lang="en-US" sz="2800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8. ಶುಲ್ಕವನ್ನು ಸಡಿಲಗೊಳಿಸುವುದು:-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1447800"/>
          </a:xfrm>
        </p:spPr>
        <p:txBody>
          <a:bodyPr/>
          <a:lstStyle/>
          <a:p>
            <a:pPr algn="just">
              <a:buNone/>
            </a:pPr>
            <a:r>
              <a:rPr lang="en-US" sz="2800" dirty="0" smtClean="0"/>
              <a:t>   </a:t>
            </a:r>
            <a:r>
              <a:rPr lang="en-US" sz="2800" dirty="0" err="1" smtClean="0"/>
              <a:t>ಸಕ್ಷಮ</a:t>
            </a:r>
            <a:r>
              <a:rPr lang="en-US" sz="2800" dirty="0" smtClean="0"/>
              <a:t> </a:t>
            </a:r>
            <a:r>
              <a:rPr lang="en-US" sz="2800" dirty="0" err="1" smtClean="0"/>
              <a:t>ಅಧಿಕಾರಿಗೆ</a:t>
            </a:r>
            <a:r>
              <a:rPr lang="en-US" sz="2800" dirty="0" smtClean="0"/>
              <a:t> </a:t>
            </a:r>
            <a:r>
              <a:rPr lang="en-US" sz="2800" dirty="0" err="1" smtClean="0"/>
              <a:t>ಸಲ್ಲಿಸುವ</a:t>
            </a:r>
            <a:r>
              <a:rPr lang="en-US" sz="2800" dirty="0" smtClean="0"/>
              <a:t> </a:t>
            </a:r>
            <a:r>
              <a:rPr lang="en-US" sz="2800" dirty="0" err="1" smtClean="0"/>
              <a:t>ಅರ್ಜಿಯು</a:t>
            </a:r>
            <a:r>
              <a:rPr lang="en-US" sz="2800" dirty="0" smtClean="0"/>
              <a:t> </a:t>
            </a:r>
            <a:r>
              <a:rPr lang="en-US" sz="2800" dirty="0" err="1" smtClean="0"/>
              <a:t>ನಮೂನೆ-ಬಿ</a:t>
            </a:r>
            <a:r>
              <a:rPr lang="en-US" sz="2800" dirty="0" smtClean="0"/>
              <a:t> </a:t>
            </a:r>
            <a:r>
              <a:rPr lang="en-US" sz="2800" dirty="0" err="1" smtClean="0"/>
              <a:t>ಪ್ರತಿಯೊಂದಿಗೆ</a:t>
            </a:r>
            <a:r>
              <a:rPr lang="en-US" sz="2800" dirty="0" smtClean="0"/>
              <a:t> / </a:t>
            </a:r>
            <a:r>
              <a:rPr lang="en-US" sz="2800" dirty="0" err="1" smtClean="0"/>
              <a:t>ಕರೆ</a:t>
            </a:r>
            <a:r>
              <a:rPr lang="en-US" sz="2800" dirty="0" smtClean="0"/>
              <a:t> </a:t>
            </a:r>
            <a:r>
              <a:rPr lang="en-US" sz="2800" dirty="0" err="1" smtClean="0"/>
              <a:t>ಕೇಂದ್ರ</a:t>
            </a:r>
            <a:r>
              <a:rPr lang="en-US" sz="2800" dirty="0" smtClean="0"/>
              <a:t> </a:t>
            </a:r>
            <a:r>
              <a:rPr lang="en-US" sz="2800" dirty="0" err="1" smtClean="0"/>
              <a:t>ಮೂಲಕ</a:t>
            </a:r>
            <a:r>
              <a:rPr lang="en-US" sz="2800" dirty="0" smtClean="0"/>
              <a:t> </a:t>
            </a:r>
            <a:r>
              <a:rPr lang="en-US" sz="2800" dirty="0" err="1" smtClean="0"/>
              <a:t>ಸಲ್ಲಿಸುವುದು</a:t>
            </a:r>
            <a:r>
              <a:rPr lang="en-US" sz="2800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mtClean="0"/>
              <a:t>9. ಸಕ್ಷಮ ಅಧಿಕಾರಿಗೆ ಅರ್ಜಿ ಸಲ್ಲಿಸುವ ಕಾರ್ಯವಿಧಾನ 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886200"/>
          </a:xfrm>
        </p:spPr>
        <p:txBody>
          <a:bodyPr/>
          <a:lstStyle/>
          <a:p>
            <a:pPr algn="just">
              <a:buNone/>
            </a:pPr>
            <a:r>
              <a:rPr lang="en-US" sz="3200" dirty="0" smtClean="0"/>
              <a:t>“</a:t>
            </a:r>
            <a:r>
              <a:rPr lang="en-US" sz="3200" dirty="0" err="1" smtClean="0"/>
              <a:t>ನಮೂನೆ</a:t>
            </a:r>
            <a:r>
              <a:rPr lang="en-US" sz="3200" dirty="0" smtClean="0"/>
              <a:t>-ಈ" </a:t>
            </a:r>
            <a:r>
              <a:rPr lang="en-US" sz="3200" dirty="0" err="1" smtClean="0"/>
              <a:t>ಪ್ರತಿಯೊಂದಿಗೆ</a:t>
            </a:r>
            <a:r>
              <a:rPr lang="en-US" sz="3200" dirty="0" smtClean="0"/>
              <a:t> </a:t>
            </a:r>
            <a:r>
              <a:rPr lang="en-US" sz="3200" dirty="0" err="1" smtClean="0"/>
              <a:t>ಅರ್ಜಿ</a:t>
            </a:r>
            <a:r>
              <a:rPr lang="en-US" sz="3200" dirty="0" smtClean="0"/>
              <a:t> </a:t>
            </a:r>
            <a:r>
              <a:rPr lang="en-US" sz="3200" dirty="0" err="1" smtClean="0"/>
              <a:t>ಸಲ್ಲಿಸುವುದು</a:t>
            </a:r>
            <a:r>
              <a:rPr lang="en-US" sz="3200" dirty="0" smtClean="0"/>
              <a:t>,</a:t>
            </a:r>
          </a:p>
          <a:p>
            <a:pPr algn="just"/>
            <a:r>
              <a:rPr lang="en-US" sz="3200" dirty="0" err="1" smtClean="0"/>
              <a:t>ಸಕ್ಷಮ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ಅಧಿಕಾರಿಯ</a:t>
            </a:r>
            <a:r>
              <a:rPr lang="en-US" sz="3200" dirty="0" smtClean="0"/>
              <a:t> </a:t>
            </a:r>
            <a:r>
              <a:rPr lang="en-US" sz="3200" dirty="0" err="1" smtClean="0"/>
              <a:t>ಆದೇಶದ</a:t>
            </a:r>
            <a:r>
              <a:rPr lang="en-US" sz="3200" dirty="0" smtClean="0"/>
              <a:t> </a:t>
            </a:r>
            <a:r>
              <a:rPr lang="en-US" sz="3200" dirty="0" err="1" smtClean="0"/>
              <a:t>ಮೇಲೆ</a:t>
            </a:r>
            <a:r>
              <a:rPr lang="en-US" sz="3200" dirty="0" smtClean="0"/>
              <a:t> </a:t>
            </a:r>
            <a:r>
              <a:rPr lang="en-US" sz="3200" dirty="0" err="1" smtClean="0"/>
              <a:t>ನೊಂದ</a:t>
            </a:r>
            <a:r>
              <a:rPr lang="en-US" sz="3200" dirty="0" smtClean="0"/>
              <a:t> </a:t>
            </a:r>
            <a:r>
              <a:rPr lang="en-US" sz="3200" dirty="0" err="1" smtClean="0"/>
              <a:t>ಹೆಸರಿಸಲಾದ</a:t>
            </a:r>
            <a:r>
              <a:rPr lang="en-US" sz="3200" dirty="0" smtClean="0"/>
              <a:t> </a:t>
            </a:r>
            <a:r>
              <a:rPr lang="en-US" sz="3200" dirty="0" err="1" smtClean="0"/>
              <a:t>ಅಧಿಕಾರಿ</a:t>
            </a:r>
            <a:r>
              <a:rPr lang="en-US" sz="3200" dirty="0" smtClean="0"/>
              <a:t> </a:t>
            </a:r>
            <a:r>
              <a:rPr lang="en-US" sz="3200" dirty="0" err="1" smtClean="0"/>
              <a:t>ಅಥವಾ</a:t>
            </a:r>
            <a:r>
              <a:rPr lang="en-US" sz="3200" dirty="0" smtClean="0"/>
              <a:t> </a:t>
            </a:r>
            <a:r>
              <a:rPr lang="en-US" sz="3200" dirty="0" err="1" smtClean="0"/>
              <a:t>ಯಾವುದೇ</a:t>
            </a:r>
            <a:r>
              <a:rPr lang="en-US" sz="3200" dirty="0" smtClean="0"/>
              <a:t> </a:t>
            </a:r>
            <a:r>
              <a:rPr lang="en-US" sz="3200" dirty="0" err="1" smtClean="0"/>
              <a:t>ಸಾರ್ವಜನಿಕ</a:t>
            </a:r>
            <a:r>
              <a:rPr lang="en-US" sz="3200" dirty="0" smtClean="0"/>
              <a:t> </a:t>
            </a:r>
            <a:r>
              <a:rPr lang="en-US" sz="3200" dirty="0" err="1" smtClean="0"/>
              <a:t>ನೌಕರನು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ಅವರುಗಳ</a:t>
            </a:r>
            <a:r>
              <a:rPr lang="en-US" sz="3200" dirty="0" smtClean="0"/>
              <a:t> </a:t>
            </a:r>
            <a:r>
              <a:rPr lang="en-US" sz="3200" dirty="0" err="1" smtClean="0"/>
              <a:t>ಮೇಲ್ಮನವಿ</a:t>
            </a:r>
            <a:r>
              <a:rPr lang="en-US" sz="3200" dirty="0" smtClean="0"/>
              <a:t> </a:t>
            </a:r>
            <a:r>
              <a:rPr lang="en-US" sz="3200" dirty="0" err="1" smtClean="0"/>
              <a:t>ಅರ್ಜಿಯ</a:t>
            </a:r>
            <a:r>
              <a:rPr lang="en-US" sz="3200" dirty="0" smtClean="0"/>
              <a:t> </a:t>
            </a:r>
            <a:r>
              <a:rPr lang="en-US" sz="3200" dirty="0" err="1" smtClean="0"/>
              <a:t>ಜೊತೆಗೆ</a:t>
            </a:r>
            <a:r>
              <a:rPr lang="en-US" sz="3200" dirty="0" smtClean="0"/>
              <a:t> </a:t>
            </a:r>
            <a:r>
              <a:rPr lang="en-US" sz="3200" dirty="0" err="1" smtClean="0"/>
              <a:t>ಪರಿಹಾರ</a:t>
            </a:r>
            <a:r>
              <a:rPr lang="en-US" sz="3200" dirty="0" smtClean="0"/>
              <a:t> </a:t>
            </a:r>
            <a:r>
              <a:rPr lang="en-US" sz="3200" dirty="0" err="1" smtClean="0"/>
              <a:t>ವೆಚ್ಚವನ್ನು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ಪಾವತಿಸಿರುವುದಕ್ಕೆ</a:t>
            </a:r>
            <a:r>
              <a:rPr lang="en-US" sz="3200" dirty="0" smtClean="0"/>
              <a:t> </a:t>
            </a:r>
            <a:r>
              <a:rPr lang="en-US" sz="3200" dirty="0" err="1" smtClean="0"/>
              <a:t>ದಾಖಲೆಯನ್ನು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ಒದಗಿಸತಕ್ಕದ್ದು</a:t>
            </a:r>
            <a:r>
              <a:rPr lang="en-US" sz="3200" dirty="0" smtClean="0"/>
              <a:t>, </a:t>
            </a:r>
            <a:r>
              <a:rPr lang="en-US" sz="3200" dirty="0" err="1" smtClean="0"/>
              <a:t>ಅಂತಹ</a:t>
            </a:r>
            <a:r>
              <a:rPr lang="en-US" sz="3200" dirty="0" smtClean="0"/>
              <a:t> </a:t>
            </a:r>
            <a:r>
              <a:rPr lang="en-US" sz="3200" dirty="0" err="1" smtClean="0"/>
              <a:t>ದಾಖಲೆಯಿಲ್ಲದ</a:t>
            </a:r>
            <a:r>
              <a:rPr lang="en-US" sz="3200" dirty="0" smtClean="0"/>
              <a:t> </a:t>
            </a:r>
            <a:r>
              <a:rPr lang="en-US" sz="3200" dirty="0" err="1" smtClean="0"/>
              <a:t>ಅರ್ಜಿಗಳನ್ನು</a:t>
            </a:r>
            <a:r>
              <a:rPr lang="en-US" sz="3200" dirty="0" smtClean="0"/>
              <a:t> </a:t>
            </a:r>
            <a:r>
              <a:rPr lang="en-US" sz="3200" dirty="0" err="1" smtClean="0"/>
              <a:t>ಅಂಗೀಕರಿಸತಕ್ಕದ್ದಲ್ಲ</a:t>
            </a:r>
            <a:r>
              <a:rPr lang="en-US" sz="3200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219200"/>
          </a:xfrm>
        </p:spPr>
        <p:txBody>
          <a:bodyPr>
            <a:normAutofit fontScale="90000"/>
          </a:bodyPr>
          <a:lstStyle/>
          <a:p>
            <a:r>
              <a:rPr b="1" smtClean="0"/>
              <a:t>10. ಮೇಲ್ಮನವಿ ಪ್ರಾಧಿಕಾರಕ್ಕೆ ಮೇಲ್ಮನವಿ ಯೊಂದಿಗೆ ಲಗತ್ತಿಸಬೇಕಾದ ದಸ್ತಾವೇಜುಗಳು:-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576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(1) </a:t>
            </a:r>
            <a:r>
              <a:rPr lang="en-US" dirty="0" err="1" smtClean="0"/>
              <a:t>ಸಂಬಂಧಿಸಿದ</a:t>
            </a:r>
            <a:r>
              <a:rPr lang="en-US" dirty="0" smtClean="0"/>
              <a:t> </a:t>
            </a:r>
            <a:r>
              <a:rPr lang="en-US" dirty="0" err="1" smtClean="0"/>
              <a:t>ದಸ್ತಾವೇಜುಗಳು</a:t>
            </a:r>
            <a:r>
              <a:rPr lang="en-US" dirty="0" smtClean="0"/>
              <a:t>,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ದಾಖಲೆಗಳು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ಅವುಗಳ</a:t>
            </a:r>
            <a:r>
              <a:rPr lang="en-US" dirty="0" smtClean="0"/>
              <a:t> </a:t>
            </a:r>
            <a:r>
              <a:rPr lang="en-US" dirty="0" err="1" smtClean="0"/>
              <a:t>ಪ್ರತಿಗಳ</a:t>
            </a:r>
            <a:r>
              <a:rPr lang="en-US" dirty="0" smtClean="0"/>
              <a:t> </a:t>
            </a:r>
            <a:r>
              <a:rPr lang="en-US" dirty="0" err="1" smtClean="0"/>
              <a:t>ಮನರೀಕ್ಷಣೆ</a:t>
            </a:r>
            <a:r>
              <a:rPr lang="en-US" dirty="0" smtClean="0"/>
              <a:t>;</a:t>
            </a:r>
          </a:p>
          <a:p>
            <a:pPr algn="just"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ಆಸಾಧಾರಣ</a:t>
            </a:r>
            <a:r>
              <a:rPr lang="en-US" dirty="0" smtClean="0"/>
              <a:t> </a:t>
            </a:r>
            <a:r>
              <a:rPr lang="en-US" dirty="0" err="1" smtClean="0"/>
              <a:t>ಸಂದರ್ಭಗಳಲ್ಲಿ</a:t>
            </a:r>
            <a:r>
              <a:rPr lang="en-US" dirty="0" smtClean="0"/>
              <a:t> </a:t>
            </a:r>
            <a:r>
              <a:rPr lang="en-US" dirty="0" err="1" smtClean="0"/>
              <a:t>ಅಗತ್ಯ</a:t>
            </a:r>
            <a:r>
              <a:rPr lang="en-US" dirty="0" smtClean="0"/>
              <a:t> </a:t>
            </a:r>
            <a:r>
              <a:rPr lang="en-US" dirty="0" err="1" smtClean="0"/>
              <a:t>ತಪಾಸಣೆಗಾಗಿ</a:t>
            </a:r>
            <a:r>
              <a:rPr lang="en-US" dirty="0" smtClean="0"/>
              <a:t> </a:t>
            </a:r>
            <a:r>
              <a:rPr lang="en-US" dirty="0" err="1" smtClean="0"/>
              <a:t>ಯಾವೊಬ್ಬ</a:t>
            </a:r>
            <a:r>
              <a:rPr lang="en-US" dirty="0" smtClean="0"/>
              <a:t> </a:t>
            </a:r>
            <a:r>
              <a:rPr lang="en-US" dirty="0" err="1" smtClean="0"/>
              <a:t>ಇತರ</a:t>
            </a:r>
            <a:r>
              <a:rPr lang="en-US" dirty="0" smtClean="0"/>
              <a:t> </a:t>
            </a:r>
            <a:r>
              <a:rPr lang="en-US" dirty="0" err="1" smtClean="0"/>
              <a:t>ಅಧಿಕಾರಿಯನ್ನು</a:t>
            </a:r>
            <a:r>
              <a:rPr lang="en-US" dirty="0" smtClean="0"/>
              <a:t> </a:t>
            </a:r>
            <a:r>
              <a:rPr lang="en-US" dirty="0" err="1" smtClean="0"/>
              <a:t>ಪ್ರಾಧಿಕೃತಗೊಳಿಸಬಹುದು</a:t>
            </a:r>
            <a:r>
              <a:rPr lang="en-US" dirty="0" smtClean="0"/>
              <a:t>;</a:t>
            </a:r>
          </a:p>
          <a:p>
            <a:pPr algn="just">
              <a:buNone/>
            </a:pPr>
            <a:r>
              <a:rPr lang="en-US" dirty="0" smtClean="0"/>
              <a:t>(3) </a:t>
            </a:r>
            <a:r>
              <a:rPr lang="en-US" dirty="0" err="1" smtClean="0"/>
              <a:t>ಅಹವಾಲನ್ನು</a:t>
            </a:r>
            <a:r>
              <a:rPr lang="en-US" dirty="0" smtClean="0"/>
              <a:t> </a:t>
            </a:r>
            <a:r>
              <a:rPr lang="en-US" dirty="0" err="1" smtClean="0"/>
              <a:t>ಕೇಳುವುದಕ್ಕಾಗಿ</a:t>
            </a:r>
            <a:r>
              <a:rPr lang="en-US" dirty="0" smtClean="0"/>
              <a:t> </a:t>
            </a:r>
            <a:r>
              <a:rPr lang="en-US" dirty="0" err="1" smtClean="0"/>
              <a:t>ಪುನರೀಕ್ಷಣೆಯ</a:t>
            </a:r>
            <a:r>
              <a:rPr lang="en-US" dirty="0" smtClean="0"/>
              <a:t> </a:t>
            </a:r>
            <a:r>
              <a:rPr lang="en-US" dirty="0" err="1" smtClean="0"/>
              <a:t>ಯಾವುದೇ</a:t>
            </a:r>
            <a:r>
              <a:rPr lang="en-US" dirty="0" smtClean="0"/>
              <a:t> </a:t>
            </a:r>
            <a:r>
              <a:rPr lang="en-US" dirty="0" err="1" smtClean="0"/>
              <a:t>ಸಮಯದಲ್ಲಿ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ಅಧಿಕಾರಿಯನ್ನು</a:t>
            </a:r>
            <a:r>
              <a:rPr lang="en-US" dirty="0" smtClean="0"/>
              <a:t> </a:t>
            </a:r>
            <a:r>
              <a:rPr lang="en-US" dirty="0" err="1" smtClean="0"/>
              <a:t>ಸಮನು</a:t>
            </a:r>
            <a:r>
              <a:rPr lang="en-US" dirty="0" smtClean="0"/>
              <a:t> </a:t>
            </a:r>
            <a:r>
              <a:rPr lang="en-US" dirty="0" err="1" smtClean="0"/>
              <a:t>ಮಾಡಬಹುದು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914400"/>
            <a:ext cx="8229600" cy="1219200"/>
          </a:xfrm>
        </p:spPr>
        <p:txBody>
          <a:bodyPr>
            <a:normAutofit fontScale="90000"/>
          </a:bodyPr>
          <a:lstStyle/>
          <a:p>
            <a:r>
              <a:rPr b="1" smtClean="0"/>
              <a:t>11. ಮೊದಲ ಅಥವಾ ಎರಡನೇ ಮೇಲ್ಮನವಿಯ ಮೇಲೆ ತೀರ್ಮಾನದ ಕಾರ್ಯ ವಿಧಾನ:-</a:t>
            </a:r>
            <a:r>
              <a:rPr smtClean="0"/>
              <a:t> </a:t>
            </a:r>
            <a:r>
              <a:rPr sz="2700" b="1" smtClean="0"/>
              <a:t>ಹೆಸರಿಸಲಾದ ಪ್ರಾಧಿಕಾರದ ಅಥವಾ ಸಕ್ಷಮ ಪ್ರಾಧಿಕಾರದ ಆದೇಶಗಳ ಮೇಲಿನ ತೀರ್ಮಾನವು ಈ ಮುಂದಿನ ಹಂತಗಳನ್ನು ಒಳಗೊಂಡಿರತಕ್ಕದ್ದು, ಎಂದರೆ:-</a:t>
            </a: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/>
          <a:lstStyle/>
          <a:p>
            <a:pPr algn="just"/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ಪ್ರಾಧಿಕಾರಿಯು</a:t>
            </a:r>
            <a:r>
              <a:rPr lang="en-US" dirty="0" smtClean="0"/>
              <a:t> </a:t>
            </a:r>
            <a:r>
              <a:rPr lang="en-US" dirty="0" err="1" smtClean="0"/>
              <a:t>ಅರ್ಜಿಯ</a:t>
            </a:r>
            <a:r>
              <a:rPr lang="en-US" dirty="0" smtClean="0"/>
              <a:t> </a:t>
            </a:r>
            <a:r>
              <a:rPr lang="en-US" dirty="0" err="1" smtClean="0"/>
              <a:t>ಮೇಲಿನ</a:t>
            </a:r>
            <a:r>
              <a:rPr lang="en-US" dirty="0" smtClean="0"/>
              <a:t> </a:t>
            </a:r>
            <a:r>
              <a:rPr lang="en-US" dirty="0" err="1" smtClean="0"/>
              <a:t>ಕೇಳುವಿಕೆಯ</a:t>
            </a:r>
            <a:r>
              <a:rPr lang="en-US" dirty="0" smtClean="0"/>
              <a:t> </a:t>
            </a:r>
            <a:r>
              <a:rPr lang="en-US" dirty="0" err="1" smtClean="0"/>
              <a:t>ಮಾಹಿತಿಯನ್ನು</a:t>
            </a:r>
            <a:r>
              <a:rPr lang="en-US" dirty="0" smtClean="0"/>
              <a:t> ಈ </a:t>
            </a:r>
            <a:r>
              <a:rPr lang="en-US" dirty="0" err="1" smtClean="0"/>
              <a:t>ಮುಂದಿನ</a:t>
            </a:r>
            <a:r>
              <a:rPr lang="en-US" dirty="0" smtClean="0"/>
              <a:t> </a:t>
            </a:r>
            <a:r>
              <a:rPr lang="en-US" dirty="0" err="1" smtClean="0"/>
              <a:t>ಯಾವುದಾದರೂ</a:t>
            </a:r>
            <a:r>
              <a:rPr lang="en-US" dirty="0" smtClean="0"/>
              <a:t> </a:t>
            </a:r>
            <a:r>
              <a:rPr lang="en-US" dirty="0" err="1" smtClean="0"/>
              <a:t>ಒಂದು</a:t>
            </a:r>
            <a:r>
              <a:rPr lang="en-US" dirty="0" smtClean="0"/>
              <a:t> </a:t>
            </a:r>
            <a:r>
              <a:rPr lang="en-US" dirty="0" err="1" smtClean="0"/>
              <a:t>ವಿಧಾನದಲ್ಲಿ</a:t>
            </a:r>
            <a:r>
              <a:rPr lang="en-US" dirty="0" smtClean="0"/>
              <a:t> </a:t>
            </a:r>
            <a:r>
              <a:rPr lang="en-US" dirty="0" err="1" smtClean="0"/>
              <a:t>ತಿಳಿಸತಕ್ಕದ್ದು</a:t>
            </a:r>
            <a:r>
              <a:rPr lang="en-US" dirty="0" smtClean="0"/>
              <a:t>, </a:t>
            </a:r>
            <a:r>
              <a:rPr lang="en-US" dirty="0" err="1" smtClean="0"/>
              <a:t>ಎಂದರೆ</a:t>
            </a:r>
            <a:r>
              <a:rPr lang="en-US" dirty="0" smtClean="0"/>
              <a:t>:-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/>
              <a:t>(1) </a:t>
            </a:r>
            <a:r>
              <a:rPr lang="en-US" dirty="0" err="1" smtClean="0"/>
              <a:t>ಖುದ್ದಾಗಿ</a:t>
            </a:r>
            <a:r>
              <a:rPr lang="en-US" dirty="0" smtClean="0"/>
              <a:t> </a:t>
            </a:r>
            <a:r>
              <a:rPr lang="en-US" dirty="0" err="1" smtClean="0"/>
              <a:t>ನೀಡುವುದು</a:t>
            </a:r>
            <a:r>
              <a:rPr lang="en-US" dirty="0" smtClean="0"/>
              <a:t>;</a:t>
            </a:r>
          </a:p>
          <a:p>
            <a:pPr algn="just"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ಸ್ವೀಕೃತಿಯೊಡನೆ</a:t>
            </a:r>
            <a:r>
              <a:rPr lang="en-US" dirty="0" smtClean="0"/>
              <a:t> </a:t>
            </a:r>
            <a:r>
              <a:rPr lang="en-US" dirty="0" err="1" smtClean="0"/>
              <a:t>ನೋಂದಾಯಿತ</a:t>
            </a:r>
            <a:r>
              <a:rPr lang="en-US" dirty="0" smtClean="0"/>
              <a:t> </a:t>
            </a:r>
            <a:r>
              <a:rPr lang="en-US" dirty="0" err="1" smtClean="0"/>
              <a:t>ಅಂಚೆಯ</a:t>
            </a:r>
            <a:r>
              <a:rPr lang="en-US" dirty="0" smtClean="0"/>
              <a:t> </a:t>
            </a:r>
            <a:r>
              <a:rPr lang="en-US" dirty="0" err="1" smtClean="0"/>
              <a:t>ಮೂಲಕ</a:t>
            </a:r>
            <a:r>
              <a:rPr lang="en-US" dirty="0" smtClean="0"/>
              <a:t>; </a:t>
            </a:r>
            <a:r>
              <a:rPr lang="en-US" dirty="0" err="1" smtClean="0"/>
              <a:t>ಅಥವಾ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(3) </a:t>
            </a:r>
            <a:r>
              <a:rPr lang="en-US" dirty="0" err="1" smtClean="0"/>
              <a:t>ದೂರವಾಣಿ</a:t>
            </a:r>
            <a:r>
              <a:rPr lang="en-US" dirty="0" smtClean="0"/>
              <a:t>/</a:t>
            </a:r>
            <a:r>
              <a:rPr lang="en-US" dirty="0" err="1" smtClean="0"/>
              <a:t>ಫ್ಯಾಕ್ಸ್</a:t>
            </a:r>
            <a:r>
              <a:rPr lang="en-US" dirty="0" smtClean="0"/>
              <a:t> /ಇ-</a:t>
            </a:r>
            <a:r>
              <a:rPr lang="en-US" dirty="0" err="1" smtClean="0"/>
              <a:t>ಮೇಲ್</a:t>
            </a:r>
            <a:r>
              <a:rPr lang="en-US" dirty="0" smtClean="0"/>
              <a:t>/</a:t>
            </a:r>
            <a:r>
              <a:rPr lang="en-US" dirty="0" err="1" smtClean="0"/>
              <a:t>ಎಸ್.ಎಂ.ಎಸ್</a:t>
            </a:r>
            <a:r>
              <a:rPr lang="en-US" dirty="0" smtClean="0"/>
              <a:t>. </a:t>
            </a:r>
            <a:r>
              <a:rPr lang="en-US" dirty="0" err="1" smtClean="0"/>
              <a:t>ಮೂಲಕ</a:t>
            </a:r>
            <a:r>
              <a:rPr lang="en-US" dirty="0" smtClean="0"/>
              <a:t>   </a:t>
            </a:r>
          </a:p>
          <a:p>
            <a:pPr algn="ctr">
              <a:buNone/>
            </a:pPr>
            <a:r>
              <a:rPr lang="en-US" sz="2000" b="1" dirty="0" smtClean="0"/>
              <a:t>(</a:t>
            </a:r>
            <a:r>
              <a:rPr lang="en-US" sz="2000" b="1" dirty="0" err="1" smtClean="0"/>
              <a:t>ಅರ್ಜಿದಾರರನ್ನು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ಶೀಘ್ರ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ಸಂಪರ್ಕ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ಇರುವ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ಯಾವುದೇ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ವಿಧಾನದ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ಮೂಲಕ</a:t>
            </a:r>
            <a:r>
              <a:rPr lang="en-US" sz="2000" b="1" dirty="0" smtClean="0"/>
              <a:t>).</a:t>
            </a:r>
          </a:p>
          <a:p>
            <a:pPr algn="just">
              <a:buNone/>
            </a:pPr>
            <a:r>
              <a:rPr lang="en-US" dirty="0" smtClean="0"/>
              <a:t>(4) </a:t>
            </a:r>
            <a:r>
              <a:rPr lang="en-US" dirty="0" err="1" smtClean="0"/>
              <a:t>ಕೆ.ಜಿ.ಎಸ್.ಸಿ</a:t>
            </a:r>
            <a:r>
              <a:rPr lang="en-US" dirty="0" smtClean="0"/>
              <a:t>. </a:t>
            </a:r>
            <a:r>
              <a:rPr lang="en-US" dirty="0" err="1" smtClean="0"/>
              <a:t>ತಂತ್ರಾಂಶದಲ್ಲಿಯೂ</a:t>
            </a:r>
            <a:r>
              <a:rPr lang="en-US" dirty="0" smtClean="0"/>
              <a:t> ಈ </a:t>
            </a:r>
            <a:r>
              <a:rPr lang="en-US" dirty="0" err="1" smtClean="0"/>
              <a:t>ಮಾಹಿತಿಯನ್ನು</a:t>
            </a:r>
            <a:r>
              <a:rPr lang="en-US" dirty="0" smtClean="0"/>
              <a:t> </a:t>
            </a:r>
            <a:r>
              <a:rPr lang="en-US" dirty="0" err="1" smtClean="0"/>
              <a:t>ಆಳವಡಿಸತಕ್ಕದ್ದು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mtClean="0"/>
              <a:t>12. ಕೇಳುವಿಕೆಯ (ಹಿಯರಿಂಗ್) ಮಾಹಿತಿಯನ್ನು ತಿಳಿಸುವ ಪ್ರಕ್ರಿಯೆ:-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/>
              <a:t>(1) </a:t>
            </a:r>
            <a:r>
              <a:rPr lang="en-US" dirty="0" err="1" smtClean="0"/>
              <a:t>ಎಲ್ಲಾ</a:t>
            </a:r>
            <a:r>
              <a:rPr lang="en-US" dirty="0" smtClean="0"/>
              <a:t> </a:t>
            </a:r>
            <a:r>
              <a:rPr lang="en-US" dirty="0" err="1" smtClean="0"/>
              <a:t>ಸನ್ನಿವೇಶಗಳಲ್ಲೂ</a:t>
            </a:r>
            <a:r>
              <a:rPr lang="en-US" dirty="0" smtClean="0"/>
              <a:t> </a:t>
            </a:r>
            <a:r>
              <a:rPr lang="en-US" dirty="0" err="1" smtClean="0"/>
              <a:t>ಕೇಳುವಿಕೆಯ</a:t>
            </a:r>
            <a:r>
              <a:rPr lang="en-US" dirty="0" smtClean="0"/>
              <a:t> (</a:t>
            </a:r>
            <a:r>
              <a:rPr lang="en-US" dirty="0" err="1" smtClean="0"/>
              <a:t>ಹಿಯರಿಂಗ್</a:t>
            </a:r>
            <a:r>
              <a:rPr lang="en-US" dirty="0" smtClean="0"/>
              <a:t>) </a:t>
            </a:r>
            <a:r>
              <a:rPr lang="en-US" dirty="0" err="1" smtClean="0"/>
              <a:t>ದಿನಾಂಕವನ್ನು</a:t>
            </a:r>
            <a:r>
              <a:rPr lang="en-US" dirty="0" smtClean="0"/>
              <a:t> </a:t>
            </a:r>
            <a:r>
              <a:rPr lang="en-US" dirty="0" err="1" smtClean="0"/>
              <a:t>ಕನಿಷ್ಠ</a:t>
            </a:r>
            <a:r>
              <a:rPr lang="en-US" dirty="0" smtClean="0"/>
              <a:t> </a:t>
            </a:r>
            <a:r>
              <a:rPr lang="en-US" dirty="0" err="1" smtClean="0"/>
              <a:t>ಏಳು</a:t>
            </a:r>
            <a:r>
              <a:rPr lang="en-US" dirty="0" smtClean="0"/>
              <a:t> </a:t>
            </a:r>
            <a:r>
              <a:rPr lang="en-US" dirty="0" err="1" smtClean="0"/>
              <a:t>ದಿನಗಳ</a:t>
            </a:r>
            <a:r>
              <a:rPr lang="en-US" dirty="0" smtClean="0"/>
              <a:t> </a:t>
            </a:r>
            <a:r>
              <a:rPr lang="en-US" dirty="0" err="1" smtClean="0"/>
              <a:t>ಮೊದಲು</a:t>
            </a:r>
            <a:r>
              <a:rPr lang="en-US" dirty="0" smtClean="0"/>
              <a:t> </a:t>
            </a:r>
            <a:r>
              <a:rPr lang="en-US" dirty="0" err="1" smtClean="0"/>
              <a:t>ಅರ್ಜಿದಾರನಿಗೆ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ಸಂದರ್ಭಾನುಸಾರವಾಗಿ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ತಿಳಿಸತಕ್ಕದ್ದು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ಅರ್ಜಿದಾರ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ಸಂದರ್ಭಾನುಸಾರವಾಗಿ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 </a:t>
            </a:r>
            <a:r>
              <a:rPr lang="en-US" dirty="0" err="1" smtClean="0"/>
              <a:t>ಕೇಳುವಿಕೆಯ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 </a:t>
            </a:r>
            <a:r>
              <a:rPr lang="en-US" dirty="0" err="1" smtClean="0"/>
              <a:t>ಖುದ್ದಾಗಿ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ಆತನಿಂದ</a:t>
            </a:r>
            <a:r>
              <a:rPr lang="en-US" dirty="0" smtClean="0"/>
              <a:t> </a:t>
            </a:r>
            <a:r>
              <a:rPr lang="en-US" dirty="0" err="1" smtClean="0"/>
              <a:t>ಪ್ರಾಧಿಕೃತನಾದ</a:t>
            </a:r>
            <a:r>
              <a:rPr lang="en-US" dirty="0" smtClean="0"/>
              <a:t> </a:t>
            </a:r>
            <a:r>
              <a:rPr lang="en-US" dirty="0" err="1" smtClean="0"/>
              <a:t>ವ್ಯಕ್ತಿಯು</a:t>
            </a:r>
            <a:r>
              <a:rPr lang="en-US" dirty="0" smtClean="0"/>
              <a:t> </a:t>
            </a:r>
            <a:r>
              <a:rPr lang="en-US" dirty="0" err="1" smtClean="0"/>
              <a:t>ಹಾಜರಿರತಕ್ಕದ್ದು</a:t>
            </a:r>
            <a:r>
              <a:rPr lang="en-US" dirty="0" smtClean="0"/>
              <a:t>,</a:t>
            </a:r>
          </a:p>
          <a:p>
            <a:pPr algn="just">
              <a:buNone/>
            </a:pPr>
            <a:r>
              <a:rPr lang="en-US" dirty="0" smtClean="0"/>
              <a:t>(3) </a:t>
            </a:r>
            <a:r>
              <a:rPr lang="en-US" dirty="0" err="1" smtClean="0"/>
              <a:t>ಕೇಳುವಿಕೆಯ</a:t>
            </a:r>
            <a:r>
              <a:rPr lang="en-US" dirty="0" smtClean="0"/>
              <a:t> </a:t>
            </a:r>
            <a:r>
              <a:rPr lang="en-US" dirty="0" err="1" smtClean="0"/>
              <a:t>ದಿನಾಂಕವನ್ನು</a:t>
            </a:r>
            <a:r>
              <a:rPr lang="en-US" dirty="0" smtClean="0"/>
              <a:t> </a:t>
            </a:r>
            <a:r>
              <a:rPr lang="en-US" dirty="0" err="1" smtClean="0"/>
              <a:t>ಸೂಕ್ತವಾಗಿ</a:t>
            </a:r>
            <a:r>
              <a:rPr lang="en-US" dirty="0" smtClean="0"/>
              <a:t> </a:t>
            </a:r>
            <a:r>
              <a:rPr lang="en-US" dirty="0" err="1" smtClean="0"/>
              <a:t>ತಿಳಿಸಿದ್ದಾಗ್ಯೂ</a:t>
            </a:r>
            <a:r>
              <a:rPr lang="en-US" dirty="0" smtClean="0"/>
              <a:t> </a:t>
            </a:r>
            <a:r>
              <a:rPr lang="en-US" dirty="0" err="1" smtClean="0"/>
              <a:t>ಯಾವೊಬ್ಬ</a:t>
            </a:r>
            <a:r>
              <a:rPr lang="en-US" dirty="0" smtClean="0"/>
              <a:t> </a:t>
            </a:r>
            <a:r>
              <a:rPr lang="en-US" dirty="0" err="1" smtClean="0"/>
              <a:t>ಪಕ್ಷಕಾರನು</a:t>
            </a:r>
            <a:r>
              <a:rPr lang="en-US" dirty="0" smtClean="0"/>
              <a:t> </a:t>
            </a:r>
            <a:r>
              <a:rPr lang="en-US" dirty="0" err="1" smtClean="0"/>
              <a:t>ಕೇಳುವಿಕೆಯ</a:t>
            </a:r>
            <a:r>
              <a:rPr lang="en-US" dirty="0" smtClean="0"/>
              <a:t> </a:t>
            </a:r>
            <a:r>
              <a:rPr lang="en-US" dirty="0" err="1" smtClean="0"/>
              <a:t>ದಿನಾಂಕದಂದು</a:t>
            </a:r>
            <a:r>
              <a:rPr lang="en-US" dirty="0" smtClean="0"/>
              <a:t> </a:t>
            </a:r>
            <a:r>
              <a:rPr lang="en-US" dirty="0" err="1" smtClean="0"/>
              <a:t>ಗೈರು</a:t>
            </a:r>
            <a:r>
              <a:rPr lang="en-US" dirty="0" smtClean="0"/>
              <a:t> </a:t>
            </a:r>
            <a:r>
              <a:rPr lang="en-US" dirty="0" err="1" smtClean="0"/>
              <a:t>ಹಾಜರಾದರೆ</a:t>
            </a:r>
            <a:r>
              <a:rPr lang="en-US" dirty="0" smtClean="0"/>
              <a:t> </a:t>
            </a:r>
            <a:r>
              <a:rPr lang="en-US" dirty="0" err="1" smtClean="0"/>
              <a:t>ಅರ್ಜಿಯನ್ನು</a:t>
            </a:r>
            <a:r>
              <a:rPr lang="en-US" dirty="0" smtClean="0"/>
              <a:t> </a:t>
            </a:r>
            <a:r>
              <a:rPr lang="en-US" dirty="0" err="1" smtClean="0"/>
              <a:t>ಏಕ</a:t>
            </a:r>
            <a:r>
              <a:rPr lang="en-US" dirty="0" smtClean="0"/>
              <a:t> </a:t>
            </a:r>
            <a:r>
              <a:rPr lang="en-US" dirty="0" err="1" smtClean="0"/>
              <a:t>ಪಕ್ಷೀಯವಾಗಿ</a:t>
            </a:r>
            <a:r>
              <a:rPr lang="en-US" dirty="0" smtClean="0"/>
              <a:t> </a:t>
            </a:r>
            <a:r>
              <a:rPr lang="en-US" dirty="0" err="1" smtClean="0"/>
              <a:t>ತೀರ್ಮಾನಿಸಬಹುದು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mtClean="0"/>
              <a:t>13. ಅರ್ಜಿದಾರ ಅಥವಾ ಹೆಸರಿಸಲಾದ ಅಧಿಕಾರಿ ಅಥವಾ ಸಕ್ಷಮ ಅಧಿಕಾರಿಯ ವೈಯಕ್ತಿಕ ಹಾಜರಿ:-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(1)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ಸಂದರ್ಭಾನುಸಾರ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ಪ್ರಾಧಿಕಾರಿಯು</a:t>
            </a:r>
            <a:r>
              <a:rPr lang="en-US" dirty="0" smtClean="0"/>
              <a:t> </a:t>
            </a:r>
            <a:r>
              <a:rPr lang="en-US" dirty="0" err="1" smtClean="0"/>
              <a:t>ಆದೇಶವನ್ನು</a:t>
            </a:r>
            <a:r>
              <a:rPr lang="en-US" dirty="0" smtClean="0"/>
              <a:t> </a:t>
            </a:r>
            <a:r>
              <a:rPr lang="en-US" dirty="0" err="1" smtClean="0"/>
              <a:t>ಮುಕ್ತ</a:t>
            </a:r>
            <a:r>
              <a:rPr lang="en-US" dirty="0" smtClean="0"/>
              <a:t> </a:t>
            </a:r>
            <a:r>
              <a:rPr lang="en-US" dirty="0" err="1" smtClean="0"/>
              <a:t>ಕೇಳುವಿಕೆ</a:t>
            </a:r>
            <a:r>
              <a:rPr lang="en-US" dirty="0" smtClean="0"/>
              <a:t> (</a:t>
            </a:r>
            <a:r>
              <a:rPr lang="en-US" dirty="0" err="1" smtClean="0"/>
              <a:t>ಓಪನ್</a:t>
            </a:r>
            <a:r>
              <a:rPr lang="en-US" dirty="0" smtClean="0"/>
              <a:t> </a:t>
            </a:r>
            <a:r>
              <a:rPr lang="en-US" dirty="0" err="1" smtClean="0"/>
              <a:t>ಹಿಯರಿಂಗ್</a:t>
            </a:r>
            <a:r>
              <a:rPr lang="en-US" dirty="0" smtClean="0"/>
              <a:t>)</a:t>
            </a:r>
            <a:r>
              <a:rPr lang="en-US" dirty="0" err="1" smtClean="0"/>
              <a:t>ಯಲ್ಲಿ</a:t>
            </a:r>
            <a:r>
              <a:rPr lang="en-US" dirty="0" smtClean="0"/>
              <a:t> </a:t>
            </a:r>
            <a:r>
              <a:rPr lang="en-US" dirty="0" err="1" smtClean="0"/>
              <a:t>ಘೋಷಿಸತಕ್ಕದ್ದು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ಇದು</a:t>
            </a:r>
            <a:r>
              <a:rPr lang="en-US" dirty="0" smtClean="0"/>
              <a:t> </a:t>
            </a:r>
            <a:r>
              <a:rPr lang="en-US" dirty="0" err="1" smtClean="0"/>
              <a:t>ಲಿಖಿತದಲ್ಲಿ</a:t>
            </a:r>
            <a:r>
              <a:rPr lang="en-US" dirty="0" smtClean="0"/>
              <a:t> </a:t>
            </a:r>
            <a:r>
              <a:rPr lang="en-US" dirty="0" err="1" smtClean="0"/>
              <a:t>ಇರತಕ್ಕದ್ದು</a:t>
            </a:r>
            <a:r>
              <a:rPr lang="en-US" dirty="0" smtClean="0"/>
              <a:t> (</a:t>
            </a:r>
            <a:r>
              <a:rPr lang="en-US" dirty="0" err="1" smtClean="0"/>
              <a:t>ನಮೂನೆ</a:t>
            </a:r>
            <a:r>
              <a:rPr lang="en-US" dirty="0" smtClean="0"/>
              <a:t>-ಈ).</a:t>
            </a:r>
          </a:p>
          <a:p>
            <a:pPr algn="just">
              <a:buNone/>
            </a:pPr>
            <a:r>
              <a:rPr lang="en-US" dirty="0" smtClean="0"/>
              <a:t>(2) </a:t>
            </a:r>
            <a:r>
              <a:rPr lang="en-US" dirty="0" err="1" smtClean="0"/>
              <a:t>ಸಕ್ರಮ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ಆದೇಶದ</a:t>
            </a:r>
            <a:r>
              <a:rPr lang="en-US" dirty="0" smtClean="0"/>
              <a:t> </a:t>
            </a:r>
            <a:r>
              <a:rPr lang="en-US" dirty="0" err="1" smtClean="0"/>
              <a:t>ಪ್ರತಿಯನ್ನು</a:t>
            </a:r>
            <a:r>
              <a:rPr lang="en-US" dirty="0" smtClean="0"/>
              <a:t> </a:t>
            </a:r>
            <a:r>
              <a:rPr lang="en-US" dirty="0" err="1" smtClean="0"/>
              <a:t>ಅರ್ಜಿದಾರನಿಗೆ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ಆದೇಶದ</a:t>
            </a:r>
            <a:r>
              <a:rPr lang="en-US" dirty="0" smtClean="0"/>
              <a:t> </a:t>
            </a:r>
            <a:r>
              <a:rPr lang="en-US" dirty="0" err="1" smtClean="0"/>
              <a:t>ದಿನಾಂಕದಿಂದ</a:t>
            </a:r>
            <a:r>
              <a:rPr lang="en-US" dirty="0" smtClean="0"/>
              <a:t> </a:t>
            </a:r>
            <a:r>
              <a:rPr lang="en-US" dirty="0" err="1" smtClean="0"/>
              <a:t>ಏಳು</a:t>
            </a:r>
            <a:r>
              <a:rPr lang="en-US" dirty="0" smtClean="0"/>
              <a:t> </a:t>
            </a:r>
            <a:r>
              <a:rPr lang="en-US" dirty="0" err="1" smtClean="0"/>
              <a:t>ದಿನಗಳೊಳಗೆ</a:t>
            </a:r>
            <a:r>
              <a:rPr lang="en-US" dirty="0" smtClean="0"/>
              <a:t> </a:t>
            </a:r>
            <a:r>
              <a:rPr lang="en-US" dirty="0" err="1" smtClean="0"/>
              <a:t>ನೀಡತಕ್ಕದ್ದು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(3)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ಪ್ರಾಧಿಕಾರಿಯು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ಆದೇಶದ</a:t>
            </a:r>
            <a:r>
              <a:rPr lang="en-US" dirty="0" smtClean="0"/>
              <a:t> </a:t>
            </a:r>
            <a:r>
              <a:rPr lang="en-US" dirty="0" err="1" smtClean="0"/>
              <a:t>ಪ್ರತಿಯನ್ನು</a:t>
            </a:r>
            <a:r>
              <a:rPr lang="en-US" dirty="0" smtClean="0"/>
              <a:t> </a:t>
            </a:r>
            <a:r>
              <a:rPr lang="en-US" dirty="0" err="1" smtClean="0"/>
              <a:t>ಅರ್ಜಿದಾರರಿಗೆ</a:t>
            </a:r>
            <a:r>
              <a:rPr lang="en-US" dirty="0" smtClean="0"/>
              <a:t>,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ನೀಡತಕ್ಕದ್ದು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smtClean="0"/>
              <a:t>14. ಮೇಲ್ಮನವಿಯಲ್ಲಿ ಆದೇಶ:-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791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(4) </a:t>
            </a:r>
            <a:r>
              <a:rPr lang="en-US" dirty="0" err="1" smtClean="0"/>
              <a:t>ಪರಿಹಾರ</a:t>
            </a:r>
            <a:r>
              <a:rPr lang="en-US" dirty="0" smtClean="0"/>
              <a:t> </a:t>
            </a:r>
            <a:r>
              <a:rPr lang="en-US" dirty="0" err="1" smtClean="0"/>
              <a:t>ವೆಚ್ಚವನ್ನು</a:t>
            </a:r>
            <a:r>
              <a:rPr lang="en-US" dirty="0" smtClean="0"/>
              <a:t> </a:t>
            </a:r>
            <a:r>
              <a:rPr lang="en-US" dirty="0" err="1" smtClean="0"/>
              <a:t>ವಿಧಿಸಿದ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,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ಸಂದರ್ಭನುಸಾರ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ಪ್ರಾಧಿಕಾರಿಯು</a:t>
            </a:r>
            <a:r>
              <a:rPr lang="en-US" dirty="0" smtClean="0"/>
              <a:t> </a:t>
            </a:r>
            <a:r>
              <a:rPr lang="en-US" dirty="0" err="1" smtClean="0"/>
              <a:t>ಅಂಥ</a:t>
            </a:r>
            <a:r>
              <a:rPr lang="en-US" dirty="0" smtClean="0"/>
              <a:t> </a:t>
            </a:r>
            <a:r>
              <a:rPr lang="en-US" dirty="0" err="1" smtClean="0"/>
              <a:t>ಆದೇಶದ</a:t>
            </a:r>
            <a:r>
              <a:rPr lang="en-US" dirty="0" smtClean="0"/>
              <a:t> </a:t>
            </a:r>
            <a:r>
              <a:rPr lang="en-US" dirty="0" err="1" smtClean="0"/>
              <a:t>ಪ್ರತಿಯನ್ನು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ಆತನ</a:t>
            </a:r>
            <a:r>
              <a:rPr lang="en-US" dirty="0" smtClean="0"/>
              <a:t> </a:t>
            </a:r>
            <a:r>
              <a:rPr lang="en-US" dirty="0" err="1" smtClean="0"/>
              <a:t>ಅಧೀನದಲ್ಲಿಯ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ನೌಕರನ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ಸಂದರ್ಭಾನುಸಾರವಾಗಿ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ಪ್ರಾಧಿಕಾರಿಯ</a:t>
            </a:r>
            <a:r>
              <a:rPr lang="en-US" dirty="0" smtClean="0"/>
              <a:t> </a:t>
            </a:r>
            <a:r>
              <a:rPr lang="en-US" dirty="0" err="1" smtClean="0"/>
              <a:t>ಸಂಬಳ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ಗೌರವ</a:t>
            </a:r>
            <a:r>
              <a:rPr lang="en-US" dirty="0" smtClean="0"/>
              <a:t> </a:t>
            </a:r>
            <a:r>
              <a:rPr lang="en-US" dirty="0" err="1" smtClean="0"/>
              <a:t>ಧನ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ಪರಿಶ್ರಮ</a:t>
            </a:r>
            <a:r>
              <a:rPr lang="en-US" dirty="0" smtClean="0"/>
              <a:t> </a:t>
            </a:r>
            <a:r>
              <a:rPr lang="en-US" dirty="0" err="1" smtClean="0"/>
              <a:t>ಧನದಿಂದ</a:t>
            </a:r>
            <a:r>
              <a:rPr lang="en-US" dirty="0" smtClean="0"/>
              <a:t> </a:t>
            </a:r>
            <a:r>
              <a:rPr lang="en-US" dirty="0" err="1" smtClean="0"/>
              <a:t>ಮೊಬಲಗನ್ನು</a:t>
            </a:r>
            <a:r>
              <a:rPr lang="en-US" dirty="0" smtClean="0"/>
              <a:t> </a:t>
            </a:r>
            <a:r>
              <a:rPr lang="en-US" dirty="0" err="1" smtClean="0"/>
              <a:t>ಕಡಿತಗೊಳಿಸುವುದಕ್ಕೆ</a:t>
            </a:r>
            <a:r>
              <a:rPr lang="en-US" dirty="0" smtClean="0"/>
              <a:t> </a:t>
            </a:r>
            <a:r>
              <a:rPr lang="en-US" dirty="0" err="1" smtClean="0"/>
              <a:t>ಸೂಚನೆಗಳೊಡನೆ</a:t>
            </a:r>
            <a:r>
              <a:rPr lang="en-US" dirty="0" smtClean="0"/>
              <a:t> </a:t>
            </a:r>
            <a:r>
              <a:rPr lang="en-US" dirty="0" err="1" smtClean="0"/>
              <a:t>ಸಂಬಂಧಪಟ್ಟ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ಪ್ರಾಧಿಕಾರಕ್ಕೆ</a:t>
            </a:r>
            <a:r>
              <a:rPr lang="en-US" dirty="0" smtClean="0"/>
              <a:t> </a:t>
            </a:r>
            <a:r>
              <a:rPr lang="en-US" dirty="0" err="1" smtClean="0"/>
              <a:t>ತಿಳಿಸತಕ್ಕದ್ದು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dirty="0" smtClean="0"/>
              <a:t>(5)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ಆತನ</a:t>
            </a:r>
            <a:r>
              <a:rPr lang="en-US" dirty="0" smtClean="0"/>
              <a:t> </a:t>
            </a:r>
            <a:r>
              <a:rPr lang="en-US" dirty="0" err="1" smtClean="0"/>
              <a:t>ಅಧೀನದಲ್ಲಿಯ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ನೌಕರ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ಸಂದರ್ಭಾನುಸಾರವಾಗಿ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</a:t>
            </a:r>
            <a:r>
              <a:rPr lang="en-US" dirty="0" smtClean="0"/>
              <a:t> </a:t>
            </a:r>
            <a:r>
              <a:rPr lang="en-US" dirty="0" err="1" smtClean="0"/>
              <a:t>ವಿರುದ್ಧ</a:t>
            </a:r>
            <a:r>
              <a:rPr lang="en-US" dirty="0" smtClean="0"/>
              <a:t> </a:t>
            </a:r>
            <a:r>
              <a:rPr lang="en-US" dirty="0" err="1" smtClean="0"/>
              <a:t>ಇಲಾಖಾ</a:t>
            </a:r>
            <a:r>
              <a:rPr lang="en-US" dirty="0" smtClean="0"/>
              <a:t> </a:t>
            </a:r>
            <a:r>
              <a:rPr lang="en-US" dirty="0" err="1" smtClean="0"/>
              <a:t>ವಿಚಾರಣೆಗೆ</a:t>
            </a:r>
            <a:r>
              <a:rPr lang="en-US" dirty="0" smtClean="0"/>
              <a:t> </a:t>
            </a:r>
            <a:r>
              <a:rPr lang="en-US" dirty="0" err="1" smtClean="0"/>
              <a:t>ಶಿಫಾರಸ್ಸು</a:t>
            </a:r>
            <a:r>
              <a:rPr lang="en-US" dirty="0" smtClean="0"/>
              <a:t> </a:t>
            </a:r>
            <a:r>
              <a:rPr lang="en-US" dirty="0" err="1" smtClean="0"/>
              <a:t>ಮಾಡಿದ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,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ಪ್ರಾಧಿಕಾರಿಯು</a:t>
            </a:r>
            <a:r>
              <a:rPr lang="en-US" dirty="0" smtClean="0"/>
              <a:t> </a:t>
            </a:r>
            <a:r>
              <a:rPr lang="en-US" dirty="0" err="1" smtClean="0"/>
              <a:t>ಆತನ</a:t>
            </a:r>
            <a:r>
              <a:rPr lang="en-US" dirty="0" smtClean="0"/>
              <a:t> </a:t>
            </a:r>
            <a:r>
              <a:rPr lang="en-US" dirty="0" err="1" smtClean="0"/>
              <a:t>ವಿರುದ್ಧ</a:t>
            </a:r>
            <a:r>
              <a:rPr lang="en-US" dirty="0" smtClean="0"/>
              <a:t> </a:t>
            </a:r>
            <a:r>
              <a:rPr lang="en-US" dirty="0" err="1" smtClean="0"/>
              <a:t>ಹೊರಡಿಸಿದ</a:t>
            </a:r>
            <a:r>
              <a:rPr lang="en-US" dirty="0" smtClean="0"/>
              <a:t> </a:t>
            </a:r>
            <a:r>
              <a:rPr lang="en-US" dirty="0" err="1" smtClean="0"/>
              <a:t>ಆದೇಶವನ್ನು</a:t>
            </a:r>
            <a:r>
              <a:rPr lang="en-US" dirty="0" smtClean="0"/>
              <a:t> </a:t>
            </a:r>
            <a:r>
              <a:rPr lang="en-US" dirty="0" err="1" smtClean="0"/>
              <a:t>ಸಂಬಂಧಪಟ್ಟ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ನೇಮಕಾತಿ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ಪ್ರಾಧಿಕಾರಕ್ಕೆ</a:t>
            </a:r>
            <a:r>
              <a:rPr lang="en-US" dirty="0" smtClean="0"/>
              <a:t> </a:t>
            </a:r>
            <a:r>
              <a:rPr lang="en-US" dirty="0" err="1" smtClean="0"/>
              <a:t>ಕಳುಹಿಸತಕ್ಕದ್ದು</a:t>
            </a:r>
            <a:r>
              <a:rPr lang="en-US" dirty="0" smtClean="0"/>
              <a:t>,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, </a:t>
            </a:r>
            <a:r>
              <a:rPr lang="en-US" dirty="0" err="1" smtClean="0"/>
              <a:t>ಪರಿಹಾರ</a:t>
            </a:r>
            <a:r>
              <a:rPr lang="en-US" dirty="0" smtClean="0"/>
              <a:t> </a:t>
            </a:r>
            <a:r>
              <a:rPr lang="en-US" dirty="0" err="1" smtClean="0"/>
              <a:t>ವೆಚ್ಚವನ್ನು</a:t>
            </a:r>
            <a:r>
              <a:rPr lang="en-US" dirty="0" smtClean="0"/>
              <a:t> </a:t>
            </a:r>
            <a:r>
              <a:rPr lang="en-US" dirty="0" err="1" smtClean="0"/>
              <a:t>ವಿಧಿಸುವ</a:t>
            </a:r>
            <a:r>
              <a:rPr lang="en-US" dirty="0" smtClean="0"/>
              <a:t> </a:t>
            </a:r>
            <a:r>
              <a:rPr lang="en-US" dirty="0" err="1" smtClean="0"/>
              <a:t>ಆದೇಶದ</a:t>
            </a:r>
            <a:r>
              <a:rPr lang="en-US" dirty="0" smtClean="0"/>
              <a:t> </a:t>
            </a:r>
            <a:r>
              <a:rPr lang="en-US" dirty="0" err="1" smtClean="0"/>
              <a:t>ಪ್ರತಿಯನ್ನು</a:t>
            </a:r>
            <a:r>
              <a:rPr lang="en-US" dirty="0" smtClean="0"/>
              <a:t> </a:t>
            </a:r>
            <a:r>
              <a:rPr lang="en-US" dirty="0" err="1" smtClean="0"/>
              <a:t>ಸ್ವೀಕರಿಸಿದ</a:t>
            </a:r>
            <a:r>
              <a:rPr lang="en-US" dirty="0" smtClean="0"/>
              <a:t> </a:t>
            </a:r>
            <a:r>
              <a:rPr lang="en-US" dirty="0" err="1" smtClean="0"/>
              <a:t>ಮೇಲೆ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ಸಂದರ್ಭಾನುಸಾರವಾಗಿ</a:t>
            </a:r>
            <a:r>
              <a:rPr lang="en-US" dirty="0" smtClean="0"/>
              <a:t>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ಅಧಿಕಾರಿಯು</a:t>
            </a:r>
            <a:r>
              <a:rPr lang="en-US" dirty="0" smtClean="0"/>
              <a:t> </a:t>
            </a:r>
            <a:r>
              <a:rPr lang="en-US" dirty="0" err="1" smtClean="0"/>
              <a:t>ನಿರ್ಧರಿಸಬಹುದಾದಂತೆ</a:t>
            </a:r>
            <a:r>
              <a:rPr lang="en-US" dirty="0" smtClean="0"/>
              <a:t> </a:t>
            </a:r>
            <a:r>
              <a:rPr lang="en-US" dirty="0" err="1" smtClean="0"/>
              <a:t>ಅಧಿಕಾರಿಗಳು</a:t>
            </a:r>
            <a:r>
              <a:rPr lang="en-US" dirty="0" smtClean="0"/>
              <a:t> </a:t>
            </a:r>
            <a:r>
              <a:rPr lang="en-US" dirty="0" err="1" smtClean="0"/>
              <a:t>ಹಾಗೂ</a:t>
            </a:r>
            <a:r>
              <a:rPr lang="en-US" dirty="0" smtClean="0"/>
              <a:t> </a:t>
            </a:r>
            <a:r>
              <a:rPr lang="en-US" dirty="0" err="1" smtClean="0"/>
              <a:t>ಸಿಬ್ಬಂದಿಯ</a:t>
            </a:r>
            <a:r>
              <a:rPr lang="en-US" dirty="0" smtClean="0"/>
              <a:t> </a:t>
            </a:r>
            <a:r>
              <a:rPr lang="en-US" dirty="0" err="1" smtClean="0"/>
              <a:t>ಮುಂಬರುವ</a:t>
            </a:r>
            <a:r>
              <a:rPr lang="en-US" dirty="0" smtClean="0"/>
              <a:t> </a:t>
            </a:r>
            <a:r>
              <a:rPr lang="en-US" dirty="0" err="1" smtClean="0"/>
              <a:t>ವೇತನದಿಂದ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ಗೌರವಧನದಿಂದ</a:t>
            </a:r>
            <a:r>
              <a:rPr lang="en-US" dirty="0" smtClean="0"/>
              <a:t> </a:t>
            </a:r>
            <a:r>
              <a:rPr lang="en-US" dirty="0" err="1" smtClean="0"/>
              <a:t>ಅಥವಾ</a:t>
            </a:r>
            <a:r>
              <a:rPr lang="en-US" dirty="0" smtClean="0"/>
              <a:t> </a:t>
            </a:r>
            <a:r>
              <a:rPr lang="en-US" dirty="0" err="1" smtClean="0"/>
              <a:t>ಪರಿಶ್ರಮ</a:t>
            </a:r>
            <a:r>
              <a:rPr lang="en-US" dirty="0" smtClean="0"/>
              <a:t> </a:t>
            </a:r>
            <a:r>
              <a:rPr lang="en-US" dirty="0" err="1" smtClean="0"/>
              <a:t>ಧನದಿಂದ</a:t>
            </a:r>
            <a:r>
              <a:rPr lang="en-US" dirty="0" smtClean="0"/>
              <a:t> </a:t>
            </a:r>
            <a:r>
              <a:rPr lang="en-US" dirty="0" err="1" smtClean="0"/>
              <a:t>ಪರಿಹಾರ</a:t>
            </a:r>
            <a:r>
              <a:rPr lang="en-US" dirty="0" smtClean="0"/>
              <a:t> </a:t>
            </a:r>
            <a:r>
              <a:rPr lang="en-US" dirty="0" err="1" smtClean="0"/>
              <a:t>ವೆಚ್ಚವನ್ನು</a:t>
            </a:r>
            <a:r>
              <a:rPr lang="en-US" dirty="0" smtClean="0"/>
              <a:t> </a:t>
            </a:r>
            <a:r>
              <a:rPr lang="en-US" dirty="0" err="1" smtClean="0"/>
              <a:t>ವಸೂಲು</a:t>
            </a:r>
            <a:r>
              <a:rPr lang="en-US" dirty="0" smtClean="0"/>
              <a:t> </a:t>
            </a:r>
            <a:r>
              <a:rPr lang="en-US" dirty="0" err="1" smtClean="0"/>
              <a:t>ಮಾಡುವಂತೆ</a:t>
            </a:r>
            <a:r>
              <a:rPr lang="en-US" dirty="0" smtClean="0"/>
              <a:t> </a:t>
            </a:r>
            <a:r>
              <a:rPr lang="en-US" dirty="0" err="1" smtClean="0"/>
              <a:t>ಮಾಡತಕ್ಕದ್ದು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ಅದನ್ನು</a:t>
            </a:r>
            <a:r>
              <a:rPr lang="en-US" dirty="0" smtClean="0"/>
              <a:t> </a:t>
            </a:r>
            <a:r>
              <a:rPr lang="en-US" dirty="0" err="1" smtClean="0"/>
              <a:t>ಸಂಬಂಧಪಟ್ಟ</a:t>
            </a:r>
            <a:r>
              <a:rPr lang="en-US" dirty="0" smtClean="0"/>
              <a:t> </a:t>
            </a:r>
            <a:r>
              <a:rPr lang="en-US" dirty="0" err="1" smtClean="0"/>
              <a:t>ಇಲಾಖೆಗಳ</a:t>
            </a:r>
            <a:r>
              <a:rPr lang="en-US" dirty="0" smtClean="0"/>
              <a:t> </a:t>
            </a:r>
            <a:r>
              <a:rPr lang="en-US" dirty="0" err="1" smtClean="0"/>
              <a:t>ಲೆಕ್ಕಶೀರ್ಷಿಕೆ</a:t>
            </a:r>
            <a:r>
              <a:rPr lang="en-US" dirty="0" smtClean="0"/>
              <a:t> </a:t>
            </a:r>
            <a:r>
              <a:rPr lang="en-US" dirty="0" err="1" smtClean="0"/>
              <a:t>ಅಡಿಯಲ್ಲಿ</a:t>
            </a:r>
            <a:r>
              <a:rPr lang="en-US" dirty="0" smtClean="0"/>
              <a:t> </a:t>
            </a:r>
            <a:r>
              <a:rPr lang="en-US" dirty="0" err="1" smtClean="0"/>
              <a:t>ಜಮೆ</a:t>
            </a:r>
            <a:r>
              <a:rPr lang="en-US" dirty="0" smtClean="0"/>
              <a:t> </a:t>
            </a:r>
            <a:r>
              <a:rPr lang="en-US" dirty="0" err="1" smtClean="0"/>
              <a:t>ಮಾಡತಕ್ಕದ್ದು</a:t>
            </a:r>
            <a:r>
              <a:rPr lang="en-US" dirty="0" smtClean="0"/>
              <a:t> </a:t>
            </a:r>
            <a:r>
              <a:rPr lang="en-US" dirty="0" err="1" smtClean="0"/>
              <a:t>ಹಾಗೂ</a:t>
            </a:r>
            <a:r>
              <a:rPr lang="en-US" dirty="0" smtClean="0"/>
              <a:t> </a:t>
            </a:r>
            <a:r>
              <a:rPr lang="en-US" dirty="0" err="1" smtClean="0"/>
              <a:t>ಚಲನ್ನಿನ</a:t>
            </a:r>
            <a:r>
              <a:rPr lang="en-US" dirty="0" smtClean="0"/>
              <a:t> </a:t>
            </a:r>
            <a:r>
              <a:rPr lang="en-US" dirty="0" err="1" smtClean="0"/>
              <a:t>ಪ್ರತಿಯನ್ನು</a:t>
            </a:r>
            <a:r>
              <a:rPr lang="en-US" dirty="0" smtClean="0"/>
              <a:t> </a:t>
            </a:r>
            <a:r>
              <a:rPr lang="en-US" dirty="0" err="1" smtClean="0"/>
              <a:t>ಸಂಬಂಧಿಸಿದ</a:t>
            </a:r>
            <a:r>
              <a:rPr lang="en-US" dirty="0" smtClean="0"/>
              <a:t> </a:t>
            </a:r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ಅಧಿಕಾರಿಗೆ</a:t>
            </a:r>
            <a:r>
              <a:rPr lang="en-US" dirty="0" smtClean="0"/>
              <a:t> </a:t>
            </a:r>
            <a:r>
              <a:rPr lang="en-US" dirty="0" err="1" smtClean="0"/>
              <a:t>ಕಳುಹಿಸತಕ್ಕದ್ದು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15. ಪರಿಹಾರ ವೆಚ್ಚದ ವಸೂಲಿ:-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 smtClean="0"/>
              <a:t>ಹೆಸರಿಸಲಾದ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, </a:t>
            </a:r>
            <a:r>
              <a:rPr lang="en-US" dirty="0" err="1" smtClean="0"/>
              <a:t>ಸಕ್ಷಮ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ಪ್ರಾಧಿಕಾರಗಳು</a:t>
            </a:r>
            <a:r>
              <a:rPr lang="en-US" dirty="0" smtClean="0"/>
              <a:t> </a:t>
            </a:r>
            <a:r>
              <a:rPr lang="en-US" dirty="0" err="1" smtClean="0"/>
              <a:t>ಅನುಕ್ರಮವಾಗಿ</a:t>
            </a:r>
            <a:r>
              <a:rPr lang="en-US" dirty="0" smtClean="0"/>
              <a:t> ನಮೂನೆ-ಉ-1, ಉ-2. ಉ-3 </a:t>
            </a:r>
            <a:r>
              <a:rPr lang="en-US" dirty="0" err="1" smtClean="0"/>
              <a:t>ಗಳಲ್ಲಿ</a:t>
            </a:r>
            <a:r>
              <a:rPr lang="en-US" dirty="0" smtClean="0"/>
              <a:t> </a:t>
            </a:r>
            <a:r>
              <a:rPr lang="en-US" dirty="0" err="1" smtClean="0"/>
              <a:t>ಎಲ್ಲಾ</a:t>
            </a:r>
            <a:r>
              <a:rPr lang="en-US" dirty="0" smtClean="0"/>
              <a:t> </a:t>
            </a:r>
            <a:r>
              <a:rPr lang="en-US" dirty="0" err="1" smtClean="0"/>
              <a:t>ಪ್ರಕರಣಗಳ</a:t>
            </a:r>
            <a:r>
              <a:rPr lang="en-US" dirty="0" smtClean="0"/>
              <a:t> </a:t>
            </a:r>
            <a:r>
              <a:rPr lang="en-US" dirty="0" err="1" smtClean="0"/>
              <a:t>ದಾಖಲೆಗಳನ್ನು</a:t>
            </a:r>
            <a:r>
              <a:rPr lang="en-US" dirty="0" smtClean="0"/>
              <a:t> </a:t>
            </a:r>
            <a:r>
              <a:rPr lang="en-US" dirty="0" err="1" smtClean="0"/>
              <a:t>ನಿರ್ವಹಿಸತಕ್ಕದ್ದು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ವಿಶೇಷವಾಗಿ</a:t>
            </a:r>
            <a:r>
              <a:rPr lang="en-US" dirty="0" smtClean="0"/>
              <a:t> ಉ-1 </a:t>
            </a:r>
            <a:r>
              <a:rPr lang="en-US" dirty="0" err="1" smtClean="0"/>
              <a:t>ನಮೂನೆ</a:t>
            </a:r>
            <a:r>
              <a:rPr lang="en-US" dirty="0" smtClean="0"/>
              <a:t> </a:t>
            </a:r>
            <a:r>
              <a:rPr lang="en-US" dirty="0" err="1" smtClean="0"/>
              <a:t>ಪ್ರಕಾರ</a:t>
            </a:r>
            <a:r>
              <a:rPr lang="en-US" dirty="0" smtClean="0"/>
              <a:t> </a:t>
            </a:r>
            <a:r>
              <a:rPr lang="en-US" dirty="0" err="1" smtClean="0"/>
              <a:t>ವಿಳಂಬ</a:t>
            </a:r>
            <a:r>
              <a:rPr lang="en-US" dirty="0" smtClean="0"/>
              <a:t> </a:t>
            </a:r>
            <a:r>
              <a:rPr lang="en-US" dirty="0" err="1" smtClean="0"/>
              <a:t>ಹಾಗೂ</a:t>
            </a:r>
            <a:r>
              <a:rPr lang="en-US" dirty="0" smtClean="0"/>
              <a:t> </a:t>
            </a:r>
            <a:r>
              <a:rPr lang="en-US" dirty="0" err="1" smtClean="0"/>
              <a:t>ವಿಫಲತೆ</a:t>
            </a:r>
            <a:r>
              <a:rPr lang="en-US" dirty="0" smtClean="0"/>
              <a:t> </a:t>
            </a:r>
            <a:r>
              <a:rPr lang="en-US" dirty="0" err="1" smtClean="0"/>
              <a:t>ಪ್ರಕರಣಗಳ</a:t>
            </a:r>
            <a:r>
              <a:rPr lang="en-US" dirty="0" smtClean="0"/>
              <a:t> </a:t>
            </a:r>
            <a:r>
              <a:rPr lang="en-US" dirty="0" err="1" smtClean="0"/>
              <a:t>ಬಗ್ಗೆ</a:t>
            </a:r>
            <a:r>
              <a:rPr lang="en-US" dirty="0" smtClean="0"/>
              <a:t> </a:t>
            </a:r>
            <a:r>
              <a:rPr lang="en-US" dirty="0" err="1" smtClean="0"/>
              <a:t>ತೆಗೆದುಕೊಂಡ</a:t>
            </a:r>
            <a:r>
              <a:rPr lang="en-US" dirty="0" smtClean="0"/>
              <a:t> </a:t>
            </a:r>
            <a:r>
              <a:rPr lang="en-US" dirty="0" err="1" smtClean="0"/>
              <a:t>ಕ್ರಮವನ್ನು</a:t>
            </a:r>
            <a:r>
              <a:rPr lang="en-US" dirty="0" smtClean="0"/>
              <a:t>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ಪ್ರಾಧಿಕಾರದ</a:t>
            </a:r>
            <a:r>
              <a:rPr lang="en-US" dirty="0" smtClean="0"/>
              <a:t> </a:t>
            </a:r>
            <a:r>
              <a:rPr lang="en-US" dirty="0" err="1" smtClean="0"/>
              <a:t>ಮುಖ್ಯಸ್ಥರಿಗೆ</a:t>
            </a:r>
            <a:r>
              <a:rPr lang="en-US" dirty="0" smtClean="0"/>
              <a:t> </a:t>
            </a:r>
            <a:r>
              <a:rPr lang="en-US" dirty="0" err="1" smtClean="0"/>
              <a:t>ನಿಯತಕಾಲಿಕ</a:t>
            </a:r>
            <a:r>
              <a:rPr lang="en-US" dirty="0" smtClean="0"/>
              <a:t> </a:t>
            </a:r>
            <a:r>
              <a:rPr lang="en-US" dirty="0" err="1" smtClean="0"/>
              <a:t>ವರದಿಯನ್ನು</a:t>
            </a:r>
            <a:r>
              <a:rPr lang="en-US" dirty="0" smtClean="0"/>
              <a:t> </a:t>
            </a:r>
            <a:r>
              <a:rPr lang="en-US" dirty="0" err="1" smtClean="0"/>
              <a:t>ಕಳುಹಿಸತಕ್ಕದ್ದು</a:t>
            </a:r>
            <a:r>
              <a:rPr lang="en-US" dirty="0" smtClean="0"/>
              <a:t>. 7 </a:t>
            </a:r>
            <a:r>
              <a:rPr lang="en-US" dirty="0" err="1" smtClean="0"/>
              <a:t>ಪ್ರಕರಣದಿಂದ</a:t>
            </a:r>
            <a:r>
              <a:rPr lang="en-US" dirty="0" smtClean="0"/>
              <a:t> </a:t>
            </a:r>
            <a:r>
              <a:rPr lang="en-US" dirty="0" err="1" smtClean="0"/>
              <a:t>ಹೆಚ್ಚು</a:t>
            </a:r>
            <a:r>
              <a:rPr lang="en-US" dirty="0" smtClean="0"/>
              <a:t> </a:t>
            </a:r>
            <a:r>
              <a:rPr lang="en-US" dirty="0" err="1" smtClean="0"/>
              <a:t>ಎಳೆಂಬ</a:t>
            </a:r>
            <a:r>
              <a:rPr lang="en-US" dirty="0" smtClean="0"/>
              <a:t>/</a:t>
            </a:r>
            <a:r>
              <a:rPr lang="en-US" dirty="0" err="1" smtClean="0"/>
              <a:t>ವಿಫಲತೆಯನ್ನು</a:t>
            </a:r>
            <a:r>
              <a:rPr lang="en-US" dirty="0" smtClean="0"/>
              <a:t> </a:t>
            </a:r>
            <a:r>
              <a:rPr lang="en-US" dirty="0" err="1" smtClean="0"/>
              <a:t>ಹೊಂದಿರತಕ್ಕಂಥ</a:t>
            </a:r>
            <a:r>
              <a:rPr lang="en-US" dirty="0" smtClean="0"/>
              <a:t> </a:t>
            </a:r>
            <a:r>
              <a:rPr lang="en-US" dirty="0" err="1" smtClean="0"/>
              <a:t>ಸರ್ಕಾರಿ</a:t>
            </a:r>
            <a:r>
              <a:rPr lang="en-US" dirty="0" smtClean="0"/>
              <a:t> </a:t>
            </a:r>
            <a:r>
              <a:rPr lang="en-US" dirty="0" err="1" smtClean="0"/>
              <a:t>ನೌಕರರಿಗೆ</a:t>
            </a:r>
            <a:r>
              <a:rPr lang="en-US" dirty="0" smtClean="0"/>
              <a:t> </a:t>
            </a:r>
            <a:r>
              <a:rPr lang="en-US" dirty="0" err="1" smtClean="0"/>
              <a:t>ನಮೂನೆ</a:t>
            </a:r>
            <a:r>
              <a:rPr lang="en-US" dirty="0" smtClean="0"/>
              <a:t> ಉ-4 </a:t>
            </a:r>
            <a:r>
              <a:rPr lang="en-US" dirty="0" err="1" smtClean="0"/>
              <a:t>ರಂತೆ</a:t>
            </a:r>
            <a:r>
              <a:rPr lang="en-US" dirty="0" smtClean="0"/>
              <a:t> ಇ-</a:t>
            </a:r>
            <a:r>
              <a:rPr lang="en-US" dirty="0" err="1" smtClean="0"/>
              <a:t>ಮೇಲ್</a:t>
            </a:r>
            <a:r>
              <a:rPr lang="en-US" dirty="0" smtClean="0"/>
              <a:t> </a:t>
            </a:r>
            <a:r>
              <a:rPr lang="en-US" dirty="0" err="1" smtClean="0"/>
              <a:t>ಮೂಲಕ</a:t>
            </a:r>
            <a:r>
              <a:rPr lang="en-US" dirty="0" smtClean="0"/>
              <a:t> </a:t>
            </a:r>
            <a:r>
              <a:rPr lang="en-US" dirty="0" err="1" smtClean="0"/>
              <a:t>ಕಾರಣ</a:t>
            </a:r>
            <a:r>
              <a:rPr lang="en-US" dirty="0" smtClean="0"/>
              <a:t> </a:t>
            </a:r>
            <a:r>
              <a:rPr lang="en-US" dirty="0" err="1" smtClean="0"/>
              <a:t>ಕೇಳುವ</a:t>
            </a:r>
            <a:r>
              <a:rPr lang="en-US" dirty="0" smtClean="0"/>
              <a:t> </a:t>
            </a:r>
            <a:r>
              <a:rPr lang="en-US" dirty="0" err="1" smtClean="0"/>
              <a:t>ನೋಟೀಸ್</a:t>
            </a:r>
            <a:r>
              <a:rPr lang="en-US" dirty="0" smtClean="0"/>
              <a:t> </a:t>
            </a:r>
            <a:r>
              <a:rPr lang="en-US" dirty="0" err="1" smtClean="0"/>
              <a:t>ನೀಡತಕ್ಕದ್ದು</a:t>
            </a:r>
            <a:r>
              <a:rPr lang="en-US" dirty="0" smtClean="0"/>
              <a:t>, </a:t>
            </a:r>
            <a:r>
              <a:rPr lang="en-US" dirty="0" err="1" smtClean="0"/>
              <a:t>ಕಾರಣಗಳು</a:t>
            </a:r>
            <a:r>
              <a:rPr lang="en-US" dirty="0" smtClean="0"/>
              <a:t> </a:t>
            </a:r>
            <a:r>
              <a:rPr lang="en-US" dirty="0" err="1" smtClean="0"/>
              <a:t>ಸಮರ್ಪಕವಾಗದೆ</a:t>
            </a:r>
            <a:r>
              <a:rPr lang="en-US" dirty="0" smtClean="0"/>
              <a:t> </a:t>
            </a:r>
            <a:r>
              <a:rPr lang="en-US" dirty="0" err="1" smtClean="0"/>
              <a:t>ಇರುವ</a:t>
            </a:r>
            <a:r>
              <a:rPr lang="en-US" dirty="0" smtClean="0"/>
              <a:t> </a:t>
            </a:r>
            <a:r>
              <a:rPr lang="en-US" dirty="0" err="1" smtClean="0"/>
              <a:t>ಸಂದರ್ಭದಲ್ಲಿ</a:t>
            </a:r>
            <a:r>
              <a:rPr lang="en-US" dirty="0" smtClean="0"/>
              <a:t> </a:t>
            </a:r>
            <a:r>
              <a:rPr lang="en-US" dirty="0" err="1" smtClean="0"/>
              <a:t>ಶಿಸ್ತಿನ</a:t>
            </a:r>
            <a:r>
              <a:rPr lang="en-US" dirty="0" smtClean="0"/>
              <a:t> </a:t>
            </a:r>
            <a:r>
              <a:rPr lang="en-US" dirty="0" err="1" smtClean="0"/>
              <a:t>ಕ್ರಮ</a:t>
            </a:r>
            <a:r>
              <a:rPr lang="en-US" dirty="0" smtClean="0"/>
              <a:t> </a:t>
            </a:r>
            <a:r>
              <a:rPr lang="en-US" dirty="0" err="1" smtClean="0"/>
              <a:t>ಜರುಗಿಸುವುದು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smtClean="0"/>
              <a:t>16. ಅಧಿನಿಯಮದಡಿಯಲ್ಲಿ ವಿಲೆಯಾದ ಎಲ್ಲಾ ಪ್ರಕರಣಗಳ ದಾಖಲೆಗಳ ನಿರ್ವಹಣೆ:-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3657600"/>
          </a:xfrm>
        </p:spPr>
        <p:txBody>
          <a:bodyPr/>
          <a:lstStyle/>
          <a:p>
            <a:pPr algn="just"/>
            <a:r>
              <a:rPr lang="en-US" dirty="0" err="1" smtClean="0"/>
              <a:t>ಸಕ್ತಮ</a:t>
            </a:r>
            <a:r>
              <a:rPr lang="en-US" dirty="0" smtClean="0"/>
              <a:t> </a:t>
            </a:r>
            <a:r>
              <a:rPr lang="en-US" dirty="0" err="1" smtClean="0"/>
              <a:t>ಅಧಿಕಾರಿ</a:t>
            </a:r>
            <a:r>
              <a:rPr lang="en-US" dirty="0" smtClean="0"/>
              <a:t> </a:t>
            </a:r>
            <a:r>
              <a:rPr lang="en-US" dirty="0" err="1" smtClean="0"/>
              <a:t>ಮತ್ತು</a:t>
            </a:r>
            <a:r>
              <a:rPr lang="en-US" dirty="0" smtClean="0"/>
              <a:t> </a:t>
            </a:r>
            <a:r>
              <a:rPr lang="en-US" dirty="0" err="1" smtClean="0"/>
              <a:t>ಮೇಲ್ಮನವಿ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</a:t>
            </a:r>
            <a:r>
              <a:rPr lang="en-US" dirty="0" smtClean="0"/>
              <a:t> </a:t>
            </a:r>
            <a:r>
              <a:rPr lang="en-US" dirty="0" err="1" smtClean="0"/>
              <a:t>ತನ್ನ</a:t>
            </a:r>
            <a:r>
              <a:rPr lang="en-US" dirty="0" smtClean="0"/>
              <a:t> </a:t>
            </a:r>
            <a:r>
              <a:rPr lang="en-US" dirty="0" err="1" smtClean="0"/>
              <a:t>ಸಮಯ</a:t>
            </a:r>
            <a:r>
              <a:rPr lang="en-US" dirty="0" smtClean="0"/>
              <a:t> </a:t>
            </a:r>
            <a:r>
              <a:rPr lang="en-US" dirty="0" err="1" smtClean="0"/>
              <a:t>ಮಿತಿಯನ್ನು</a:t>
            </a:r>
            <a:r>
              <a:rPr lang="en-US" dirty="0" smtClean="0"/>
              <a:t> </a:t>
            </a:r>
            <a:r>
              <a:rPr lang="en-US" dirty="0" err="1" smtClean="0"/>
              <a:t>ಮೀರಿದ್ದರೆ</a:t>
            </a:r>
            <a:r>
              <a:rPr lang="en-US" dirty="0" smtClean="0"/>
              <a:t>, </a:t>
            </a:r>
            <a:r>
              <a:rPr lang="en-US" dirty="0" err="1" smtClean="0"/>
              <a:t>ನಮೂನೆ</a:t>
            </a:r>
            <a:r>
              <a:rPr lang="en-US" dirty="0" smtClean="0"/>
              <a:t> ಉ-5 </a:t>
            </a:r>
            <a:r>
              <a:rPr lang="en-US" dirty="0" err="1" smtClean="0"/>
              <a:t>ರಂತೆ</a:t>
            </a:r>
            <a:r>
              <a:rPr lang="en-US" dirty="0" smtClean="0"/>
              <a:t> ಇ-</a:t>
            </a:r>
            <a:r>
              <a:rPr lang="en-US" dirty="0" err="1" smtClean="0"/>
              <a:t>ಮೇಲ್</a:t>
            </a:r>
            <a:r>
              <a:rPr lang="en-US" dirty="0" smtClean="0"/>
              <a:t> </a:t>
            </a:r>
            <a:r>
              <a:rPr lang="en-US" dirty="0" err="1" smtClean="0"/>
              <a:t>ಮೂಲಕ</a:t>
            </a:r>
            <a:r>
              <a:rPr lang="en-US" dirty="0" smtClean="0"/>
              <a:t> </a:t>
            </a:r>
            <a:r>
              <a:rPr lang="en-US" dirty="0" err="1" smtClean="0"/>
              <a:t>ಕಾರಣ</a:t>
            </a:r>
            <a:r>
              <a:rPr lang="en-US" dirty="0" smtClean="0"/>
              <a:t> </a:t>
            </a:r>
            <a:r>
              <a:rPr lang="en-US" dirty="0" err="1" smtClean="0"/>
              <a:t>ಕೇಳುವ</a:t>
            </a:r>
            <a:r>
              <a:rPr lang="en-US" dirty="0" smtClean="0"/>
              <a:t> </a:t>
            </a:r>
            <a:r>
              <a:rPr lang="en-US" dirty="0" err="1" smtClean="0"/>
              <a:t>ನೋಟೀಸ್</a:t>
            </a:r>
            <a:r>
              <a:rPr lang="en-US" dirty="0" smtClean="0"/>
              <a:t> </a:t>
            </a:r>
            <a:r>
              <a:rPr lang="en-US" dirty="0" err="1" smtClean="0"/>
              <a:t>ನೀಡತಕ್ಕದ್ದು</a:t>
            </a:r>
            <a:r>
              <a:rPr lang="en-US" dirty="0" smtClean="0"/>
              <a:t>. </a:t>
            </a:r>
            <a:r>
              <a:rPr lang="en-US" dirty="0" err="1" smtClean="0"/>
              <a:t>ಇಂಥ</a:t>
            </a:r>
            <a:r>
              <a:rPr lang="en-US" dirty="0" smtClean="0"/>
              <a:t> </a:t>
            </a:r>
            <a:r>
              <a:rPr lang="en-US" dirty="0" err="1" smtClean="0"/>
              <a:t>ಪ್ರಕರಣಗಳನ್ನು</a:t>
            </a:r>
            <a:r>
              <a:rPr lang="en-US" dirty="0" smtClean="0"/>
              <a:t> </a:t>
            </a:r>
            <a:r>
              <a:rPr lang="en-US" dirty="0" err="1" smtClean="0"/>
              <a:t>ತಿಂಗಳ</a:t>
            </a:r>
            <a:r>
              <a:rPr lang="en-US" dirty="0" smtClean="0"/>
              <a:t> </a:t>
            </a:r>
            <a:r>
              <a:rPr lang="en-US" dirty="0" err="1" smtClean="0"/>
              <a:t>ಅಂತ್ಯಕ್ಕೆ</a:t>
            </a:r>
            <a:r>
              <a:rPr lang="en-US" dirty="0" smtClean="0"/>
              <a:t> </a:t>
            </a:r>
            <a:r>
              <a:rPr lang="en-US" dirty="0" err="1" smtClean="0"/>
              <a:t>ನಮೂನೆ</a:t>
            </a:r>
            <a:r>
              <a:rPr lang="en-US" dirty="0" smtClean="0"/>
              <a:t> ಉ-6ರಲ್ಲಿ </a:t>
            </a:r>
            <a:r>
              <a:rPr lang="en-US" dirty="0" err="1" smtClean="0"/>
              <a:t>ಸಿ.ಆ.ಸು.ಇಲಾಖೆಗೆ</a:t>
            </a:r>
            <a:r>
              <a:rPr lang="en-US" dirty="0" smtClean="0"/>
              <a:t> </a:t>
            </a:r>
            <a:r>
              <a:rPr lang="en-US" dirty="0" err="1" smtClean="0"/>
              <a:t>ವರದಿ</a:t>
            </a:r>
            <a:r>
              <a:rPr lang="en-US" dirty="0" smtClean="0"/>
              <a:t> </a:t>
            </a:r>
            <a:r>
              <a:rPr lang="en-US" dirty="0" err="1" smtClean="0"/>
              <a:t>ಮಾಡತಕ್ಕದ್ದು</a:t>
            </a:r>
            <a:r>
              <a:rPr lang="en-US" dirty="0" smtClean="0"/>
              <a:t>. </a:t>
            </a:r>
            <a:r>
              <a:rPr lang="en-US" dirty="0" err="1" smtClean="0"/>
              <a:t>ಸಾರ್ವಜನಿಕ</a:t>
            </a:r>
            <a:r>
              <a:rPr lang="en-US" dirty="0" smtClean="0"/>
              <a:t> </a:t>
            </a:r>
            <a:r>
              <a:rPr lang="en-US" dirty="0" err="1" smtClean="0"/>
              <a:t>ಪ್ರಾಧಿಕಾರದ</a:t>
            </a:r>
            <a:r>
              <a:rPr lang="en-US" dirty="0" smtClean="0"/>
              <a:t> </a:t>
            </a:r>
            <a:r>
              <a:rPr lang="en-US" dirty="0" err="1" smtClean="0"/>
              <a:t>ಮುಖ್ಯಸ್ಥರು</a:t>
            </a:r>
            <a:r>
              <a:rPr lang="en-US" dirty="0" smtClean="0"/>
              <a:t> ಈ </a:t>
            </a:r>
            <a:r>
              <a:rPr lang="en-US" dirty="0" err="1" smtClean="0"/>
              <a:t>ಕ್ರಮವನ್ನು</a:t>
            </a:r>
            <a:r>
              <a:rPr lang="en-US" dirty="0" smtClean="0"/>
              <a:t> </a:t>
            </a:r>
            <a:r>
              <a:rPr lang="en-US" dirty="0" err="1" smtClean="0"/>
              <a:t>ತನ್ನ</a:t>
            </a:r>
            <a:r>
              <a:rPr lang="en-US" dirty="0" smtClean="0"/>
              <a:t> </a:t>
            </a:r>
            <a:r>
              <a:rPr lang="en-US" dirty="0" err="1" smtClean="0"/>
              <a:t>ವಾರ್ಷಿಕ</a:t>
            </a:r>
            <a:r>
              <a:rPr lang="en-US" dirty="0" smtClean="0"/>
              <a:t> </a:t>
            </a:r>
            <a:r>
              <a:rPr lang="en-US" dirty="0" err="1" smtClean="0"/>
              <a:t>ವರದಿಯಲ್ಲಿ</a:t>
            </a:r>
            <a:r>
              <a:rPr lang="en-US" dirty="0" smtClean="0"/>
              <a:t> </a:t>
            </a:r>
            <a:r>
              <a:rPr lang="en-US" dirty="0" err="1" smtClean="0"/>
              <a:t>ಸೇರಿಸತಕ್ಕದ್ದು</a:t>
            </a:r>
            <a:r>
              <a:rPr lang="en-US" dirty="0" smtClean="0"/>
              <a:t>, </a:t>
            </a:r>
            <a:r>
              <a:rPr lang="en-US" dirty="0" err="1" smtClean="0"/>
              <a:t>ವರ್ಷ</a:t>
            </a:r>
            <a:r>
              <a:rPr lang="en-US" dirty="0" smtClean="0"/>
              <a:t> </a:t>
            </a:r>
            <a:r>
              <a:rPr lang="en-US" dirty="0" err="1" smtClean="0"/>
              <a:t>ಅಂತ್ಯಕ್ಕೆ</a:t>
            </a:r>
            <a:r>
              <a:rPr lang="en-US" dirty="0" smtClean="0"/>
              <a:t> </a:t>
            </a:r>
            <a:r>
              <a:rPr lang="en-US" dirty="0" err="1" smtClean="0"/>
              <a:t>ಯಾವುದೇ</a:t>
            </a:r>
            <a:r>
              <a:rPr lang="en-US" dirty="0" smtClean="0"/>
              <a:t> </a:t>
            </a:r>
            <a:r>
              <a:rPr lang="en-US" dirty="0" err="1" smtClean="0"/>
              <a:t>ವಿಫಲರಾಗದೇ</a:t>
            </a:r>
            <a:r>
              <a:rPr lang="en-US" dirty="0" smtClean="0"/>
              <a:t> </a:t>
            </a:r>
            <a:r>
              <a:rPr lang="en-US" dirty="0" err="1" smtClean="0"/>
              <a:t>ಇರುವ</a:t>
            </a:r>
            <a:r>
              <a:rPr lang="en-US" dirty="0" smtClean="0"/>
              <a:t> </a:t>
            </a:r>
            <a:r>
              <a:rPr lang="en-US" dirty="0" err="1" smtClean="0"/>
              <a:t>ಅಧಿಕಾರಿಯ</a:t>
            </a:r>
            <a:r>
              <a:rPr lang="en-US" dirty="0" smtClean="0"/>
              <a:t> </a:t>
            </a:r>
            <a:r>
              <a:rPr lang="en-US" dirty="0" err="1" smtClean="0"/>
              <a:t>ಪಟ್ಟಿಯನ್ನು</a:t>
            </a:r>
            <a:r>
              <a:rPr lang="en-US" dirty="0" smtClean="0"/>
              <a:t> </a:t>
            </a:r>
            <a:r>
              <a:rPr lang="en-US" dirty="0" err="1" smtClean="0"/>
              <a:t>ಪ್ರಕಟಿಸಿ</a:t>
            </a:r>
            <a:r>
              <a:rPr lang="en-US" dirty="0" smtClean="0"/>
              <a:t>, </a:t>
            </a:r>
            <a:r>
              <a:rPr lang="en-US" dirty="0" err="1" smtClean="0"/>
              <a:t>ಶ್ಲಾಘನೆಪತ್ರ</a:t>
            </a:r>
            <a:r>
              <a:rPr lang="en-US" dirty="0" smtClean="0"/>
              <a:t> </a:t>
            </a:r>
            <a:r>
              <a:rPr lang="en-US" dirty="0" err="1" smtClean="0"/>
              <a:t>ನೀಡತಕ್ಕದ್ದು</a:t>
            </a:r>
            <a:r>
              <a:rPr lang="en-US" dirty="0" smtClean="0"/>
              <a:t>. (</a:t>
            </a:r>
            <a:r>
              <a:rPr lang="en-US" dirty="0" err="1" smtClean="0"/>
              <a:t>ನಮೂನೆ</a:t>
            </a:r>
            <a:r>
              <a:rPr lang="en-US" dirty="0" smtClean="0"/>
              <a:t> ಉ-7).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just">
              <a:buNone/>
            </a:pPr>
            <a:r>
              <a:rPr lang="en-US" sz="3000" dirty="0" smtClean="0"/>
              <a:t>(1) ಈ </a:t>
            </a:r>
            <a:r>
              <a:rPr lang="en-US" sz="3000" dirty="0" err="1" smtClean="0"/>
              <a:t>ಅಧಿನಿಯಮದಡಿಯಲ್ಲಿ</a:t>
            </a:r>
            <a:r>
              <a:rPr lang="en-US" sz="3000" dirty="0" smtClean="0"/>
              <a:t> </a:t>
            </a:r>
            <a:r>
              <a:rPr lang="en-US" sz="3000" dirty="0" err="1" smtClean="0"/>
              <a:t>ಉದ್ದೇಶಿಸಲಾದ</a:t>
            </a:r>
            <a:r>
              <a:rPr lang="en-US" sz="3000" dirty="0" smtClean="0"/>
              <a:t> </a:t>
            </a:r>
            <a:r>
              <a:rPr lang="en-US" sz="3000" dirty="0" err="1" smtClean="0"/>
              <a:t>ಹಕ್ಕುಗಳನ್ನು</a:t>
            </a:r>
            <a:r>
              <a:rPr lang="en-US" sz="3000" dirty="0" smtClean="0"/>
              <a:t> </a:t>
            </a:r>
            <a:r>
              <a:rPr lang="en-US" sz="3000" dirty="0" err="1" smtClean="0"/>
              <a:t>ಹೇಗೆ</a:t>
            </a:r>
            <a:r>
              <a:rPr lang="en-US" sz="3000" dirty="0" smtClean="0"/>
              <a:t> </a:t>
            </a:r>
            <a:r>
              <a:rPr lang="en-US" sz="3000" dirty="0" err="1" smtClean="0"/>
              <a:t>ಚಲಾಯಿಸಬೇಕೆಂಬುದರ</a:t>
            </a:r>
            <a:r>
              <a:rPr lang="en-US" sz="3000" dirty="0" smtClean="0"/>
              <a:t> </a:t>
            </a:r>
            <a:r>
              <a:rPr lang="en-US" sz="3000" dirty="0" err="1" smtClean="0"/>
              <a:t>ಬಗ್ಗೆ</a:t>
            </a:r>
            <a:r>
              <a:rPr lang="en-US" sz="3000" dirty="0" smtClean="0"/>
              <a:t>, </a:t>
            </a:r>
            <a:r>
              <a:rPr lang="en-US" sz="3000" dirty="0" err="1" smtClean="0"/>
              <a:t>ಸಾರ್ವಜನಿಕರಿಗೆ</a:t>
            </a:r>
            <a:r>
              <a:rPr lang="en-US" sz="3000" dirty="0" smtClean="0"/>
              <a:t> </a:t>
            </a:r>
            <a:r>
              <a:rPr lang="en-US" sz="3000" dirty="0" err="1" smtClean="0"/>
              <a:t>ನಿರ್ದಿಷ್ಟವಾಗಿ</a:t>
            </a:r>
            <a:r>
              <a:rPr lang="en-US" sz="3000" dirty="0" smtClean="0"/>
              <a:t> </a:t>
            </a:r>
            <a:r>
              <a:rPr lang="en-US" sz="3000" dirty="0" err="1" smtClean="0"/>
              <a:t>ಅವಕಾಶವಂಚಿತ</a:t>
            </a:r>
            <a:r>
              <a:rPr lang="en-US" sz="3000" dirty="0" smtClean="0"/>
              <a:t> </a:t>
            </a:r>
            <a:r>
              <a:rPr lang="en-US" sz="3000" dirty="0" err="1" smtClean="0"/>
              <a:t>ಸಮುದಾಯಗಳಿಗೆ</a:t>
            </a:r>
            <a:r>
              <a:rPr lang="en-US" sz="3000" dirty="0" smtClean="0"/>
              <a:t> </a:t>
            </a:r>
            <a:r>
              <a:rPr lang="en-US" sz="3000" dirty="0" err="1" smtClean="0"/>
              <a:t>ಹೆಚ್ಚಿನ</a:t>
            </a:r>
            <a:r>
              <a:rPr lang="en-US" sz="3000" dirty="0" smtClean="0"/>
              <a:t> </a:t>
            </a:r>
            <a:r>
              <a:rPr lang="en-US" sz="3000" dirty="0" err="1" smtClean="0"/>
              <a:t>ಅರಿವನ್ನು</a:t>
            </a:r>
            <a:r>
              <a:rPr lang="en-US" sz="3000" dirty="0" smtClean="0"/>
              <a:t> </a:t>
            </a:r>
            <a:r>
              <a:rPr lang="en-US" sz="3000" dirty="0" err="1" smtClean="0"/>
              <a:t>ಮೂಡಿಸಲು</a:t>
            </a:r>
            <a:r>
              <a:rPr lang="en-US" sz="3000" dirty="0" smtClean="0"/>
              <a:t> </a:t>
            </a:r>
            <a:r>
              <a:rPr lang="en-US" sz="3000" dirty="0" err="1" smtClean="0"/>
              <a:t>ಶಿಬಿರಗಳನ್ನು</a:t>
            </a:r>
            <a:r>
              <a:rPr lang="en-US" sz="3000" dirty="0" smtClean="0"/>
              <a:t> </a:t>
            </a:r>
            <a:r>
              <a:rPr lang="en-US" sz="3000" dirty="0" err="1" smtClean="0"/>
              <a:t>ಮತ್ತು</a:t>
            </a:r>
            <a:r>
              <a:rPr lang="en-US" sz="3000" dirty="0" smtClean="0"/>
              <a:t> </a:t>
            </a:r>
            <a:r>
              <a:rPr lang="en-US" sz="3000" dirty="0" err="1" smtClean="0"/>
              <a:t>ಕಾರ್ಯಕ್ರಮಗಳನ್ನು</a:t>
            </a:r>
            <a:r>
              <a:rPr lang="en-US" sz="3000" dirty="0" smtClean="0"/>
              <a:t> </a:t>
            </a:r>
            <a:r>
              <a:rPr lang="en-US" sz="3000" dirty="0" err="1" smtClean="0"/>
              <a:t>ಅಭಿವೃದ್ಧಿಪಡಿಸುವುದು</a:t>
            </a:r>
            <a:r>
              <a:rPr lang="en-US" sz="3000" dirty="0" smtClean="0"/>
              <a:t> </a:t>
            </a:r>
            <a:r>
              <a:rPr lang="en-US" sz="3000" dirty="0" err="1" smtClean="0"/>
              <a:t>ಮತ್ತು</a:t>
            </a:r>
            <a:r>
              <a:rPr lang="en-US" sz="3000" dirty="0" smtClean="0"/>
              <a:t> </a:t>
            </a:r>
            <a:r>
              <a:rPr lang="en-US" sz="3000" dirty="0" err="1" smtClean="0"/>
              <a:t>ಸಂಘಟಿಸುವುದು</a:t>
            </a:r>
            <a:r>
              <a:rPr lang="en-US" sz="3000" dirty="0" smtClean="0"/>
              <a:t>;</a:t>
            </a:r>
          </a:p>
          <a:p>
            <a:pPr algn="just">
              <a:buNone/>
            </a:pPr>
            <a:r>
              <a:rPr lang="en-US" sz="3000" dirty="0" smtClean="0"/>
              <a:t>(2) ಈ </a:t>
            </a:r>
            <a:r>
              <a:rPr lang="en-US" sz="3000" dirty="0" err="1" smtClean="0"/>
              <a:t>ಅಧಿನಿಯಮದ</a:t>
            </a:r>
            <a:r>
              <a:rPr lang="en-US" sz="3000" dirty="0" smtClean="0"/>
              <a:t> </a:t>
            </a:r>
            <a:r>
              <a:rPr lang="en-US" sz="3000" dirty="0" err="1" smtClean="0"/>
              <a:t>ಪರಿಣಾಮಕಾರಿ</a:t>
            </a:r>
            <a:r>
              <a:rPr lang="en-US" sz="3000" dirty="0" smtClean="0"/>
              <a:t> </a:t>
            </a:r>
            <a:r>
              <a:rPr lang="en-US" sz="3000" dirty="0" err="1" smtClean="0"/>
              <a:t>ಅನುಷ್ಟಾನಕ್ಕಾಗಿ</a:t>
            </a:r>
            <a:r>
              <a:rPr lang="en-US" sz="3000" dirty="0" smtClean="0"/>
              <a:t> </a:t>
            </a:r>
            <a:r>
              <a:rPr lang="en-US" sz="3000" dirty="0" err="1" smtClean="0"/>
              <a:t>ಅವಶ್ಯವಿರುವ</a:t>
            </a:r>
            <a:r>
              <a:rPr lang="en-US" sz="3000" dirty="0" smtClean="0"/>
              <a:t> </a:t>
            </a:r>
            <a:r>
              <a:rPr lang="en-US" sz="3000" dirty="0" err="1" smtClean="0"/>
              <a:t>ಸಿಬ್ಬಂದಿ</a:t>
            </a:r>
            <a:r>
              <a:rPr lang="en-US" sz="3000" dirty="0" smtClean="0"/>
              <a:t> </a:t>
            </a:r>
            <a:r>
              <a:rPr lang="en-US" sz="3000" dirty="0" err="1" smtClean="0"/>
              <a:t>ಹಾಗೂ</a:t>
            </a:r>
            <a:r>
              <a:rPr lang="en-US" sz="3000" dirty="0" smtClean="0"/>
              <a:t> </a:t>
            </a:r>
            <a:r>
              <a:rPr lang="en-US" sz="3000" dirty="0" err="1" smtClean="0"/>
              <a:t>ಮೂಲಭೂತ</a:t>
            </a:r>
            <a:r>
              <a:rPr lang="en-US" sz="3000" dirty="0" smtClean="0"/>
              <a:t> </a:t>
            </a:r>
            <a:r>
              <a:rPr lang="en-US" sz="3000" dirty="0" err="1" smtClean="0"/>
              <a:t>ಸೌಕರ್ಯಗಳನ್ನು</a:t>
            </a:r>
            <a:r>
              <a:rPr lang="en-US" sz="3000" dirty="0" smtClean="0"/>
              <a:t> </a:t>
            </a:r>
            <a:r>
              <a:rPr lang="en-US" sz="3000" dirty="0" err="1" smtClean="0"/>
              <a:t>ಒದಗಿಸತಕ್ಕದ್ದು</a:t>
            </a:r>
            <a:r>
              <a:rPr lang="en-US" sz="3000" dirty="0" smtClean="0"/>
              <a:t>.</a:t>
            </a:r>
          </a:p>
          <a:p>
            <a:pPr algn="just">
              <a:buNone/>
            </a:pPr>
            <a:r>
              <a:rPr lang="en-US" sz="3000" dirty="0" smtClean="0"/>
              <a:t>(3) </a:t>
            </a:r>
            <a:r>
              <a:rPr lang="en-US" sz="3000" dirty="0" err="1" smtClean="0"/>
              <a:t>ಅಧಿಸೂಚಿತ</a:t>
            </a:r>
            <a:r>
              <a:rPr lang="en-US" sz="3000" dirty="0" smtClean="0"/>
              <a:t> </a:t>
            </a:r>
            <a:r>
              <a:rPr lang="en-US" sz="3000" dirty="0" err="1" smtClean="0"/>
              <a:t>ಸೇವೆಗಳು</a:t>
            </a:r>
            <a:r>
              <a:rPr lang="en-US" sz="3000" dirty="0" smtClean="0"/>
              <a:t> </a:t>
            </a:r>
            <a:r>
              <a:rPr lang="en-US" sz="3000" dirty="0" err="1" smtClean="0"/>
              <a:t>ಮತ್ತು</a:t>
            </a:r>
            <a:r>
              <a:rPr lang="en-US" sz="3000" dirty="0" smtClean="0"/>
              <a:t> </a:t>
            </a:r>
            <a:r>
              <a:rPr lang="en-US" sz="3000" dirty="0" err="1" smtClean="0"/>
              <a:t>ಅರ್ಜಿಗಳ</a:t>
            </a:r>
            <a:r>
              <a:rPr lang="en-US" sz="3000" dirty="0" smtClean="0"/>
              <a:t> </a:t>
            </a:r>
            <a:r>
              <a:rPr lang="en-US" sz="3000" dirty="0" err="1" smtClean="0"/>
              <a:t>ಎಲೆ</a:t>
            </a:r>
            <a:r>
              <a:rPr lang="en-US" sz="3000" dirty="0" smtClean="0"/>
              <a:t> </a:t>
            </a:r>
            <a:r>
              <a:rPr lang="en-US" sz="3000" dirty="0" err="1" smtClean="0"/>
              <a:t>ವಿಧಾನಗಳ</a:t>
            </a:r>
            <a:r>
              <a:rPr lang="en-US" sz="3000" dirty="0" smtClean="0"/>
              <a:t> </a:t>
            </a:r>
            <a:r>
              <a:rPr lang="en-US" sz="3000" dirty="0" err="1" smtClean="0"/>
              <a:t>ಬಗ್ಗೆ</a:t>
            </a:r>
            <a:r>
              <a:rPr lang="en-US" sz="3000" dirty="0" smtClean="0"/>
              <a:t> </a:t>
            </a:r>
            <a:r>
              <a:rPr lang="en-US" sz="3000" dirty="0" err="1" smtClean="0"/>
              <a:t>ಸಾರ್ವಜನಿಕ</a:t>
            </a:r>
            <a:r>
              <a:rPr lang="en-US" sz="3000" dirty="0" smtClean="0"/>
              <a:t> </a:t>
            </a:r>
            <a:r>
              <a:rPr lang="en-US" sz="3000" dirty="0" err="1" smtClean="0"/>
              <a:t>ಪ್ರಾಧಿಕಾರಗಳಿಂದ</a:t>
            </a:r>
            <a:r>
              <a:rPr lang="en-US" sz="3000" dirty="0" smtClean="0"/>
              <a:t> </a:t>
            </a:r>
            <a:r>
              <a:rPr lang="en-US" sz="3000" dirty="0" err="1" smtClean="0"/>
              <a:t>ಸಕಾಲಿಕ</a:t>
            </a:r>
            <a:r>
              <a:rPr lang="en-US" sz="3000" dirty="0" smtClean="0"/>
              <a:t> </a:t>
            </a:r>
            <a:r>
              <a:rPr lang="en-US" sz="3000" dirty="0" err="1" smtClean="0"/>
              <a:t>ಹಾಗೂ</a:t>
            </a:r>
            <a:r>
              <a:rPr lang="en-US" sz="3000" dirty="0" smtClean="0"/>
              <a:t> </a:t>
            </a:r>
            <a:r>
              <a:rPr lang="en-US" sz="3000" dirty="0" err="1" smtClean="0"/>
              <a:t>ನಿಖರ</a:t>
            </a:r>
            <a:r>
              <a:rPr lang="en-US" sz="3000" dirty="0" smtClean="0"/>
              <a:t> </a:t>
            </a:r>
            <a:r>
              <a:rPr lang="en-US" sz="3000" dirty="0" err="1" smtClean="0"/>
              <a:t>ಮಾಹಿತಿಯನ್ನು</a:t>
            </a:r>
            <a:r>
              <a:rPr lang="en-US" sz="3000" dirty="0" smtClean="0"/>
              <a:t> </a:t>
            </a:r>
            <a:r>
              <a:rPr lang="en-US" sz="3000" dirty="0" err="1" smtClean="0"/>
              <a:t>ಪರಿಣಾಮಕಾರಿಯಾಗಿ</a:t>
            </a:r>
            <a:r>
              <a:rPr lang="en-US" sz="3000" dirty="0" smtClean="0"/>
              <a:t> </a:t>
            </a:r>
            <a:r>
              <a:rPr lang="en-US" sz="3000" dirty="0" err="1" smtClean="0"/>
              <a:t>ನಾಗರಿಕರಿಗೆ</a:t>
            </a:r>
            <a:r>
              <a:rPr lang="en-US" sz="3000" dirty="0" smtClean="0"/>
              <a:t> </a:t>
            </a:r>
            <a:r>
              <a:rPr lang="en-US" sz="3000" dirty="0" err="1" smtClean="0"/>
              <a:t>ನೀಡುವುದು</a:t>
            </a:r>
            <a:r>
              <a:rPr lang="en-US" sz="3000" dirty="0" smtClean="0"/>
              <a:t>.</a:t>
            </a:r>
          </a:p>
          <a:p>
            <a:pPr algn="just">
              <a:buNone/>
            </a:pPr>
            <a:r>
              <a:rPr lang="en-US" sz="3000" dirty="0" smtClean="0"/>
              <a:t>(4) ಈ </a:t>
            </a:r>
            <a:r>
              <a:rPr lang="en-US" sz="3000" dirty="0" err="1" smtClean="0"/>
              <a:t>ಅಧಿನಿಯಮದಡಿಯಲ್ಲಿ</a:t>
            </a:r>
            <a:r>
              <a:rPr lang="en-US" sz="3000" dirty="0" smtClean="0"/>
              <a:t> </a:t>
            </a:r>
            <a:r>
              <a:rPr lang="en-US" sz="3000" dirty="0" err="1" smtClean="0"/>
              <a:t>ಹೆಸರಿಸಲಾದ</a:t>
            </a:r>
            <a:r>
              <a:rPr lang="en-US" sz="3000" dirty="0" smtClean="0"/>
              <a:t> </a:t>
            </a:r>
            <a:r>
              <a:rPr lang="en-US" sz="3000" dirty="0" err="1" smtClean="0"/>
              <a:t>ಅಧಿಕಾರಿ</a:t>
            </a:r>
            <a:r>
              <a:rPr lang="en-US" sz="3000" dirty="0" smtClean="0"/>
              <a:t>, </a:t>
            </a:r>
            <a:r>
              <a:rPr lang="en-US" sz="3000" dirty="0" err="1" smtClean="0"/>
              <a:t>ಸಕ್ಷಮ</a:t>
            </a:r>
            <a:r>
              <a:rPr lang="en-US" sz="3000" dirty="0" smtClean="0"/>
              <a:t> </a:t>
            </a:r>
            <a:r>
              <a:rPr lang="en-US" sz="3000" dirty="0" err="1" smtClean="0"/>
              <a:t>ಅಧಿಕಾರಿ</a:t>
            </a:r>
            <a:r>
              <a:rPr lang="en-US" sz="3000" dirty="0" smtClean="0"/>
              <a:t> </a:t>
            </a:r>
            <a:r>
              <a:rPr lang="en-US" sz="3000" dirty="0" err="1" smtClean="0"/>
              <a:t>ಮತ್ತು</a:t>
            </a:r>
            <a:r>
              <a:rPr lang="en-US" sz="3000" dirty="0" smtClean="0"/>
              <a:t> </a:t>
            </a:r>
            <a:r>
              <a:rPr lang="en-US" sz="3000" dirty="0" err="1" smtClean="0"/>
              <a:t>ಸಂದರ್ಭಾನುಸಾರ</a:t>
            </a:r>
            <a:r>
              <a:rPr lang="en-US" sz="3000" dirty="0" smtClean="0"/>
              <a:t>, </a:t>
            </a:r>
            <a:r>
              <a:rPr lang="en-US" sz="3000" dirty="0" err="1" smtClean="0"/>
              <a:t>ಮೇಲ್ಮನವಿ</a:t>
            </a:r>
            <a:r>
              <a:rPr lang="en-US" sz="3000" dirty="0" smtClean="0"/>
              <a:t> </a:t>
            </a:r>
            <a:r>
              <a:rPr lang="en-US" sz="3000" dirty="0" err="1" smtClean="0"/>
              <a:t>ಪ್ರಾಧಿಕಾರಗಳನ್ನು</a:t>
            </a:r>
            <a:r>
              <a:rPr lang="en-US" sz="3000" dirty="0" smtClean="0"/>
              <a:t> </a:t>
            </a:r>
            <a:r>
              <a:rPr lang="en-US" sz="3000" dirty="0" err="1" smtClean="0"/>
              <a:t>ಅವರುಗಳ</a:t>
            </a:r>
            <a:r>
              <a:rPr lang="en-US" sz="3000" dirty="0" smtClean="0"/>
              <a:t> </a:t>
            </a:r>
            <a:r>
              <a:rPr lang="en-US" sz="3000" dirty="0" err="1" smtClean="0"/>
              <a:t>ಕರ್ತವ್ಯಗಳ</a:t>
            </a:r>
            <a:r>
              <a:rPr lang="en-US" sz="3000" dirty="0" smtClean="0"/>
              <a:t> </a:t>
            </a:r>
            <a:r>
              <a:rPr lang="en-US" sz="3000" dirty="0" err="1" smtClean="0"/>
              <a:t>ಬಗ್ಗೆ</a:t>
            </a:r>
            <a:r>
              <a:rPr lang="en-US" sz="3000" dirty="0" smtClean="0"/>
              <a:t> </a:t>
            </a:r>
            <a:r>
              <a:rPr lang="en-US" sz="3000" dirty="0" err="1" smtClean="0"/>
              <a:t>ತರಬೇತಿ</a:t>
            </a:r>
            <a:r>
              <a:rPr lang="en-US" sz="3000" dirty="0" smtClean="0"/>
              <a:t> </a:t>
            </a:r>
            <a:r>
              <a:rPr lang="en-US" sz="3000" dirty="0" err="1" smtClean="0"/>
              <a:t>ನೀಡುವುದು</a:t>
            </a:r>
            <a:r>
              <a:rPr lang="en-US" sz="3000" dirty="0" smtClean="0"/>
              <a:t> </a:t>
            </a:r>
            <a:r>
              <a:rPr lang="en-US" sz="3000" dirty="0" err="1" smtClean="0"/>
              <a:t>ಹಾಗೂ</a:t>
            </a:r>
            <a:r>
              <a:rPr lang="en-US" sz="3000" dirty="0" smtClean="0"/>
              <a:t> </a:t>
            </a:r>
            <a:r>
              <a:rPr lang="en-US" sz="3000" dirty="0" err="1" smtClean="0"/>
              <a:t>ಕೈಪಿಡಿ</a:t>
            </a:r>
            <a:r>
              <a:rPr lang="en-US" sz="3000" dirty="0" smtClean="0"/>
              <a:t> </a:t>
            </a:r>
            <a:r>
              <a:rPr lang="en-US" sz="3000" dirty="0" err="1" smtClean="0"/>
              <a:t>ಹೊರಡಿಸುವುದು</a:t>
            </a:r>
            <a:r>
              <a:rPr lang="en-US" sz="3000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smtClean="0"/>
              <a:t>17. ಪ್ರಸಾರ ಮತ್ತು ತರಬೇತಿ:-</a:t>
            </a:r>
            <a:r>
              <a:rPr smtClean="0"/>
              <a:t> </a:t>
            </a:r>
            <a:r>
              <a:rPr sz="3100" b="1" smtClean="0"/>
              <a:t>ರಾಜ್ಯ ಸರ್ಕಾರ ಹಾಗೂ ಸಾರ್ವಜನಿಕ ಪ್ರಾಧಿಕಾರಗಳು,</a:t>
            </a:r>
            <a:endParaRPr 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15000"/>
          </a:xfrm>
        </p:spPr>
        <p:txBody>
          <a:bodyPr/>
          <a:lstStyle/>
          <a:p>
            <a:pPr algn="just"/>
            <a:r>
              <a:rPr lang="en-US" sz="2800" dirty="0" smtClean="0"/>
              <a:t>(5) </a:t>
            </a:r>
            <a:r>
              <a:rPr lang="en-US" sz="2800" dirty="0" err="1" smtClean="0"/>
              <a:t>ರಾಜ್ಯ</a:t>
            </a:r>
            <a:r>
              <a:rPr lang="en-US" sz="2800" dirty="0" smtClean="0"/>
              <a:t> </a:t>
            </a:r>
            <a:r>
              <a:rPr lang="en-US" sz="2800" dirty="0" err="1" smtClean="0"/>
              <a:t>ಸರ್ಕಾರದ</a:t>
            </a:r>
            <a:r>
              <a:rPr lang="en-US" sz="2800" dirty="0" smtClean="0"/>
              <a:t> </a:t>
            </a:r>
            <a:r>
              <a:rPr lang="en-US" sz="2800" dirty="0" err="1" smtClean="0"/>
              <a:t>ಸಂಬಂಧಪಟ್ಟ</a:t>
            </a:r>
            <a:r>
              <a:rPr lang="en-US" sz="2800" dirty="0" smtClean="0"/>
              <a:t> </a:t>
            </a:r>
            <a:r>
              <a:rPr lang="en-US" sz="2800" dirty="0" err="1" smtClean="0"/>
              <a:t>ಇಲಾಖೆಗಳು</a:t>
            </a:r>
            <a:r>
              <a:rPr lang="en-US" sz="2800" dirty="0" smtClean="0"/>
              <a:t> ಈ </a:t>
            </a:r>
            <a:r>
              <a:rPr lang="en-US" sz="2800" dirty="0" err="1" smtClean="0"/>
              <a:t>ಅಧಿನಿಯಮದಡಿಯಲ್ಲಿ</a:t>
            </a:r>
            <a:r>
              <a:rPr lang="en-US" sz="2800" dirty="0" smtClean="0"/>
              <a:t> </a:t>
            </a:r>
            <a:r>
              <a:rPr lang="en-US" sz="2800" dirty="0" err="1" smtClean="0"/>
              <a:t>ನಿರ್ದಿಷ್ಟಪಡಿಸಿದ</a:t>
            </a:r>
            <a:r>
              <a:rPr lang="en-US" sz="2800" dirty="0" smtClean="0"/>
              <a:t> </a:t>
            </a:r>
            <a:r>
              <a:rPr lang="en-US" sz="2800" dirty="0" err="1" smtClean="0"/>
              <a:t>ಯಾವುದೇ</a:t>
            </a:r>
            <a:r>
              <a:rPr lang="en-US" sz="2800" dirty="0" smtClean="0"/>
              <a:t> </a:t>
            </a:r>
            <a:r>
              <a:rPr lang="en-US" sz="2800" dirty="0" err="1" smtClean="0"/>
              <a:t>ಹಕ್ಕನ್ನು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ಚಲಾಯಿಸಲು</a:t>
            </a:r>
            <a:r>
              <a:rPr lang="en-US" sz="2800" dirty="0" smtClean="0"/>
              <a:t> </a:t>
            </a:r>
            <a:r>
              <a:rPr lang="en-US" sz="2800" dirty="0" err="1" smtClean="0"/>
              <a:t>ಬಯಸುವಂಥ</a:t>
            </a:r>
            <a:r>
              <a:rPr lang="en-US" sz="2800" dirty="0" smtClean="0"/>
              <a:t> </a:t>
            </a:r>
            <a:r>
              <a:rPr lang="en-US" sz="2800" dirty="0" err="1" smtClean="0"/>
              <a:t>ವ್ಯಕ್ತಿಗೆ</a:t>
            </a:r>
            <a:r>
              <a:rPr lang="en-US" sz="2800" dirty="0" smtClean="0"/>
              <a:t> </a:t>
            </a:r>
            <a:r>
              <a:rPr lang="en-US" sz="2800" dirty="0" err="1" smtClean="0"/>
              <a:t>ಯುಕ್ತವಾಗಿ</a:t>
            </a:r>
            <a:r>
              <a:rPr lang="en-US" sz="2800" dirty="0" smtClean="0"/>
              <a:t> </a:t>
            </a:r>
            <a:r>
              <a:rPr lang="en-US" sz="2800" dirty="0" err="1" smtClean="0"/>
              <a:t>ಅಗತ್ಯವಾಗಬಹುದಾದಂಥ</a:t>
            </a:r>
            <a:r>
              <a:rPr lang="en-US" sz="2800" dirty="0" smtClean="0"/>
              <a:t> </a:t>
            </a:r>
            <a:r>
              <a:rPr lang="en-US" sz="2800" dirty="0" err="1" smtClean="0"/>
              <a:t>ಮತ್ತು</a:t>
            </a:r>
            <a:r>
              <a:rPr lang="en-US" sz="2800" dirty="0" smtClean="0"/>
              <a:t> </a:t>
            </a:r>
            <a:r>
              <a:rPr lang="en-US" sz="2800" dirty="0" err="1" smtClean="0"/>
              <a:t>ಸುಲಭವಾಗಿ</a:t>
            </a:r>
            <a:r>
              <a:rPr lang="en-US" sz="2800" dirty="0" smtClean="0"/>
              <a:t> </a:t>
            </a:r>
            <a:r>
              <a:rPr lang="en-US" sz="2800" dirty="0" err="1" smtClean="0"/>
              <a:t>ಒಟ್ಟುಗೂಡಿಸಿರಬಹುದಾದಂಥ</a:t>
            </a:r>
            <a:r>
              <a:rPr lang="en-US" sz="2800" dirty="0" smtClean="0"/>
              <a:t> </a:t>
            </a:r>
            <a:r>
              <a:rPr lang="en-US" sz="2800" dirty="0" err="1" smtClean="0"/>
              <a:t>ಮಾಹಿತಿ</a:t>
            </a:r>
            <a:r>
              <a:rPr lang="en-US" sz="2800" dirty="0" smtClean="0"/>
              <a:t> </a:t>
            </a:r>
            <a:r>
              <a:rPr lang="en-US" sz="2800" dirty="0" err="1" smtClean="0"/>
              <a:t>ಹಾಗೂ</a:t>
            </a:r>
            <a:r>
              <a:rPr lang="en-US" sz="2800" dirty="0" smtClean="0"/>
              <a:t> </a:t>
            </a:r>
            <a:r>
              <a:rPr lang="en-US" sz="2800" dirty="0" err="1" smtClean="0"/>
              <a:t>ವಿಧಾನಗಳನ್ನು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ಒಳಗೊಂಡ</a:t>
            </a:r>
            <a:r>
              <a:rPr lang="en-US" sz="2800" dirty="0" smtClean="0"/>
              <a:t> </a:t>
            </a:r>
            <a:r>
              <a:rPr lang="en-US" sz="2800" dirty="0" err="1" smtClean="0"/>
              <a:t>ಮಾರ್ಗಸೂಚಿಗಳನ್ನು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ರಚಿಸುವುದು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 smtClean="0"/>
              <a:t>(6) </a:t>
            </a:r>
            <a:r>
              <a:rPr lang="en-US" sz="2800" dirty="0" err="1" smtClean="0"/>
              <a:t>ರಾಜ್ಯ</a:t>
            </a:r>
            <a:r>
              <a:rPr lang="en-US" sz="2800" dirty="0" smtClean="0"/>
              <a:t> </a:t>
            </a:r>
            <a:r>
              <a:rPr lang="en-US" sz="2800" dirty="0" err="1" smtClean="0"/>
              <a:t>ಸರ್ಕಾರದ</a:t>
            </a:r>
            <a:r>
              <a:rPr lang="en-US" sz="2800" dirty="0" smtClean="0"/>
              <a:t> </a:t>
            </a:r>
            <a:r>
              <a:rPr lang="en-US" sz="2800" dirty="0" err="1" smtClean="0"/>
              <a:t>ಸಂಬಂಧಪಟ್ಟ</a:t>
            </a:r>
            <a:r>
              <a:rPr lang="en-US" sz="2800" dirty="0" smtClean="0"/>
              <a:t> </a:t>
            </a:r>
            <a:r>
              <a:rPr lang="en-US" sz="2800" dirty="0" err="1" smtClean="0"/>
              <a:t>ಇಲಾಖೆಗಳು</a:t>
            </a:r>
            <a:r>
              <a:rPr lang="en-US" sz="2800" dirty="0" smtClean="0"/>
              <a:t>, </a:t>
            </a:r>
            <a:r>
              <a:rPr lang="en-US" sz="2800" dirty="0" err="1" smtClean="0"/>
              <a:t>ಆವಶ್ಯಕವಾದಲ್ಲಿ</a:t>
            </a:r>
            <a:r>
              <a:rPr lang="en-US" sz="2800" dirty="0" smtClean="0"/>
              <a:t>, ಈ </a:t>
            </a:r>
            <a:r>
              <a:rPr lang="en-US" sz="2800" dirty="0" err="1" smtClean="0"/>
              <a:t>ಮುಂದಿನವುಗಳನ್ನು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ಎಂದರೆ</a:t>
            </a:r>
            <a:r>
              <a:rPr lang="en-US" sz="2800" dirty="0" smtClean="0"/>
              <a:t>:-</a:t>
            </a:r>
          </a:p>
          <a:p>
            <a:pPr algn="just"/>
            <a:r>
              <a:rPr lang="en-US" sz="2800" dirty="0" smtClean="0"/>
              <a:t>(</a:t>
            </a:r>
            <a:r>
              <a:rPr lang="en-US" sz="2800" dirty="0" err="1" smtClean="0"/>
              <a:t>i</a:t>
            </a:r>
            <a:r>
              <a:rPr lang="en-US" sz="2800" dirty="0" smtClean="0"/>
              <a:t>) ಈ </a:t>
            </a:r>
            <a:r>
              <a:rPr lang="en-US" sz="2800" dirty="0" err="1" smtClean="0"/>
              <a:t>ಅಧಿನಿಯಮದ</a:t>
            </a:r>
            <a:r>
              <a:rPr lang="en-US" sz="2800" dirty="0" smtClean="0"/>
              <a:t> </a:t>
            </a:r>
            <a:r>
              <a:rPr lang="en-US" sz="2800" dirty="0" err="1" smtClean="0"/>
              <a:t>ಉದ್ದೇಶಗಳು</a:t>
            </a:r>
            <a:r>
              <a:rPr lang="en-US" sz="2800" dirty="0" smtClean="0"/>
              <a:t>,</a:t>
            </a:r>
          </a:p>
          <a:p>
            <a:pPr algn="just"/>
            <a:r>
              <a:rPr lang="en-US" sz="2800" dirty="0" smtClean="0"/>
              <a:t>(ii) </a:t>
            </a:r>
            <a:r>
              <a:rPr lang="en-US" sz="2800" dirty="0" err="1" smtClean="0"/>
              <a:t>ಹೆಸರಿಸಲಾದ</a:t>
            </a:r>
            <a:r>
              <a:rPr lang="en-US" sz="2800" dirty="0" smtClean="0"/>
              <a:t> </a:t>
            </a:r>
            <a:r>
              <a:rPr lang="en-US" sz="2800" dirty="0" err="1" smtClean="0"/>
              <a:t>ಅಧಿಕಾರಿ</a:t>
            </a:r>
            <a:r>
              <a:rPr lang="en-US" sz="2800" dirty="0" smtClean="0"/>
              <a:t> </a:t>
            </a:r>
            <a:r>
              <a:rPr lang="en-US" sz="2800" dirty="0" err="1" smtClean="0"/>
              <a:t>ಅಥವಾ</a:t>
            </a:r>
            <a:r>
              <a:rPr lang="en-US" sz="2800" dirty="0" smtClean="0"/>
              <a:t> </a:t>
            </a:r>
            <a:r>
              <a:rPr lang="en-US" sz="2800" dirty="0" err="1" smtClean="0"/>
              <a:t>ಸಕ್ಷಮ</a:t>
            </a:r>
            <a:r>
              <a:rPr lang="en-US" sz="2800" dirty="0" smtClean="0"/>
              <a:t> </a:t>
            </a:r>
            <a:r>
              <a:rPr lang="en-US" sz="2800" dirty="0" err="1" smtClean="0"/>
              <a:t>ಅಧಿಕಾರಿಗೆ</a:t>
            </a:r>
            <a:r>
              <a:rPr lang="en-US" sz="2800" dirty="0" smtClean="0"/>
              <a:t> </a:t>
            </a:r>
            <a:r>
              <a:rPr lang="en-US" sz="2800" dirty="0" err="1" smtClean="0"/>
              <a:t>ಸಲ್ಲಿಸತಕ್ಕಂಥ</a:t>
            </a:r>
            <a:r>
              <a:rPr lang="en-US" sz="2800" dirty="0" smtClean="0"/>
              <a:t> </a:t>
            </a:r>
            <a:r>
              <a:rPr lang="en-US" sz="2800" dirty="0" err="1" smtClean="0"/>
              <a:t>ಸೇವೆಗಳಿಗೆ</a:t>
            </a:r>
            <a:r>
              <a:rPr lang="en-US" sz="2800" dirty="0" smtClean="0"/>
              <a:t> </a:t>
            </a:r>
            <a:r>
              <a:rPr lang="en-US" sz="2800" dirty="0" err="1" smtClean="0"/>
              <a:t>ಸಂಬಂಧಿಸಿದ</a:t>
            </a:r>
            <a:r>
              <a:rPr lang="en-US" sz="2800" dirty="0" smtClean="0"/>
              <a:t> </a:t>
            </a:r>
            <a:r>
              <a:rPr lang="en-US" sz="2800" dirty="0" err="1" smtClean="0"/>
              <a:t>ಕೋರಿಕೆಯ</a:t>
            </a:r>
            <a:r>
              <a:rPr lang="en-US" sz="2800" dirty="0" smtClean="0"/>
              <a:t> </a:t>
            </a:r>
            <a:r>
              <a:rPr lang="en-US" sz="2800" dirty="0" err="1" smtClean="0"/>
              <a:t>ನಮೂನೆ</a:t>
            </a:r>
            <a:r>
              <a:rPr lang="en-US" sz="2800" dirty="0" smtClean="0"/>
              <a:t> </a:t>
            </a:r>
            <a:r>
              <a:rPr lang="en-US" sz="2800" dirty="0" err="1" smtClean="0"/>
              <a:t>ಮತ್ತು</a:t>
            </a:r>
            <a:r>
              <a:rPr lang="en-US" sz="2800" dirty="0" smtClean="0"/>
              <a:t> </a:t>
            </a:r>
            <a:r>
              <a:rPr lang="en-US" sz="2800" dirty="0" err="1" smtClean="0"/>
              <a:t>ವಿಧಾನ</a:t>
            </a:r>
            <a:r>
              <a:rPr lang="en-US" sz="2800" dirty="0" smtClean="0"/>
              <a:t>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4864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(iii) </a:t>
            </a:r>
            <a:r>
              <a:rPr lang="en-US" sz="2800" dirty="0" err="1" smtClean="0"/>
              <a:t>ಮೇಲ್ಮನವಿಗಳನ್ನು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ದಾಖಲಿಸುವ</a:t>
            </a:r>
            <a:r>
              <a:rPr lang="en-US" sz="2800" dirty="0" smtClean="0"/>
              <a:t> </a:t>
            </a:r>
            <a:r>
              <a:rPr lang="en-US" sz="2800" dirty="0" err="1" smtClean="0"/>
              <a:t>ರೀತಿಯನ್ನು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ಒಳಗೊಂಡಂತೆ</a:t>
            </a:r>
            <a:r>
              <a:rPr lang="en-US" sz="2800" dirty="0" smtClean="0"/>
              <a:t> </a:t>
            </a:r>
            <a:r>
              <a:rPr lang="en-US" sz="2800" dirty="0" err="1" smtClean="0"/>
              <a:t>ಸೇವೆಗಳ</a:t>
            </a:r>
            <a:r>
              <a:rPr lang="en-US" sz="2800" dirty="0" smtClean="0"/>
              <a:t> </a:t>
            </a:r>
            <a:r>
              <a:rPr lang="en-US" sz="2800" dirty="0" err="1" smtClean="0"/>
              <a:t>ವಿಳಂಬ</a:t>
            </a:r>
            <a:r>
              <a:rPr lang="en-US" sz="2800" dirty="0" smtClean="0"/>
              <a:t> </a:t>
            </a:r>
            <a:r>
              <a:rPr lang="en-US" sz="2800" dirty="0" err="1" smtClean="0"/>
              <a:t>ಅಥವಾ</a:t>
            </a:r>
            <a:r>
              <a:rPr lang="en-US" sz="2800" dirty="0" smtClean="0"/>
              <a:t> </a:t>
            </a:r>
            <a:r>
              <a:rPr lang="en-US" sz="2800" dirty="0" err="1" smtClean="0"/>
              <a:t>ತಿರಸ್ಕರಿಸುವುದಕ್ಕೆ</a:t>
            </a:r>
            <a:r>
              <a:rPr lang="en-US" sz="2800" dirty="0" smtClean="0"/>
              <a:t> </a:t>
            </a:r>
            <a:r>
              <a:rPr lang="en-US" sz="2800" dirty="0" err="1" smtClean="0"/>
              <a:t>ಸಂಬಂಧಿಸಿದಂತೆ</a:t>
            </a:r>
            <a:r>
              <a:rPr lang="en-US" sz="2800" dirty="0" smtClean="0"/>
              <a:t> </a:t>
            </a:r>
            <a:r>
              <a:rPr lang="en-US" sz="2800" dirty="0" err="1" smtClean="0"/>
              <a:t>ಕಾನೂನಿನಲ್ಲಿ</a:t>
            </a:r>
            <a:r>
              <a:rPr lang="en-US" sz="2800" dirty="0" smtClean="0"/>
              <a:t> </a:t>
            </a:r>
            <a:r>
              <a:rPr lang="en-US" sz="2800" dirty="0" err="1" smtClean="0"/>
              <a:t>ಲಭ್ಯವಿರುವ</a:t>
            </a:r>
            <a:r>
              <a:rPr lang="en-US" sz="2800" dirty="0" smtClean="0"/>
              <a:t> </a:t>
            </a:r>
            <a:r>
              <a:rPr lang="en-US" sz="2800" dirty="0" err="1" smtClean="0"/>
              <a:t>ಎಲ್ಲಾ</a:t>
            </a:r>
            <a:r>
              <a:rPr lang="en-US" sz="2800" dirty="0" smtClean="0"/>
              <a:t> </a:t>
            </a:r>
            <a:r>
              <a:rPr lang="en-US" sz="2800" dirty="0" err="1" smtClean="0"/>
              <a:t>ಪರಿಹಾರಗಳು</a:t>
            </a:r>
            <a:r>
              <a:rPr lang="en-US" sz="2800" dirty="0" smtClean="0"/>
              <a:t>;</a:t>
            </a:r>
          </a:p>
          <a:p>
            <a:pPr algn="just"/>
            <a:r>
              <a:rPr lang="en-US" sz="2800" dirty="0" smtClean="0"/>
              <a:t>(iv) ಈ </a:t>
            </a:r>
            <a:r>
              <a:rPr lang="en-US" sz="2800" dirty="0" err="1" smtClean="0"/>
              <a:t>ಅಧಿನಿಯಮಕ್ಕೆ</a:t>
            </a:r>
            <a:r>
              <a:rPr lang="en-US" sz="2800" dirty="0" smtClean="0"/>
              <a:t> </a:t>
            </a:r>
            <a:r>
              <a:rPr lang="en-US" sz="2800" dirty="0" err="1" smtClean="0"/>
              <a:t>ಅನುಸಾರವಾಗಿ</a:t>
            </a:r>
            <a:r>
              <a:rPr lang="en-US" sz="2800" dirty="0" smtClean="0"/>
              <a:t> </a:t>
            </a:r>
            <a:r>
              <a:rPr lang="en-US" sz="2800" dirty="0" err="1" smtClean="0"/>
              <a:t>ಸೇವೆಗಳನ್ನು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ಪಡೆಯುವ</a:t>
            </a:r>
            <a:r>
              <a:rPr lang="en-US" sz="2800" dirty="0" smtClean="0"/>
              <a:t> </a:t>
            </a:r>
            <a:r>
              <a:rPr lang="en-US" sz="2800" dirty="0" err="1" smtClean="0"/>
              <a:t>ಸಂಬಂಧದಲ್ಲಿ</a:t>
            </a:r>
            <a:r>
              <a:rPr lang="en-US" sz="2800" dirty="0" smtClean="0"/>
              <a:t> </a:t>
            </a:r>
            <a:r>
              <a:rPr lang="en-US" sz="2800" dirty="0" err="1" smtClean="0"/>
              <a:t>ರಚಿಸಲಾದ</a:t>
            </a:r>
            <a:r>
              <a:rPr lang="en-US" sz="2800" dirty="0" smtClean="0"/>
              <a:t> </a:t>
            </a:r>
            <a:r>
              <a:rPr lang="en-US" sz="2800" dirty="0" err="1" smtClean="0"/>
              <a:t>ಅಥವಾ</a:t>
            </a:r>
            <a:r>
              <a:rPr lang="en-US" sz="2800" dirty="0" smtClean="0"/>
              <a:t> </a:t>
            </a:r>
            <a:r>
              <a:rPr lang="en-US" sz="2800" dirty="0" err="1" smtClean="0"/>
              <a:t>ಹೊರಡಿಸಲಾದ</a:t>
            </a:r>
            <a:r>
              <a:rPr lang="en-US" sz="2800" dirty="0" smtClean="0"/>
              <a:t> </a:t>
            </a:r>
            <a:r>
              <a:rPr lang="en-US" sz="2800" dirty="0" err="1" smtClean="0"/>
              <a:t>ಯಾವುದೇ</a:t>
            </a:r>
            <a:r>
              <a:rPr lang="en-US" sz="2800" dirty="0" smtClean="0"/>
              <a:t> </a:t>
            </a:r>
            <a:r>
              <a:rPr lang="en-US" sz="2800" dirty="0" err="1" smtClean="0"/>
              <a:t>ಹೆಚ್ಚುವರಿ</a:t>
            </a:r>
            <a:r>
              <a:rPr lang="en-US" sz="2800" dirty="0" smtClean="0"/>
              <a:t> </a:t>
            </a:r>
            <a:r>
              <a:rPr lang="en-US" sz="2800" dirty="0" err="1" smtClean="0"/>
              <a:t>ವಿನಿಯಮಗಳು</a:t>
            </a:r>
            <a:r>
              <a:rPr lang="en-US" sz="2800" dirty="0" smtClean="0"/>
              <a:t> </a:t>
            </a:r>
            <a:r>
              <a:rPr lang="en-US" sz="2800" dirty="0" err="1" smtClean="0"/>
              <a:t>ಅಥವಾ</a:t>
            </a:r>
            <a:r>
              <a:rPr lang="en-US" sz="2800" dirty="0" smtClean="0"/>
              <a:t> </a:t>
            </a:r>
            <a:r>
              <a:rPr lang="en-US" sz="2800" dirty="0" err="1" smtClean="0"/>
              <a:t>ಸುತ್ತೋಲೆಗಳು</a:t>
            </a:r>
            <a:r>
              <a:rPr lang="en-US" sz="2800" dirty="0" smtClean="0"/>
              <a:t>;</a:t>
            </a:r>
          </a:p>
          <a:p>
            <a:pPr algn="just"/>
            <a:r>
              <a:rPr lang="en-US" sz="2800" dirty="0" smtClean="0"/>
              <a:t>-</a:t>
            </a:r>
            <a:r>
              <a:rPr lang="en-US" sz="2800" dirty="0" err="1" smtClean="0"/>
              <a:t>ಇವುಗಳನ್ನು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ಒಳಗೊಳ್ಳತಕ್ಕಂಥ</a:t>
            </a:r>
            <a:r>
              <a:rPr lang="en-US" sz="2800" dirty="0" smtClean="0"/>
              <a:t>, </a:t>
            </a:r>
            <a:r>
              <a:rPr lang="en-US" sz="2800" dirty="0" err="1" smtClean="0"/>
              <a:t>ನಿರ್ದಿಷ್ಟವಾಗಿ</a:t>
            </a:r>
            <a:r>
              <a:rPr lang="en-US" sz="2800" dirty="0" smtClean="0"/>
              <a:t> </a:t>
            </a:r>
            <a:r>
              <a:rPr lang="en-US" sz="2800" dirty="0" err="1" smtClean="0"/>
              <a:t>ಮತ್ತು</a:t>
            </a:r>
            <a:r>
              <a:rPr lang="en-US" sz="2800" dirty="0" smtClean="0"/>
              <a:t> </a:t>
            </a:r>
            <a:r>
              <a:rPr lang="en-US" sz="2800" dirty="0" err="1" smtClean="0"/>
              <a:t>ಮೇಲಿನ</a:t>
            </a:r>
            <a:r>
              <a:rPr lang="en-US" sz="2800" dirty="0" smtClean="0"/>
              <a:t> </a:t>
            </a:r>
            <a:r>
              <a:rPr lang="en-US" sz="2800" dirty="0" err="1" smtClean="0"/>
              <a:t>ಉಪನಿಯಮ</a:t>
            </a:r>
            <a:r>
              <a:rPr lang="en-US" sz="2800" dirty="0" smtClean="0"/>
              <a:t> (5)ರ </a:t>
            </a:r>
            <a:r>
              <a:rPr lang="en-US" sz="2800" dirty="0" err="1" smtClean="0"/>
              <a:t>ಸಾಮಾನ್ಯಾನ್ವಯಕ್ಕೆ</a:t>
            </a:r>
            <a:r>
              <a:rPr lang="en-US" sz="2800" dirty="0" smtClean="0"/>
              <a:t> </a:t>
            </a:r>
            <a:r>
              <a:rPr lang="en-US" sz="2800" dirty="0" err="1" smtClean="0"/>
              <a:t>ಬಾಧಕವಾಗದಂತೆ</a:t>
            </a:r>
            <a:r>
              <a:rPr lang="en-US" sz="2800" dirty="0" smtClean="0"/>
              <a:t> </a:t>
            </a:r>
            <a:r>
              <a:rPr lang="en-US" sz="2800" dirty="0" err="1" smtClean="0"/>
              <a:t>ನಿಯತಮಧ್ಯಂತರಗಳಲ್ಲಿ</a:t>
            </a:r>
            <a:r>
              <a:rPr lang="en-US" sz="2800" dirty="0" smtClean="0"/>
              <a:t> </a:t>
            </a:r>
            <a:r>
              <a:rPr lang="en-US" sz="2800" dirty="0" err="1" smtClean="0"/>
              <a:t>ಮೇಲಿನ</a:t>
            </a:r>
            <a:r>
              <a:rPr lang="en-US" sz="2800" dirty="0" smtClean="0"/>
              <a:t> (5)</a:t>
            </a:r>
            <a:r>
              <a:rPr lang="en-US" sz="2800" dirty="0" err="1" smtClean="0"/>
              <a:t>ನೇ</a:t>
            </a:r>
            <a:r>
              <a:rPr lang="en-US" sz="2800" dirty="0" smtClean="0"/>
              <a:t> </a:t>
            </a:r>
            <a:r>
              <a:rPr lang="en-US" sz="2800" dirty="0" err="1" smtClean="0"/>
              <a:t>ಉಪನಿಯಮದ</a:t>
            </a:r>
            <a:r>
              <a:rPr lang="en-US" sz="2800" dirty="0" smtClean="0"/>
              <a:t> </a:t>
            </a:r>
            <a:r>
              <a:rPr lang="en-US" sz="2800" dirty="0" err="1" smtClean="0"/>
              <a:t>ಆಡಿಯಲ್ಲಿ</a:t>
            </a:r>
            <a:r>
              <a:rPr lang="en-US" sz="2800" dirty="0" smtClean="0"/>
              <a:t> </a:t>
            </a:r>
            <a:r>
              <a:rPr lang="en-US" sz="2800" dirty="0" err="1" smtClean="0"/>
              <a:t>ಉಲ್ಲೇಖಿಸಿದ</a:t>
            </a:r>
            <a:r>
              <a:rPr lang="en-US" sz="2800" dirty="0" smtClean="0"/>
              <a:t> </a:t>
            </a:r>
            <a:r>
              <a:rPr lang="en-US" sz="2800" dirty="0" err="1" smtClean="0"/>
              <a:t>ಮಾರ್ಗಸೂಚಿಗಳನ್ನು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ಇಂಡೀಕರಿಸ</a:t>
            </a:r>
            <a:r>
              <a:rPr lang="en-US" sz="2800" dirty="0" smtClean="0"/>
              <a:t> </a:t>
            </a:r>
            <a:r>
              <a:rPr lang="en-US" sz="2800" dirty="0" err="1" smtClean="0"/>
              <a:t>ತಕ್ಕದ್ದು</a:t>
            </a:r>
            <a:r>
              <a:rPr lang="en-US" sz="2800" dirty="0" smtClean="0"/>
              <a:t> </a:t>
            </a:r>
            <a:r>
              <a:rPr lang="en-US" sz="2800" dirty="0" err="1" smtClean="0"/>
              <a:t>ಮತ್ತು</a:t>
            </a:r>
            <a:r>
              <a:rPr lang="en-US" sz="2800" dirty="0" smtClean="0"/>
              <a:t> </a:t>
            </a:r>
            <a:r>
              <a:rPr lang="en-US" sz="2800" dirty="0" err="1" smtClean="0"/>
              <a:t>ಪ್ರಕಟಿಸತಕ್ಕದ್ದು</a:t>
            </a:r>
            <a:r>
              <a:rPr lang="en-US" sz="28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err="1" smtClean="0"/>
              <a:t>ರಾಜ್ಯ</a:t>
            </a:r>
            <a:r>
              <a:rPr lang="en-US" sz="2800" dirty="0" smtClean="0"/>
              <a:t> </a:t>
            </a:r>
            <a:r>
              <a:rPr lang="en-US" sz="2800" dirty="0" err="1" smtClean="0"/>
              <a:t>ಸರ್ಕಾರವು</a:t>
            </a:r>
            <a:r>
              <a:rPr lang="en-US" sz="2800" dirty="0" smtClean="0"/>
              <a:t>, </a:t>
            </a:r>
            <a:r>
              <a:rPr lang="en-US" sz="2800" dirty="0" err="1" smtClean="0"/>
              <a:t>ಮಾಹಿತಿ</a:t>
            </a:r>
            <a:r>
              <a:rPr lang="en-US" sz="2800" dirty="0" smtClean="0"/>
              <a:t> </a:t>
            </a:r>
            <a:r>
              <a:rPr lang="en-US" sz="2800" dirty="0" err="1" smtClean="0"/>
              <a:t>ಮತ್ತು</a:t>
            </a:r>
            <a:r>
              <a:rPr lang="en-US" sz="2800" dirty="0" smtClean="0"/>
              <a:t> </a:t>
            </a:r>
            <a:r>
              <a:rPr lang="en-US" sz="2800" dirty="0" err="1" smtClean="0"/>
              <a:t>ಸಂವಹನ</a:t>
            </a:r>
            <a:r>
              <a:rPr lang="en-US" sz="2800" dirty="0" smtClean="0"/>
              <a:t> </a:t>
            </a:r>
            <a:r>
              <a:rPr lang="en-US" sz="2800" dirty="0" err="1" smtClean="0"/>
              <a:t>ತಂತ್ರಜ್ಞಾನ</a:t>
            </a:r>
            <a:r>
              <a:rPr lang="en-US" sz="2800" dirty="0" smtClean="0"/>
              <a:t> </a:t>
            </a:r>
            <a:r>
              <a:rPr lang="en-US" sz="2800" dirty="0" err="1" smtClean="0"/>
              <a:t>ಬಳಕೆಯ</a:t>
            </a:r>
            <a:r>
              <a:rPr lang="en-US" sz="2800" dirty="0" smtClean="0"/>
              <a:t> </a:t>
            </a:r>
            <a:r>
              <a:rPr lang="en-US" sz="2800" dirty="0" err="1" smtClean="0"/>
              <a:t>ಮೂಲಕ</a:t>
            </a:r>
            <a:r>
              <a:rPr lang="en-US" sz="2800" dirty="0" smtClean="0"/>
              <a:t>, </a:t>
            </a:r>
            <a:r>
              <a:rPr lang="en-US" sz="2800" dirty="0" err="1" smtClean="0"/>
              <a:t>ಅಧಿಸೂಚಿತ</a:t>
            </a:r>
            <a:r>
              <a:rPr lang="en-US" sz="2800" dirty="0" smtClean="0"/>
              <a:t> </a:t>
            </a:r>
            <a:r>
              <a:rPr lang="en-US" sz="2800" dirty="0" err="1" smtClean="0"/>
              <a:t>ಸೇವೆಗಳ</a:t>
            </a:r>
            <a:r>
              <a:rPr lang="en-US" sz="2800" dirty="0" smtClean="0"/>
              <a:t> </a:t>
            </a:r>
            <a:r>
              <a:rPr lang="en-US" sz="2800" dirty="0" err="1" smtClean="0"/>
              <a:t>ಸಕಾಲಿಕ</a:t>
            </a:r>
            <a:r>
              <a:rPr lang="en-US" sz="2800" dirty="0" smtClean="0"/>
              <a:t> </a:t>
            </a:r>
            <a:r>
              <a:rPr lang="en-US" sz="2800" dirty="0" err="1" smtClean="0"/>
              <a:t>ವಿಲೆಯ</a:t>
            </a:r>
            <a:r>
              <a:rPr lang="en-US" sz="2800" dirty="0" smtClean="0"/>
              <a:t> </a:t>
            </a:r>
            <a:r>
              <a:rPr lang="en-US" sz="2800" dirty="0" err="1" smtClean="0"/>
              <a:t>ಕೇಂದ್ರೀಕೃತ</a:t>
            </a:r>
            <a:r>
              <a:rPr lang="en-US" sz="2800" dirty="0" smtClean="0"/>
              <a:t> </a:t>
            </a:r>
            <a:r>
              <a:rPr lang="en-US" sz="2800" dirty="0" err="1" smtClean="0"/>
              <a:t>ಮೇಲ್ವಿಚಾರಣೆಗಾಗಿ</a:t>
            </a:r>
            <a:r>
              <a:rPr lang="en-US" sz="2800" dirty="0" smtClean="0"/>
              <a:t> </a:t>
            </a:r>
            <a:r>
              <a:rPr lang="en-US" sz="2800" dirty="0" err="1" smtClean="0"/>
              <a:t>ಹಾಗೂ</a:t>
            </a:r>
            <a:r>
              <a:rPr lang="en-US" sz="2800" dirty="0" smtClean="0"/>
              <a:t> ಈ </a:t>
            </a:r>
            <a:r>
              <a:rPr lang="en-US" sz="2800" dirty="0" err="1" smtClean="0"/>
              <a:t>ಅಧಿನಿಯಮ</a:t>
            </a:r>
            <a:r>
              <a:rPr lang="en-US" sz="2800" dirty="0" smtClean="0"/>
              <a:t> </a:t>
            </a:r>
            <a:r>
              <a:rPr lang="en-US" sz="2800" dirty="0" err="1" smtClean="0"/>
              <a:t>ವಿವಿಧ</a:t>
            </a:r>
            <a:r>
              <a:rPr lang="en-US" sz="2800" dirty="0" smtClean="0"/>
              <a:t> </a:t>
            </a:r>
            <a:r>
              <a:rPr lang="en-US" sz="2800" dirty="0" err="1" smtClean="0"/>
              <a:t>ಉಪಬಂಧಗಳ</a:t>
            </a:r>
            <a:r>
              <a:rPr lang="en-US" sz="2800" dirty="0" smtClean="0"/>
              <a:t> </a:t>
            </a:r>
            <a:r>
              <a:rPr lang="en-US" sz="2800" dirty="0" err="1" smtClean="0"/>
              <a:t>ಮೇಲ್ವಿಚಾರಣೆಗಾಗಿ</a:t>
            </a:r>
            <a:r>
              <a:rPr lang="en-US" sz="2800" dirty="0" smtClean="0"/>
              <a:t> </a:t>
            </a:r>
            <a:r>
              <a:rPr lang="en-US" sz="2800" dirty="0" err="1" smtClean="0"/>
              <a:t>ಒಂದು</a:t>
            </a:r>
            <a:r>
              <a:rPr lang="en-US" sz="2800" dirty="0" smtClean="0"/>
              <a:t> </a:t>
            </a:r>
            <a:r>
              <a:rPr lang="en-US" sz="2800" dirty="0" err="1" smtClean="0"/>
              <a:t>ವ್ಯವಸ್ಥೆಯನ್ನು</a:t>
            </a:r>
            <a:r>
              <a:rPr lang="en-US" sz="2800" dirty="0" smtClean="0"/>
              <a:t> </a:t>
            </a:r>
            <a:r>
              <a:rPr lang="en-US" sz="2800" dirty="0" err="1" smtClean="0"/>
              <a:t>ಪರಿಚಯಿಸತಕ್ಕದ್ದು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mtClean="0"/>
              <a:t>18. ಅನುಷ್ಠಾನದ ಮೇಲ್ವಿಚಾರಣೆ:-</a:t>
            </a:r>
            <a:r>
              <a:rPr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102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4400" b="1" dirty="0" smtClean="0">
              <a:solidFill>
                <a:srgbClr val="7030A0"/>
              </a:solidFill>
            </a:endParaRPr>
          </a:p>
          <a:p>
            <a:pPr algn="ctr">
              <a:buNone/>
            </a:pPr>
            <a:endParaRPr lang="en-US" sz="4400" b="1" dirty="0" smtClean="0">
              <a:solidFill>
                <a:srgbClr val="7030A0"/>
              </a:solidFill>
            </a:endParaRPr>
          </a:p>
          <a:p>
            <a:pPr algn="ctr">
              <a:buNone/>
            </a:pPr>
            <a:r>
              <a:rPr lang="en-US" sz="4400" b="1" dirty="0" err="1" smtClean="0">
                <a:solidFill>
                  <a:srgbClr val="7030A0"/>
                </a:solidFill>
              </a:rPr>
              <a:t>ಧನ್ಯವಾದಗಳು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4" name="5-Point Star 3"/>
          <p:cNvSpPr/>
          <p:nvPr/>
        </p:nvSpPr>
        <p:spPr>
          <a:xfrm flipV="1">
            <a:off x="2590800" y="3886200"/>
            <a:ext cx="3886200" cy="1905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5-Point Star 4"/>
          <p:cNvSpPr/>
          <p:nvPr/>
        </p:nvSpPr>
        <p:spPr>
          <a:xfrm>
            <a:off x="7924800" y="990600"/>
            <a:ext cx="457200" cy="685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914400" y="1143000"/>
            <a:ext cx="457200" cy="6858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16</TotalTime>
  <Words>1398</Words>
  <Application>Microsoft Office PowerPoint</Application>
  <PresentationFormat>On-screen Show (4:3)</PresentationFormat>
  <Paragraphs>78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Paper</vt:lpstr>
      <vt:lpstr>ಕರ್ನಾಟಕ ಸಕಾಲ ಸೇವೆಗಳ ನಿಯಮಗಳು, 2012  (ಕರ್ನಾಟಕ ನಾಗರಿಕರಿಗೆ ಸೇವಗಳ ಖಾತರಿ ನಿಯಮಗಳು, 2012ನ್ನು ಅಧಿಸೂಚನೆ ಸಂಖ್ಯೆ: ಸಿಆಸುವ 04 ಇಕಾಟ 2012 ದಿನಾಂಕ:30.11.2012ರ ಮೂಲಕ "ಕರ್ನಾಟಕ ಸಕಾಳ ಸೇವೆಗಳ ನಿಯಮಗಳು 2012" ಎಂದು ತಿದ್ದುಪಡಿ ಮಾಡಿದೆ.)</vt:lpstr>
      <vt:lpstr>1. ಹೆಸರು ಮತ್ತು ಪ್ರಾರಂಭ:-  </vt:lpstr>
      <vt:lpstr>2. ಪರಿಭಾಷೆಗಳು- </vt:lpstr>
      <vt:lpstr>3. ಸೂಚನಾ ಫಲಕದ ಮೇಲೆ ಮಾಹಿತಿಯನ್ನು ಪ್ರದರ್ಶಿಸುವುದು:- </vt:lpstr>
      <vt:lpstr>4. ಅರ್ಜಿಯನ್ನು ಸ್ವೀಕರಿಸುವ ಮತ್ತು ಅರ್ಜಿದಾರರಿಗೆ ಸ್ವೀಕೃತಿಯನ್ನು ನೀಡುವ ವಿಧಾನ:-</vt:lpstr>
      <vt:lpstr>5. ಸಾರ್ವಜನಿಕ ರಜಾ ದಿನಗಳನ್ನು ಒಳಗೊಂಡಿರತಕ್ಕದ್ದಲ್ಲ:- </vt:lpstr>
      <vt:lpstr>6. ಪರಿಹಾರ ವೆಚ್ಚವನ್ನು ಕೋರುವ ಮತ್ತು ಪಾವತಿ ಮಾಡುವ ವಿಧಾನ:- </vt:lpstr>
      <vt:lpstr>7. ನೋಟೀಸನ್ನು ನೀಡುವ ವಿಧಾನ:- </vt:lpstr>
      <vt:lpstr>8. ಶುಲ್ಕವನ್ನು ಸಡಿಲಗೊಳಿಸುವುದು:- </vt:lpstr>
      <vt:lpstr>9. ಸಕ್ಷಮ ಅಧಿಕಾರಿಗೆ ಅರ್ಜಿ ಸಲ್ಲಿಸುವ ಕಾರ್ಯವಿಧಾನ :- </vt:lpstr>
      <vt:lpstr>10. ಮೇಲ್ಮನವಿ ಪ್ರಾಧಿಕಾರಕ್ಕೆ ಮೇಲ್ಮನವಿ ಯೊಂದಿಗೆ ಲಗತ್ತಿಸಬೇಕಾದ ದಸ್ತಾವೇಜುಗಳು:- </vt:lpstr>
      <vt:lpstr>11. ಮೊದಲ ಅಥವಾ ಎರಡನೇ ಮೇಲ್ಮನವಿಯ ಮೇಲೆ ತೀರ್ಮಾನದ ಕಾರ್ಯ ವಿಧಾನ:- ಹೆಸರಿಸಲಾದ ಪ್ರಾಧಿಕಾರದ ಅಥವಾ ಸಕ್ಷಮ ಪ್ರಾಧಿಕಾರದ ಆದೇಶಗಳ ಮೇಲಿನ ತೀರ್ಮಾನವು ಈ ಮುಂದಿನ ಹಂತಗಳನ್ನು ಒಳಗೊಂಡಿರತಕ್ಕದ್ದು, ಎಂದರೆ:-</vt:lpstr>
      <vt:lpstr>12. ಕೇಳುವಿಕೆಯ (ಹಿಯರಿಂಗ್) ಮಾಹಿತಿಯನ್ನು ತಿಳಿಸುವ ಪ್ರಕ್ರಿಯೆ:- </vt:lpstr>
      <vt:lpstr>13. ಅರ್ಜಿದಾರ ಅಥವಾ ಹೆಸರಿಸಲಾದ ಅಧಿಕಾರಿ ಅಥವಾ ಸಕ್ಷಮ ಅಧಿಕಾರಿಯ ವೈಯಕ್ತಿಕ ಹಾಜರಿ:- </vt:lpstr>
      <vt:lpstr>14. ಮೇಲ್ಮನವಿಯಲ್ಲಿ ಆದೇಶ:- </vt:lpstr>
      <vt:lpstr>Slide 16</vt:lpstr>
      <vt:lpstr>15. ಪರಿಹಾರ ವೆಚ್ಚದ ವಸೂಲಿ:- </vt:lpstr>
      <vt:lpstr>16. ಅಧಿನಿಯಮದಡಿಯಲ್ಲಿ ವಿಲೆಯಾದ ಎಲ್ಲಾ ಪ್ರಕರಣಗಳ ದಾಖಲೆಗಳ ನಿರ್ವಹಣೆ:-</vt:lpstr>
      <vt:lpstr>Slide 19</vt:lpstr>
      <vt:lpstr>17. ಪ್ರಸಾರ ಮತ್ತು ತರಬೇತಿ:- ರಾಜ್ಯ ಸರ್ಕಾರ ಹಾಗೂ ಸಾರ್ವಜನಿಕ ಪ್ರಾಧಿಕಾರಗಳು,</vt:lpstr>
      <vt:lpstr>Slide 21</vt:lpstr>
      <vt:lpstr>Slide 22</vt:lpstr>
      <vt:lpstr>18. ಅನುಷ್ಠಾನದ ಮೇಲ್ವಿಚಾರಣೆ:- </vt:lpstr>
      <vt:lpstr>Slide 24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ಕರ್ನಾಟಕ ಸಕಾಲ ಸೇವೆಗಳ ನಿಯಮಗಳು, 2012  (ಕರ್ನಾಟಕ ನಾಗರಿಕರಿಗೆ ಸೇವಗಳ ಖಾತರಿ ನಿಯಮಗಳು, 2012ನ್ನು ಅಧಿಸೂಚನೆ ಸಂಖ್ಯೆ: ಸಿಆಸುವ 04 ಇಕಾಟ 2012 ದಿನಾಂಕ:30.11.2012ರ ಮೂಲಕ "ಕರ್ನಾಟಕ ಸಕಾಳ ಸೇವೆಗಳ ನಿಯಮಗಳು 2012" ಎಂದು ತಿದ್ದುಪಡಿ ಮಾಡಿದೆ.)</dc:title>
  <dc:creator>ACER</dc:creator>
  <cp:lastModifiedBy>ACER</cp:lastModifiedBy>
  <cp:revision>4</cp:revision>
  <dcterms:created xsi:type="dcterms:W3CDTF">2006-08-16T00:00:00Z</dcterms:created>
  <dcterms:modified xsi:type="dcterms:W3CDTF">2025-11-18T13:18:46Z</dcterms:modified>
</cp:coreProperties>
</file>