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8062912" cy="1052512"/>
          </a:xfrm>
        </p:spPr>
        <p:txBody>
          <a:bodyPr/>
          <a:lstStyle/>
          <a:p>
            <a:pPr algn="l"/>
            <a:r>
              <a:rPr lang="kn-IN" b="1" dirty="0" smtClean="0">
                <a:solidFill>
                  <a:srgbClr val="FFFF00"/>
                </a:solidFill>
              </a:rPr>
              <a:t>ಟೈಮ್ </a:t>
            </a:r>
            <a:r>
              <a:rPr lang="kn-IN" b="1" dirty="0" smtClean="0">
                <a:solidFill>
                  <a:srgbClr val="FFFF00"/>
                </a:solidFill>
              </a:rPr>
              <a:t>ಮ್ಯಾ</a:t>
            </a:r>
            <a:r>
              <a:rPr lang="en-US" b="1" dirty="0" err="1" smtClean="0">
                <a:solidFill>
                  <a:srgbClr val="FFFF00"/>
                </a:solidFill>
              </a:rPr>
              <a:t>ನೇ</a:t>
            </a:r>
            <a:r>
              <a:rPr lang="kn-IN" b="1" dirty="0" smtClean="0">
                <a:solidFill>
                  <a:srgbClr val="FFFF00"/>
                </a:solidFill>
              </a:rPr>
              <a:t>ಜ್ </a:t>
            </a:r>
            <a:r>
              <a:rPr lang="kn-IN" b="1" dirty="0" smtClean="0">
                <a:solidFill>
                  <a:srgbClr val="FFFF00"/>
                </a:solidFill>
              </a:rPr>
              <a:t>ಮೆಂಟ್ ಎಂದರೆ…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219200"/>
            <a:ext cx="8686800" cy="4953000"/>
          </a:xfrm>
        </p:spPr>
        <p:txBody>
          <a:bodyPr>
            <a:noAutofit/>
          </a:bodyPr>
          <a:lstStyle/>
          <a:p>
            <a:pPr indent="457200" algn="just">
              <a:buAutoNum type="arabicPeriod"/>
            </a:pPr>
            <a:r>
              <a:rPr lang="kn-IN" b="1" dirty="0" smtClean="0">
                <a:solidFill>
                  <a:schemeClr val="tx1"/>
                </a:solidFill>
              </a:rPr>
              <a:t>ಸಮಯವನ್ನು ಒಂದು ಕ್ರಮದಲ್ಲಿ </a:t>
            </a:r>
            <a:r>
              <a:rPr lang="en-US" b="1" dirty="0" smtClean="0">
                <a:solidFill>
                  <a:schemeClr val="tx1"/>
                </a:solidFill>
              </a:rPr>
              <a:t>Organize </a:t>
            </a:r>
            <a:r>
              <a:rPr lang="kn-IN" b="1" dirty="0" smtClean="0">
                <a:solidFill>
                  <a:schemeClr val="tx1"/>
                </a:solidFill>
              </a:rPr>
              <a:t>ಮಾಡುವು</a:t>
            </a:r>
            <a:r>
              <a:rPr lang="en-US" b="1" dirty="0" err="1" smtClean="0">
                <a:solidFill>
                  <a:schemeClr val="tx1"/>
                </a:solidFill>
              </a:rPr>
              <a:t>ದೇ</a:t>
            </a:r>
            <a:r>
              <a:rPr lang="kn-IN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   </a:t>
            </a:r>
            <a:r>
              <a:rPr lang="kn-IN" b="1" dirty="0" smtClean="0">
                <a:solidFill>
                  <a:srgbClr val="FFFF00"/>
                </a:solidFill>
              </a:rPr>
              <a:t>ಟೈಮ್ ಮ್ಯಾ</a:t>
            </a:r>
            <a:r>
              <a:rPr lang="en-US" b="1" dirty="0" err="1" smtClean="0">
                <a:solidFill>
                  <a:srgbClr val="FFFF00"/>
                </a:solidFill>
              </a:rPr>
              <a:t>ನೇ</a:t>
            </a:r>
            <a:r>
              <a:rPr lang="kn-IN" b="1" dirty="0" smtClean="0">
                <a:solidFill>
                  <a:srgbClr val="FFFF00"/>
                </a:solidFill>
              </a:rPr>
              <a:t>ಜ್ ಮೆಂಟ್</a:t>
            </a:r>
            <a:r>
              <a:rPr lang="en-US" b="1" dirty="0" smtClean="0">
                <a:solidFill>
                  <a:srgbClr val="FFFF00"/>
                </a:solidFill>
              </a:rPr>
              <a:t>. </a:t>
            </a:r>
            <a:endParaRPr lang="en-US" b="1" dirty="0" smtClean="0">
              <a:solidFill>
                <a:srgbClr val="FFFF00"/>
              </a:solidFill>
            </a:endParaRPr>
          </a:p>
          <a:p>
            <a:pPr indent="457200" algn="just">
              <a:buAutoNum type="arabicPeriod"/>
            </a:pPr>
            <a:endParaRPr lang="en-US" b="1" dirty="0" smtClean="0">
              <a:solidFill>
                <a:schemeClr val="tx1"/>
              </a:solidFill>
            </a:endParaRPr>
          </a:p>
          <a:p>
            <a:pPr indent="457200" algn="just">
              <a:buAutoNum type="arabicPeriod"/>
            </a:pPr>
            <a:r>
              <a:rPr lang="kn-IN" b="1" dirty="0" smtClean="0">
                <a:solidFill>
                  <a:schemeClr val="tx1"/>
                </a:solidFill>
              </a:rPr>
              <a:t>ಸಮಯವನ್ನು </a:t>
            </a:r>
            <a:r>
              <a:rPr lang="kn-IN" b="1" dirty="0" smtClean="0">
                <a:solidFill>
                  <a:schemeClr val="tx1"/>
                </a:solidFill>
              </a:rPr>
              <a:t>ರಚನಾತ್ಮಕವಾಗಿಯೂ. </a:t>
            </a:r>
            <a:r>
              <a:rPr lang="kn-IN" b="1" dirty="0" smtClean="0">
                <a:solidFill>
                  <a:schemeClr val="tx1"/>
                </a:solidFill>
              </a:rPr>
              <a:t>ಪ್ರಯೋಜನಕಾರಿ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err="1" smtClean="0">
                <a:solidFill>
                  <a:schemeClr val="tx1"/>
                </a:solidFill>
              </a:rPr>
              <a:t>ಯಾ</a:t>
            </a:r>
            <a:r>
              <a:rPr lang="kn-IN" b="1" dirty="0" smtClean="0">
                <a:solidFill>
                  <a:schemeClr val="tx1"/>
                </a:solidFill>
              </a:rPr>
              <a:t>ಗಿಯೂ </a:t>
            </a:r>
            <a:r>
              <a:rPr lang="kn-IN" b="1" dirty="0" smtClean="0">
                <a:solidFill>
                  <a:schemeClr val="tx1"/>
                </a:solidFill>
              </a:rPr>
              <a:t>ಉಪಯೋಗಿಸಿ ಕೊಳ್ಳುವುದಕ್ಕೆ ಬೇಕಾದ </a:t>
            </a:r>
            <a:r>
              <a:rPr lang="en-US" b="1" dirty="0" smtClean="0">
                <a:solidFill>
                  <a:schemeClr val="tx1"/>
                </a:solidFill>
              </a:rPr>
              <a:t>Practical Skills </a:t>
            </a:r>
            <a:r>
              <a:rPr lang="en-US" b="1" dirty="0" err="1" smtClean="0">
                <a:solidFill>
                  <a:schemeClr val="tx1"/>
                </a:solidFill>
              </a:rPr>
              <a:t>ಗೆ</a:t>
            </a:r>
            <a:r>
              <a:rPr lang="kn-IN" b="1" dirty="0" smtClean="0">
                <a:solidFill>
                  <a:schemeClr val="tx1"/>
                </a:solidFill>
              </a:rPr>
              <a:t> ಒಂದು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kn-IN" b="1" dirty="0" smtClean="0">
                <a:solidFill>
                  <a:schemeClr val="tx1"/>
                </a:solidFill>
              </a:rPr>
              <a:t>ಗೂಡಿಸಿಕೊಳ್ಳವುದೇ </a:t>
            </a:r>
            <a:r>
              <a:rPr lang="kn-IN" b="1" dirty="0" smtClean="0">
                <a:solidFill>
                  <a:srgbClr val="FFFF00"/>
                </a:solidFill>
              </a:rPr>
              <a:t>ಟೈಂ </a:t>
            </a:r>
            <a:r>
              <a:rPr lang="kn-IN" b="1" dirty="0" smtClean="0">
                <a:solidFill>
                  <a:srgbClr val="FFFF00"/>
                </a:solidFill>
              </a:rPr>
              <a:t>ಮ್ಯಾ</a:t>
            </a:r>
            <a:r>
              <a:rPr lang="en-US" b="1" dirty="0" err="1" smtClean="0">
                <a:solidFill>
                  <a:srgbClr val="FFFF00"/>
                </a:solidFill>
              </a:rPr>
              <a:t>ನೇ</a:t>
            </a:r>
            <a:r>
              <a:rPr lang="kn-IN" b="1" dirty="0" smtClean="0">
                <a:solidFill>
                  <a:srgbClr val="FFFF00"/>
                </a:solidFill>
              </a:rPr>
              <a:t>ಜ್ </a:t>
            </a:r>
            <a:r>
              <a:rPr lang="kn-IN" b="1" dirty="0" smtClean="0">
                <a:solidFill>
                  <a:srgbClr val="FFFF00"/>
                </a:solidFill>
              </a:rPr>
              <a:t>ಮೆಂಟ್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</a:p>
          <a:p>
            <a:pPr indent="457200" algn="just">
              <a:buAutoNum type="arabicPeriod"/>
            </a:pPr>
            <a:endParaRPr lang="en-US" b="1" dirty="0" smtClean="0">
              <a:solidFill>
                <a:schemeClr val="tx1"/>
              </a:solidFill>
            </a:endParaRPr>
          </a:p>
          <a:p>
            <a:pPr indent="457200" algn="just">
              <a:buAutoNum type="arabicPeriod"/>
            </a:pPr>
            <a:r>
              <a:rPr lang="kn-IN" b="1" dirty="0" smtClean="0">
                <a:solidFill>
                  <a:schemeClr val="tx1"/>
                </a:solidFill>
              </a:rPr>
              <a:t>ಎಷ್ಟು </a:t>
            </a:r>
            <a:r>
              <a:rPr lang="kn-IN" b="1" dirty="0" smtClean="0">
                <a:solidFill>
                  <a:schemeClr val="tx1"/>
                </a:solidFill>
              </a:rPr>
              <a:t>ಕಷ್ಟಪಟ್ಟು ಕೆಲಸ ಮಾಡುತ್ತೇವೆ ಎನ್ನುವುದಕ್ಕಿಂತ ಎಂತಹ ಫಲಿತಾಂಶವನ್ನು ಹೊಂದಬಹುವುದು ಎನ್ನುವುದರ ಮೇಲೆ </a:t>
            </a:r>
            <a:r>
              <a:rPr lang="en-US" b="1" dirty="0" smtClean="0">
                <a:solidFill>
                  <a:schemeClr val="tx1"/>
                </a:solidFill>
              </a:rPr>
              <a:t>(</a:t>
            </a:r>
            <a:r>
              <a:rPr lang="en-US" b="1" dirty="0" err="1" smtClean="0">
                <a:solidFill>
                  <a:schemeClr val="tx1"/>
                </a:solidFill>
              </a:rPr>
              <a:t>ಅಂ</a:t>
            </a:r>
            <a:r>
              <a:rPr lang="kn-IN" b="1" dirty="0" smtClean="0">
                <a:solidFill>
                  <a:schemeClr val="tx1"/>
                </a:solidFill>
              </a:rPr>
              <a:t>ದರೆ </a:t>
            </a:r>
            <a:r>
              <a:rPr lang="en-US" b="1" dirty="0" smtClean="0">
                <a:solidFill>
                  <a:schemeClr val="tx1"/>
                </a:solidFill>
              </a:rPr>
              <a:t>result </a:t>
            </a:r>
            <a:r>
              <a:rPr lang="kn-IN" b="1" dirty="0" smtClean="0">
                <a:solidFill>
                  <a:schemeClr val="tx1"/>
                </a:solidFill>
              </a:rPr>
              <a:t>ಮೇಲೆ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r>
              <a:rPr lang="kn-IN" b="1" dirty="0" smtClean="0">
                <a:solidFill>
                  <a:schemeClr val="tx1"/>
                </a:solidFill>
              </a:rPr>
              <a:t> </a:t>
            </a:r>
            <a:r>
              <a:rPr lang="kn-IN" b="1" dirty="0" smtClean="0">
                <a:solidFill>
                  <a:schemeClr val="tx1"/>
                </a:solidFill>
              </a:rPr>
              <a:t>ದೃಷ್ಟಿಯನ್ನು </a:t>
            </a:r>
            <a:r>
              <a:rPr lang="kn-IN" b="1" dirty="0" smtClean="0">
                <a:solidFill>
                  <a:schemeClr val="tx1"/>
                </a:solidFill>
              </a:rPr>
              <a:t>ಕೇಂದ್ರೀಕರಿಸುವು</a:t>
            </a:r>
            <a:r>
              <a:rPr lang="en-US" b="1" dirty="0" err="1" smtClean="0">
                <a:solidFill>
                  <a:schemeClr val="tx1"/>
                </a:solidFill>
              </a:rPr>
              <a:t>ದೇ</a:t>
            </a:r>
            <a:r>
              <a:rPr lang="kn-IN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              </a:t>
            </a:r>
            <a:r>
              <a:rPr lang="kn-IN" b="1" dirty="0" smtClean="0">
                <a:solidFill>
                  <a:srgbClr val="FFFF00"/>
                </a:solidFill>
              </a:rPr>
              <a:t>ಟೈಂ ಮ್ಯಾ</a:t>
            </a:r>
            <a:r>
              <a:rPr lang="en-US" b="1" dirty="0" err="1" smtClean="0">
                <a:solidFill>
                  <a:srgbClr val="FFFF00"/>
                </a:solidFill>
              </a:rPr>
              <a:t>ನೇ</a:t>
            </a:r>
            <a:r>
              <a:rPr lang="kn-IN" b="1" dirty="0" smtClean="0">
                <a:solidFill>
                  <a:srgbClr val="FFFF00"/>
                </a:solidFill>
              </a:rPr>
              <a:t>ಜ್ </a:t>
            </a:r>
            <a:r>
              <a:rPr lang="kn-IN" b="1" dirty="0" smtClean="0">
                <a:solidFill>
                  <a:srgbClr val="FFFF00"/>
                </a:solidFill>
              </a:rPr>
              <a:t>ಮೆಂಟ್ </a:t>
            </a:r>
            <a:r>
              <a:rPr lang="kn-IN" b="1" dirty="0" smtClean="0">
                <a:solidFill>
                  <a:schemeClr val="tx1"/>
                </a:solidFill>
              </a:rPr>
              <a:t>ನ ಮುಖ್ಯ ಸೂತ್ರ.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3106"/>
          </a:xfrm>
        </p:spPr>
        <p:txBody>
          <a:bodyPr>
            <a:normAutofit fontScale="90000"/>
          </a:bodyPr>
          <a:lstStyle/>
          <a:p>
            <a:r>
              <a:rPr lang="kn-IN" dirty="0" smtClean="0">
                <a:solidFill>
                  <a:srgbClr val="FFFF00"/>
                </a:solidFill>
              </a:rPr>
              <a:t>ಉಪಯೋಗಗಳು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769008"/>
          </a:xfrm>
        </p:spPr>
        <p:txBody>
          <a:bodyPr>
            <a:noAutofit/>
          </a:bodyPr>
          <a:lstStyle/>
          <a:p>
            <a:pPr algn="just"/>
            <a:r>
              <a:rPr lang="kn-IN" sz="2400" dirty="0" smtClean="0"/>
              <a:t>ಟೈಂ ಮ್ಯಾನೇಜ್ ಮೆಂಟ್ </a:t>
            </a:r>
            <a:r>
              <a:rPr lang="kn-IN" sz="2400" dirty="0" smtClean="0"/>
              <a:t>ಕಲಿತವರಿಗೆ</a:t>
            </a:r>
            <a:r>
              <a:rPr lang="en-US" sz="2400" dirty="0" smtClean="0"/>
              <a:t> </a:t>
            </a:r>
            <a:r>
              <a:rPr lang="en-US" sz="2400" dirty="0" err="1" smtClean="0"/>
              <a:t>ಹಾಗೂ</a:t>
            </a:r>
            <a:r>
              <a:rPr lang="kn-IN" sz="2400" dirty="0" smtClean="0"/>
              <a:t> </a:t>
            </a:r>
            <a:r>
              <a:rPr lang="kn-IN" sz="2400" dirty="0" smtClean="0"/>
              <a:t>ಟೈಂ ಮ್ಯಾನೇಜ್ ಮೆಂಟ್ ನ್ನು </a:t>
            </a:r>
            <a:r>
              <a:rPr lang="kn-IN" sz="2400" dirty="0" smtClean="0"/>
              <a:t>ಅಳವಡಿಸಿಕೊಂಡ</a:t>
            </a:r>
            <a:r>
              <a:rPr lang="en-US" sz="2400" dirty="0" err="1" smtClean="0"/>
              <a:t>ವರಿಗೆ</a:t>
            </a:r>
            <a:r>
              <a:rPr lang="kn-IN" sz="2400" dirty="0" smtClean="0"/>
              <a:t> </a:t>
            </a:r>
            <a:r>
              <a:rPr lang="kn-IN" sz="2400" dirty="0" smtClean="0"/>
              <a:t>ಈ ಕೆಳಗಿನ ಉಪಯೋಗಗಳು </a:t>
            </a:r>
            <a:r>
              <a:rPr lang="kn-IN" sz="2400" dirty="0" smtClean="0"/>
              <a:t>ಲಭಿಸುತ್ತವೆ</a:t>
            </a:r>
            <a:r>
              <a:rPr lang="en-US" sz="2400" dirty="0" smtClean="0"/>
              <a:t>. </a:t>
            </a:r>
            <a:endParaRPr lang="en-US" sz="2400" dirty="0" smtClean="0"/>
          </a:p>
          <a:p>
            <a:pPr algn="just"/>
            <a:r>
              <a:rPr lang="kn-IN" sz="2400" dirty="0" smtClean="0"/>
              <a:t>ಸೆ</a:t>
            </a:r>
            <a:r>
              <a:rPr lang="en-US" sz="2400" dirty="0" err="1" smtClean="0"/>
              <a:t>ಲ್ಫ್</a:t>
            </a:r>
            <a:r>
              <a:rPr lang="kn-IN" sz="2400" dirty="0" smtClean="0"/>
              <a:t> ಡಿಸಿಪ್ಲಿನ್ ಜಾಸ್ತಿಯಾಗುತ್ತದೆ</a:t>
            </a:r>
            <a:r>
              <a:rPr lang="en-US" sz="2400" dirty="0" smtClean="0"/>
              <a:t>. </a:t>
            </a:r>
          </a:p>
          <a:p>
            <a:pPr algn="just"/>
            <a:r>
              <a:rPr lang="kn-IN" sz="2400" dirty="0" smtClean="0"/>
              <a:t>ಮಾಡುವ ಕೆಲಸಗಳಲ್ಲಿ ಏಕಾಗ್ರತೆ ಉಂಟಾಗುತ್ತದೆ.</a:t>
            </a:r>
            <a:r>
              <a:rPr lang="en-US" sz="2400" dirty="0" smtClean="0"/>
              <a:t> </a:t>
            </a:r>
          </a:p>
          <a:p>
            <a:pPr algn="just"/>
            <a:r>
              <a:rPr lang="kn-IN" sz="2400" dirty="0" smtClean="0"/>
              <a:t>ಅಪೇ</a:t>
            </a:r>
            <a:r>
              <a:rPr lang="en-US" sz="2400" dirty="0" err="1" smtClean="0"/>
              <a:t>ಕ್ಷೆ</a:t>
            </a:r>
            <a:r>
              <a:rPr lang="kn-IN" sz="2400" dirty="0" smtClean="0"/>
              <a:t>ಪಡುವುದನ್ನು </a:t>
            </a:r>
            <a:r>
              <a:rPr lang="kn-IN" sz="2400" dirty="0" smtClean="0"/>
              <a:t>ಪಡೆಯಲು ಮಾಡುವ ಪ್ರಯತ್ನಗಳಿಗೆ ಬೇಕಾದ ಪ್ರೇರಣೆ </a:t>
            </a:r>
            <a:r>
              <a:rPr lang="en-US" sz="2400" dirty="0" smtClean="0"/>
              <a:t>(</a:t>
            </a:r>
            <a:r>
              <a:rPr lang="kn-IN" sz="2400" dirty="0" smtClean="0"/>
              <a:t>ಮೋಟಿವೇಷನ್</a:t>
            </a:r>
            <a:r>
              <a:rPr lang="en-US" sz="2400" dirty="0" smtClean="0"/>
              <a:t>)</a:t>
            </a:r>
            <a:r>
              <a:rPr lang="kn-IN" sz="2400" dirty="0" smtClean="0"/>
              <a:t> </a:t>
            </a:r>
            <a:r>
              <a:rPr lang="en-US" sz="2400" dirty="0" err="1" smtClean="0"/>
              <a:t>ಲಭಿಸು</a:t>
            </a:r>
            <a:r>
              <a:rPr lang="kn-IN" sz="2400" dirty="0" smtClean="0"/>
              <a:t>ತ್ತದೆ</a:t>
            </a:r>
            <a:r>
              <a:rPr lang="kn-IN" sz="2400" dirty="0" smtClean="0"/>
              <a:t>.</a:t>
            </a:r>
            <a:r>
              <a:rPr lang="en-US" sz="2400" dirty="0" smtClean="0"/>
              <a:t> </a:t>
            </a:r>
          </a:p>
          <a:p>
            <a:pPr algn="just"/>
            <a:r>
              <a:rPr lang="kn-IN" sz="2400" dirty="0" smtClean="0"/>
              <a:t>ತನ್ನಲ್ಲೇ ಒಂದು ನಂಬಿಕೆ (</a:t>
            </a:r>
            <a:r>
              <a:rPr lang="en-US" sz="2400" dirty="0" smtClean="0"/>
              <a:t>Self-</a:t>
            </a:r>
            <a:r>
              <a:rPr lang="en-US" sz="2400" dirty="0" err="1" smtClean="0"/>
              <a:t>Belife</a:t>
            </a:r>
            <a:r>
              <a:rPr lang="en-US" sz="2400" dirty="0" smtClean="0"/>
              <a:t>) </a:t>
            </a:r>
            <a:r>
              <a:rPr lang="kn-IN" sz="2400" dirty="0" smtClean="0"/>
              <a:t>ತನ್ನ ಮೇಲೆ ತನಗೆ ಗೌರವ (</a:t>
            </a:r>
            <a:r>
              <a:rPr lang="en-US" sz="2400" dirty="0" smtClean="0"/>
              <a:t>self Respect) </a:t>
            </a:r>
            <a:r>
              <a:rPr lang="kn-IN" sz="2400" dirty="0" smtClean="0"/>
              <a:t>ಇಮ್ಮಡಿಯಾಗುತ್ತದೆ.</a:t>
            </a:r>
            <a:r>
              <a:rPr lang="en-US" sz="2400" dirty="0" smtClean="0"/>
              <a:t> </a:t>
            </a:r>
          </a:p>
          <a:p>
            <a:pPr algn="just"/>
            <a:r>
              <a:rPr lang="kn-IN" sz="2400" dirty="0" smtClean="0"/>
              <a:t>ಮಾಡಲಾರೆ ಎನ್ನುವ </a:t>
            </a:r>
            <a:r>
              <a:rPr lang="kn-IN" sz="2400" dirty="0" smtClean="0"/>
              <a:t>ನೆಗೆ</a:t>
            </a:r>
            <a:r>
              <a:rPr lang="en-US" sz="2400" dirty="0" err="1" smtClean="0"/>
              <a:t>ಟೀ</a:t>
            </a:r>
            <a:r>
              <a:rPr lang="kn-IN" sz="2400" dirty="0" smtClean="0"/>
              <a:t>ವ್ </a:t>
            </a:r>
            <a:r>
              <a:rPr lang="kn-IN" sz="2400" dirty="0" smtClean="0"/>
              <a:t>ಭಾವನೆ </a:t>
            </a:r>
            <a:r>
              <a:rPr lang="kn-IN" sz="2400" dirty="0" smtClean="0"/>
              <a:t>ಹೋಗಿ</a:t>
            </a:r>
            <a:r>
              <a:rPr lang="en-US" sz="2400" dirty="0" smtClean="0"/>
              <a:t>,</a:t>
            </a:r>
            <a:r>
              <a:rPr lang="kn-IN" sz="2400" dirty="0" smtClean="0"/>
              <a:t> </a:t>
            </a:r>
            <a:r>
              <a:rPr lang="kn-IN" sz="2400" dirty="0" smtClean="0"/>
              <a:t>ಮಾಡಬಲ್ಲೆ ಎಂಬ </a:t>
            </a:r>
            <a:r>
              <a:rPr lang="en-US" sz="2400" dirty="0" err="1" smtClean="0"/>
              <a:t>ಪಾ</a:t>
            </a:r>
            <a:r>
              <a:rPr lang="kn-IN" sz="2400" dirty="0" smtClean="0"/>
              <a:t>ಜಿ</a:t>
            </a:r>
            <a:r>
              <a:rPr lang="en-US" sz="2400" dirty="0" err="1" smtClean="0"/>
              <a:t>ಟೀ</a:t>
            </a:r>
            <a:r>
              <a:rPr lang="kn-IN" sz="2400" dirty="0" smtClean="0"/>
              <a:t>ವ್ </a:t>
            </a:r>
            <a:r>
              <a:rPr lang="kn-IN" sz="2400" dirty="0" smtClean="0"/>
              <a:t>ಭಾವನೆ ಏರ್ಪಡುತ್ತದೆ. </a:t>
            </a:r>
            <a:endParaRPr lang="en-US" sz="2400" dirty="0" smtClean="0"/>
          </a:p>
          <a:p>
            <a:pPr algn="just"/>
            <a:r>
              <a:rPr lang="kn-IN" sz="2400" dirty="0" smtClean="0"/>
              <a:t>ಉದ್ಯೋಗದಲ್ಲಾಗಲಿ, ಮನೆಕೆಲಸದಲ್ಲಾಗಲಿ ಇನ್ನೂ ಹೆಚ್ಚು ಕೆಲಸ </a:t>
            </a:r>
            <a:r>
              <a:rPr lang="kn-IN" sz="2400" dirty="0" smtClean="0"/>
              <a:t>ಮಾಡ</a:t>
            </a:r>
            <a:r>
              <a:rPr lang="en-US" sz="2400" dirty="0" err="1" smtClean="0"/>
              <a:t>ಲು</a:t>
            </a:r>
            <a:r>
              <a:rPr lang="en-US" sz="2400" dirty="0" smtClean="0"/>
              <a:t> </a:t>
            </a:r>
            <a:r>
              <a:rPr lang="en-US" sz="2400" dirty="0" err="1" smtClean="0"/>
              <a:t>ಸಹಾಯವಾಗುತ್ತದೆ</a:t>
            </a:r>
            <a:r>
              <a:rPr lang="kn-IN" sz="2400" dirty="0" smtClean="0"/>
              <a:t>.</a:t>
            </a:r>
            <a:endParaRPr lang="en-US" sz="2400" dirty="0" smtClean="0"/>
          </a:p>
          <a:p>
            <a:pPr algn="just"/>
            <a:r>
              <a:rPr lang="kn-IN" sz="2400" dirty="0" smtClean="0"/>
              <a:t>ಜೀವನದಲ್ಲಿ </a:t>
            </a:r>
            <a:r>
              <a:rPr lang="kn-IN" sz="2400" dirty="0" smtClean="0"/>
              <a:t>ಸಮತೋಲನ</a:t>
            </a:r>
            <a:r>
              <a:rPr lang="en-US" sz="2400" dirty="0" smtClean="0"/>
              <a:t> (</a:t>
            </a:r>
            <a:r>
              <a:rPr lang="kn-IN" sz="2400" dirty="0" smtClean="0"/>
              <a:t>ಬ್ಯಾಲೆನ್ಸ್</a:t>
            </a:r>
            <a:r>
              <a:rPr lang="en-US" sz="2400" dirty="0" smtClean="0"/>
              <a:t>)</a:t>
            </a:r>
            <a:r>
              <a:rPr lang="kn-IN" sz="2400" dirty="0" smtClean="0"/>
              <a:t> </a:t>
            </a:r>
            <a:r>
              <a:rPr lang="kn-IN" sz="2400" dirty="0" smtClean="0"/>
              <a:t>ಉಂಟಾಗುತ್ತದೆ</a:t>
            </a:r>
            <a:r>
              <a:rPr lang="en-US" sz="2400" dirty="0" smtClean="0"/>
              <a:t>. </a:t>
            </a:r>
          </a:p>
          <a:p>
            <a:pPr algn="just"/>
            <a:r>
              <a:rPr lang="kn-IN" sz="2400" dirty="0" smtClean="0"/>
              <a:t>ಜೀವನದಲ್ಲಿ </a:t>
            </a:r>
            <a:r>
              <a:rPr lang="kn-IN" sz="2400" dirty="0" smtClean="0"/>
              <a:t>ಒತ್ತಡ</a:t>
            </a:r>
            <a:r>
              <a:rPr lang="en-US" sz="2400" dirty="0" smtClean="0"/>
              <a:t> </a:t>
            </a:r>
            <a:r>
              <a:rPr lang="kn-IN" sz="2400" dirty="0" smtClean="0"/>
              <a:t>(</a:t>
            </a:r>
            <a:r>
              <a:rPr lang="en-US" sz="2400" dirty="0" smtClean="0"/>
              <a:t>Stress</a:t>
            </a:r>
            <a:r>
              <a:rPr lang="en-US" sz="2400" dirty="0" smtClean="0"/>
              <a:t>) </a:t>
            </a:r>
            <a:r>
              <a:rPr lang="kn-IN" sz="2400" dirty="0" smtClean="0"/>
              <a:t>ವನ್ನು </a:t>
            </a:r>
            <a:r>
              <a:rPr lang="kn-IN" sz="2400" dirty="0" smtClean="0"/>
              <a:t>ಕ</a:t>
            </a:r>
            <a:r>
              <a:rPr lang="en-US" sz="2400" dirty="0" err="1" smtClean="0"/>
              <a:t>ಡಿಮೆ</a:t>
            </a:r>
            <a:r>
              <a:rPr lang="kn-IN" sz="2400" dirty="0" smtClean="0"/>
              <a:t> ಮಾಡಿಕೊಳ್ಳಬ</a:t>
            </a:r>
            <a:r>
              <a:rPr lang="en-US" sz="2400" dirty="0" err="1" smtClean="0"/>
              <a:t>ಹುದಾಗಿದೆ</a:t>
            </a:r>
            <a:r>
              <a:rPr lang="en-US" sz="2400" dirty="0" smtClean="0"/>
              <a:t>. </a:t>
            </a:r>
            <a:endParaRPr lang="en-US" sz="2400" dirty="0" smtClean="0"/>
          </a:p>
          <a:p>
            <a:pPr algn="just"/>
            <a:r>
              <a:rPr lang="kn-IN" sz="2400" dirty="0" smtClean="0"/>
              <a:t>ನಾಲ್ಕು ಜನರಿಗೆ ಆದರ್ಶ </a:t>
            </a:r>
            <a:r>
              <a:rPr lang="kn-IN" sz="2400" dirty="0" smtClean="0"/>
              <a:t>ಪ್ರಿಯ</a:t>
            </a:r>
            <a:r>
              <a:rPr lang="en-US" sz="2400" dirty="0" err="1" smtClean="0"/>
              <a:t>ರಾ</a:t>
            </a:r>
            <a:r>
              <a:rPr lang="kn-IN" sz="2400" dirty="0" smtClean="0"/>
              <a:t>ಗಿರುತ್ತೀರ</a:t>
            </a:r>
            <a:r>
              <a:rPr lang="kn-IN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799306"/>
          </a:xfrm>
        </p:spPr>
        <p:txBody>
          <a:bodyPr>
            <a:noAutofit/>
          </a:bodyPr>
          <a:lstStyle/>
          <a:p>
            <a:r>
              <a:rPr lang="kn-IN" sz="4000" dirty="0" smtClean="0">
                <a:solidFill>
                  <a:srgbClr val="FFFF00"/>
                </a:solidFill>
              </a:rPr>
              <a:t>ಸಮಯವನ್ನು ವ್ಯರ್ಥ ಮಾಡುವ ಅಭ್ಯಾಸಗಳು</a:t>
            </a:r>
            <a:endParaRPr lang="en-US" sz="4000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267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kn-IN" dirty="0" smtClean="0">
                <a:solidFill>
                  <a:srgbClr val="FFFF00"/>
                </a:solidFill>
              </a:rPr>
              <a:t>ಸಮಯವನ್ನು </a:t>
            </a:r>
            <a:r>
              <a:rPr lang="en-US" dirty="0" err="1" smtClean="0">
                <a:solidFill>
                  <a:srgbClr val="FFFF00"/>
                </a:solidFill>
              </a:rPr>
              <a:t>ಬಳಕೆ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kn-IN" dirty="0" smtClean="0">
                <a:solidFill>
                  <a:srgbClr val="FFFF00"/>
                </a:solidFill>
              </a:rPr>
              <a:t>ಮಾಡುವ ವಿಷಯದಲ್ಲಿ ನಾಲ್ಕು ವಿಧವಾದ ಮನುಷ್ಯರು </a:t>
            </a:r>
            <a:r>
              <a:rPr lang="kn-IN" dirty="0" smtClean="0">
                <a:solidFill>
                  <a:srgbClr val="FFFF00"/>
                </a:solidFill>
              </a:rPr>
              <a:t>ಕಂಡು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kn-IN" dirty="0" smtClean="0">
                <a:solidFill>
                  <a:srgbClr val="FFFF00"/>
                </a:solidFill>
              </a:rPr>
              <a:t>ಬರುತ್ತಾರೆ</a:t>
            </a:r>
            <a:r>
              <a:rPr lang="kn-IN" dirty="0" smtClean="0">
                <a:solidFill>
                  <a:srgbClr val="FFFF00"/>
                </a:solidFill>
              </a:rPr>
              <a:t>.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endParaRPr lang="en-US" dirty="0" smtClean="0">
              <a:solidFill>
                <a:srgbClr val="FFFF00"/>
              </a:solidFill>
            </a:endParaRPr>
          </a:p>
          <a:p>
            <a:pPr algn="just"/>
            <a:endParaRPr lang="en-US" dirty="0" smtClean="0">
              <a:solidFill>
                <a:srgbClr val="FFFF00"/>
              </a:solidFill>
            </a:endParaRPr>
          </a:p>
          <a:p>
            <a:pPr marL="578358" indent="-514350">
              <a:buAutoNum type="arabicPeriod"/>
            </a:pPr>
            <a:r>
              <a:rPr lang="kn-IN" dirty="0" smtClean="0"/>
              <a:t>ನಿಧಾನಗತಿಯವರು</a:t>
            </a:r>
            <a:r>
              <a:rPr lang="en-US" dirty="0" smtClean="0"/>
              <a:t>.</a:t>
            </a:r>
          </a:p>
          <a:p>
            <a:pPr marL="578358" indent="-514350">
              <a:buAutoNum type="arabicPeriod"/>
            </a:pPr>
            <a:endParaRPr lang="en-US" dirty="0" smtClean="0"/>
          </a:p>
          <a:p>
            <a:pPr marL="578358" indent="-514350">
              <a:buAutoNum type="arabicPeriod"/>
            </a:pPr>
            <a:r>
              <a:rPr lang="kn-IN" dirty="0" smtClean="0"/>
              <a:t>ಕಾಲಕ್ಷೇಪ </a:t>
            </a:r>
            <a:r>
              <a:rPr lang="kn-IN" dirty="0" smtClean="0"/>
              <a:t>ಮಾಡುವವರು</a:t>
            </a:r>
            <a:r>
              <a:rPr lang="en-US" dirty="0" smtClean="0"/>
              <a:t>.</a:t>
            </a:r>
          </a:p>
          <a:p>
            <a:pPr marL="578358" indent="-514350">
              <a:buAutoNum type="arabicPeriod"/>
            </a:pPr>
            <a:endParaRPr lang="en-US" dirty="0" smtClean="0"/>
          </a:p>
          <a:p>
            <a:pPr marL="578358" indent="-514350">
              <a:buAutoNum type="arabicPeriod"/>
            </a:pPr>
            <a:r>
              <a:rPr lang="kn-IN" dirty="0" smtClean="0"/>
              <a:t>ಮುಂದೆ </a:t>
            </a:r>
            <a:r>
              <a:rPr lang="kn-IN" dirty="0" smtClean="0"/>
              <a:t>ತಳ್ಳುವವರು</a:t>
            </a:r>
            <a:r>
              <a:rPr lang="en-US" dirty="0" smtClean="0"/>
              <a:t>. </a:t>
            </a:r>
          </a:p>
          <a:p>
            <a:pPr marL="578358" indent="-514350">
              <a:buAutoNum type="arabicPeriod"/>
            </a:pPr>
            <a:endParaRPr lang="en-US" dirty="0" smtClean="0"/>
          </a:p>
          <a:p>
            <a:pPr marL="578358" indent="-514350">
              <a:buAutoNum type="arabicPeriod"/>
            </a:pPr>
            <a:r>
              <a:rPr lang="kn-IN" dirty="0" smtClean="0"/>
              <a:t>ಡಿಸಿಪ್ಲಿನ್</a:t>
            </a:r>
            <a:r>
              <a:rPr lang="en-US" dirty="0" smtClean="0"/>
              <a:t> (</a:t>
            </a:r>
            <a:r>
              <a:rPr lang="en-US" dirty="0" err="1" smtClean="0"/>
              <a:t>ಶಿಸ್ತಿನ</a:t>
            </a:r>
            <a:r>
              <a:rPr lang="en-US" dirty="0" smtClean="0"/>
              <a:t>)</a:t>
            </a:r>
            <a:r>
              <a:rPr lang="kn-IN" dirty="0" smtClean="0"/>
              <a:t> </a:t>
            </a:r>
            <a:r>
              <a:rPr lang="kn-IN" dirty="0" smtClean="0"/>
              <a:t>ಮನುಷ್ಯರು</a:t>
            </a:r>
            <a:r>
              <a:rPr lang="en-US" dirty="0" smtClean="0"/>
              <a:t> </a:t>
            </a:r>
          </a:p>
          <a:p>
            <a:pPr marL="578358" indent="-514350" algn="just">
              <a:buNone/>
            </a:pPr>
            <a:endParaRPr lang="en-US" sz="20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9306"/>
          </a:xfrm>
        </p:spPr>
        <p:txBody>
          <a:bodyPr>
            <a:normAutofit/>
          </a:bodyPr>
          <a:lstStyle/>
          <a:p>
            <a:pPr algn="ctr"/>
            <a:r>
              <a:rPr lang="kn-IN" sz="4400" dirty="0" smtClean="0">
                <a:solidFill>
                  <a:srgbClr val="FFFF00"/>
                </a:solidFill>
              </a:rPr>
              <a:t>ಸ್ಮಾರ್ಟ್(</a:t>
            </a:r>
            <a:r>
              <a:rPr lang="en-US" sz="4400" dirty="0" smtClean="0">
                <a:solidFill>
                  <a:srgbClr val="FFFF00"/>
                </a:solidFill>
              </a:rPr>
              <a:t>Smart) </a:t>
            </a:r>
            <a:r>
              <a:rPr lang="kn-IN" sz="4400" dirty="0" smtClean="0">
                <a:solidFill>
                  <a:srgbClr val="FFFF00"/>
                </a:solidFill>
              </a:rPr>
              <a:t>ಸೂತ್ರ</a:t>
            </a:r>
            <a:endParaRPr lang="en-US" sz="4400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 algn="just"/>
            <a:r>
              <a:rPr lang="kn-IN" dirty="0" smtClean="0"/>
              <a:t>ವ್ಯಕ್ತಿಗತ ಜೀವನದಲ್ಲಾಗಲಿ</a:t>
            </a:r>
            <a:r>
              <a:rPr lang="en-US" dirty="0" smtClean="0"/>
              <a:t> /</a:t>
            </a:r>
            <a:r>
              <a:rPr lang="en-US" dirty="0" err="1" smtClean="0"/>
              <a:t>ವೃತ್ತಿಯಲ್ಲಾಗಲೀ</a:t>
            </a:r>
            <a:r>
              <a:rPr lang="kn-IN" dirty="0" smtClean="0"/>
              <a:t> </a:t>
            </a:r>
            <a:r>
              <a:rPr lang="kn-IN" dirty="0" smtClean="0"/>
              <a:t>ಗುರಿಗಳನ್ನು ನಿರ್ಧರಿಸಲು </a:t>
            </a:r>
            <a:r>
              <a:rPr lang="kn-IN" dirty="0" smtClean="0"/>
              <a:t>ಕೆಲವು </a:t>
            </a:r>
            <a:r>
              <a:rPr lang="kn-IN" dirty="0" smtClean="0"/>
              <a:t>ಮಾರ್ಗಸೂಚಿ </a:t>
            </a:r>
            <a:r>
              <a:rPr lang="kn-IN" dirty="0" smtClean="0"/>
              <a:t>ಸೂತ್ರಗಳಿವೆ</a:t>
            </a:r>
            <a:r>
              <a:rPr lang="en-US" dirty="0" smtClean="0"/>
              <a:t>.</a:t>
            </a:r>
            <a:r>
              <a:rPr lang="kn-IN" dirty="0" smtClean="0"/>
              <a:t>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kn-IN" dirty="0" smtClean="0"/>
              <a:t>ಅವನ್ನು </a:t>
            </a:r>
            <a:r>
              <a:rPr lang="kn-IN" dirty="0" smtClean="0"/>
              <a:t>ಸ್ಮಾರ್ಟ್ ಸೂತ್ರಗಳು </a:t>
            </a:r>
            <a:r>
              <a:rPr lang="kn-IN" dirty="0" smtClean="0"/>
              <a:t>ಎಂ</a:t>
            </a:r>
            <a:r>
              <a:rPr lang="en-US" dirty="0" err="1" smtClean="0"/>
              <a:t>ದು</a:t>
            </a:r>
            <a:r>
              <a:rPr lang="en-US" dirty="0" smtClean="0"/>
              <a:t> </a:t>
            </a:r>
            <a:r>
              <a:rPr lang="en-US" dirty="0" err="1" smtClean="0"/>
              <a:t>ಕರೆಯಲ್ಪಡುತ್ತದೆ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err="1" smtClean="0"/>
              <a:t>ನಾ</a:t>
            </a:r>
            <a:r>
              <a:rPr lang="kn-IN" dirty="0" smtClean="0"/>
              <a:t>ವು </a:t>
            </a:r>
            <a:r>
              <a:rPr lang="kn-IN" dirty="0" smtClean="0"/>
              <a:t>ಸಾಧಿಸಬೇಕೆಂದುಕೊಳ್ಳುವ </a:t>
            </a:r>
            <a:r>
              <a:rPr lang="en-US" dirty="0" err="1" smtClean="0"/>
              <a:t>ಧ್ಯೇ</a:t>
            </a:r>
            <a:r>
              <a:rPr lang="kn-IN" dirty="0" smtClean="0"/>
              <a:t>ಯಗಳು-</a:t>
            </a:r>
            <a:r>
              <a:rPr lang="en-US" dirty="0" smtClean="0"/>
              <a:t>ನ</a:t>
            </a:r>
            <a:r>
              <a:rPr lang="kn-IN" dirty="0" smtClean="0"/>
              <a:t>ಮ್ಮ </a:t>
            </a:r>
            <a:r>
              <a:rPr lang="en-US" dirty="0" smtClean="0"/>
              <a:t>Objectives-</a:t>
            </a:r>
            <a:r>
              <a:rPr lang="kn-IN" dirty="0" smtClean="0"/>
              <a:t>ಸ್ಮಾರ್ಟ್ (</a:t>
            </a:r>
            <a:r>
              <a:rPr lang="en-US" dirty="0" smtClean="0"/>
              <a:t>SMART) </a:t>
            </a:r>
            <a:r>
              <a:rPr lang="kn-IN" dirty="0" smtClean="0"/>
              <a:t>ಆಗಿರಬೇಕೆಂಬುದೇ ಈ </a:t>
            </a:r>
            <a:r>
              <a:rPr lang="kn-IN" dirty="0" smtClean="0"/>
              <a:t>ಸೂತ್ರ</a:t>
            </a:r>
            <a:r>
              <a:rPr lang="en-US" dirty="0" smtClean="0"/>
              <a:t>.</a:t>
            </a:r>
            <a:r>
              <a:rPr lang="kn-IN" dirty="0" smtClean="0"/>
              <a:t>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SMART </a:t>
            </a:r>
            <a:r>
              <a:rPr lang="kn-IN" dirty="0" smtClean="0"/>
              <a:t>ಎಂಬ ಪದದಲ್ಲಿರುವ ಒಂದೊಂದು ಅಕ್ಷರಕ್ಕೂ ಈ ಕೆಳಗೆ ಹೇಳಿರುವ ವಿವರಣೆ </a:t>
            </a:r>
            <a:r>
              <a:rPr lang="kn-IN" dirty="0" smtClean="0"/>
              <a:t>ಇ</a:t>
            </a:r>
            <a:r>
              <a:rPr lang="en-US" dirty="0" err="1" smtClean="0"/>
              <a:t>ಂತಿ</a:t>
            </a:r>
            <a:r>
              <a:rPr lang="kn-IN" dirty="0" smtClean="0"/>
              <a:t>ದೆ</a:t>
            </a:r>
            <a:r>
              <a:rPr lang="kn-IN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Algerian" pitchFamily="82" charset="0"/>
              </a:rPr>
              <a:t>SMART</a:t>
            </a:r>
            <a:endParaRPr lang="en-US" sz="60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srgbClr val="FFFF00"/>
                </a:solidFill>
              </a:rPr>
              <a:t>S	-</a:t>
            </a:r>
            <a:r>
              <a:rPr lang="en-US" sz="3600" b="1" dirty="0" smtClean="0"/>
              <a:t> </a:t>
            </a:r>
            <a:r>
              <a:rPr lang="en-US" sz="3600" dirty="0" smtClean="0"/>
              <a:t>Specific (</a:t>
            </a:r>
            <a:r>
              <a:rPr lang="kn-IN" sz="3600" dirty="0" smtClean="0"/>
              <a:t>ನಿಶ್ಚಿತವಾದ</a:t>
            </a:r>
            <a:r>
              <a:rPr lang="en-US" sz="3600" dirty="0" smtClean="0"/>
              <a:t> /</a:t>
            </a:r>
            <a:r>
              <a:rPr lang="kn-IN" sz="3600" dirty="0" smtClean="0"/>
              <a:t>ಸ್ಪಷ್ಟವಾಗಿರುವ</a:t>
            </a:r>
            <a:r>
              <a:rPr lang="kn-IN" sz="3600" dirty="0" smtClean="0"/>
              <a:t>)</a:t>
            </a:r>
            <a:endParaRPr lang="en-US" sz="3600" dirty="0" smtClean="0"/>
          </a:p>
          <a:p>
            <a:r>
              <a:rPr lang="en-US" sz="3600" b="1" dirty="0" smtClean="0">
                <a:solidFill>
                  <a:srgbClr val="FFFF00"/>
                </a:solidFill>
              </a:rPr>
              <a:t>M</a:t>
            </a:r>
            <a:r>
              <a:rPr lang="en-US" sz="1600" b="1" dirty="0" smtClean="0">
                <a:solidFill>
                  <a:srgbClr val="FFFF00"/>
                </a:solidFill>
              </a:rPr>
              <a:t>	</a:t>
            </a:r>
            <a:r>
              <a:rPr lang="en-US" sz="3600" b="1" dirty="0" smtClean="0">
                <a:solidFill>
                  <a:srgbClr val="FFFF00"/>
                </a:solidFill>
              </a:rPr>
              <a:t>-</a:t>
            </a:r>
            <a:r>
              <a:rPr lang="en-US" sz="3600" dirty="0" smtClean="0">
                <a:solidFill>
                  <a:srgbClr val="FFFF00"/>
                </a:solidFill>
              </a:rPr>
              <a:t> </a:t>
            </a:r>
            <a:r>
              <a:rPr lang="en-US" sz="3600" dirty="0" smtClean="0"/>
              <a:t>Measurable (</a:t>
            </a:r>
            <a:r>
              <a:rPr lang="en-US" sz="3600" dirty="0" err="1" smtClean="0"/>
              <a:t>ಅಳೆಯಬಹುದಾದ</a:t>
            </a:r>
            <a:r>
              <a:rPr lang="km-KH" sz="3600" dirty="0" smtClean="0"/>
              <a:t>)</a:t>
            </a:r>
            <a:endParaRPr lang="en-US" sz="3600" dirty="0" smtClean="0"/>
          </a:p>
          <a:p>
            <a:r>
              <a:rPr lang="en-US" sz="3600" b="1" dirty="0" smtClean="0">
                <a:solidFill>
                  <a:srgbClr val="FFFF00"/>
                </a:solidFill>
              </a:rPr>
              <a:t>A	-</a:t>
            </a:r>
            <a:r>
              <a:rPr lang="en-US" sz="3600" dirty="0" smtClean="0"/>
              <a:t> </a:t>
            </a:r>
            <a:r>
              <a:rPr lang="en-US" sz="3600" dirty="0" smtClean="0"/>
              <a:t>Attainable (</a:t>
            </a:r>
            <a:r>
              <a:rPr lang="kn-IN" sz="3600" dirty="0" smtClean="0"/>
              <a:t>ಸಾಧಿಸುವಂತಹ)</a:t>
            </a:r>
            <a:endParaRPr lang="en-US" sz="3600" dirty="0" smtClean="0"/>
          </a:p>
          <a:p>
            <a:r>
              <a:rPr lang="en-US" sz="3600" b="1" dirty="0" smtClean="0">
                <a:solidFill>
                  <a:srgbClr val="FFFF00"/>
                </a:solidFill>
              </a:rPr>
              <a:t>R	-</a:t>
            </a:r>
            <a:r>
              <a:rPr lang="en-US" sz="3600" dirty="0" smtClean="0">
                <a:solidFill>
                  <a:srgbClr val="FFFF00"/>
                </a:solidFill>
              </a:rPr>
              <a:t> </a:t>
            </a:r>
            <a:r>
              <a:rPr lang="en-US" sz="3600" dirty="0" smtClean="0"/>
              <a:t>Realistic (</a:t>
            </a:r>
            <a:r>
              <a:rPr lang="en-US" sz="3600" dirty="0" err="1" smtClean="0"/>
              <a:t>ವಾಸ್ತವಿಕ</a:t>
            </a:r>
            <a:r>
              <a:rPr lang="km-KH" sz="3600" dirty="0" smtClean="0"/>
              <a:t>)</a:t>
            </a:r>
            <a:endParaRPr lang="en-US" sz="3600" dirty="0" smtClean="0"/>
          </a:p>
          <a:p>
            <a:r>
              <a:rPr lang="en-US" sz="3600" b="1" dirty="0" smtClean="0">
                <a:solidFill>
                  <a:srgbClr val="FFFF00"/>
                </a:solidFill>
              </a:rPr>
              <a:t>T	- </a:t>
            </a:r>
            <a:r>
              <a:rPr lang="en-US" sz="3600" dirty="0" err="1" smtClean="0"/>
              <a:t>Timebound</a:t>
            </a:r>
            <a:r>
              <a:rPr lang="en-US" sz="3600" dirty="0" smtClean="0"/>
              <a:t> (</a:t>
            </a:r>
            <a:r>
              <a:rPr lang="kn-IN" sz="3600" dirty="0" smtClean="0"/>
              <a:t>ಕಾಲಬದ್ಧವಾದಂತಹ)</a:t>
            </a:r>
            <a:endParaRPr lang="en-US" sz="36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534400" cy="1143000"/>
          </a:xfrm>
        </p:spPr>
        <p:txBody>
          <a:bodyPr>
            <a:normAutofit/>
          </a:bodyPr>
          <a:lstStyle/>
          <a:p>
            <a:pPr algn="just"/>
            <a:r>
              <a:rPr lang="kn-IN" sz="3600" b="1" dirty="0" smtClean="0">
                <a:solidFill>
                  <a:srgbClr val="FFFF00"/>
                </a:solidFill>
              </a:rPr>
              <a:t>1.</a:t>
            </a:r>
            <a:r>
              <a:rPr lang="en-US" sz="3600" b="1" dirty="0" smtClean="0">
                <a:solidFill>
                  <a:srgbClr val="FFFF00"/>
                </a:solidFill>
              </a:rPr>
              <a:t> </a:t>
            </a:r>
            <a:r>
              <a:rPr lang="en-US" sz="3600" b="1" dirty="0" smtClean="0">
                <a:solidFill>
                  <a:srgbClr val="FFFF00"/>
                </a:solidFill>
              </a:rPr>
              <a:t>S - </a:t>
            </a:r>
            <a:r>
              <a:rPr lang="en-US" sz="3600" b="1" dirty="0" smtClean="0">
                <a:solidFill>
                  <a:srgbClr val="FFFF00"/>
                </a:solidFill>
              </a:rPr>
              <a:t>Specific (</a:t>
            </a:r>
            <a:r>
              <a:rPr lang="kn-IN" sz="3600" b="1" dirty="0" smtClean="0">
                <a:solidFill>
                  <a:srgbClr val="FFFF00"/>
                </a:solidFill>
              </a:rPr>
              <a:t>ನಿಶ್ಚಿತವಾದ</a:t>
            </a:r>
            <a:r>
              <a:rPr lang="en-US" sz="3600" b="1" dirty="0" smtClean="0">
                <a:solidFill>
                  <a:srgbClr val="FFFF00"/>
                </a:solidFill>
              </a:rPr>
              <a:t> </a:t>
            </a:r>
            <a:r>
              <a:rPr lang="en-US" sz="3600" b="1" dirty="0" smtClean="0">
                <a:solidFill>
                  <a:srgbClr val="FFFF00"/>
                </a:solidFill>
              </a:rPr>
              <a:t>/</a:t>
            </a:r>
            <a:r>
              <a:rPr lang="kn-IN" sz="3600" b="1" dirty="0" smtClean="0">
                <a:solidFill>
                  <a:srgbClr val="FFFF00"/>
                </a:solidFill>
              </a:rPr>
              <a:t>ಸ್ಪಷ್ಟವಾಗಿರುವ</a:t>
            </a:r>
            <a:r>
              <a:rPr lang="en-US" sz="3600" b="1" dirty="0" smtClean="0">
                <a:solidFill>
                  <a:srgbClr val="FFFF00"/>
                </a:solidFill>
              </a:rPr>
              <a:t> </a:t>
            </a:r>
            <a:r>
              <a:rPr lang="kn-IN" sz="3600" b="1" dirty="0" smtClean="0">
                <a:solidFill>
                  <a:srgbClr val="FFFF00"/>
                </a:solidFill>
              </a:rPr>
              <a:t>)</a:t>
            </a:r>
            <a:endParaRPr lang="en-US" sz="3600" b="1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029200"/>
          </a:xfrm>
        </p:spPr>
        <p:txBody>
          <a:bodyPr>
            <a:noAutofit/>
          </a:bodyPr>
          <a:lstStyle/>
          <a:p>
            <a:pPr algn="just"/>
            <a:r>
              <a:rPr lang="kn-IN" sz="2700" b="1" dirty="0" smtClean="0"/>
              <a:t>ನಿಮ್ಮ ಗುರಿ ಯಾವಾಗಲೂ ಸ್ಪಷ್ಟವಾಗಿ, </a:t>
            </a:r>
            <a:r>
              <a:rPr lang="kn-IN" sz="2700" b="1" dirty="0" smtClean="0"/>
              <a:t>ನಿಶ್ಚಿತವಾಗಿ </a:t>
            </a:r>
            <a:r>
              <a:rPr lang="kn-IN" sz="2700" b="1" dirty="0" smtClean="0"/>
              <a:t>(</a:t>
            </a:r>
            <a:r>
              <a:rPr lang="en-US" sz="2700" b="1" dirty="0" smtClean="0"/>
              <a:t>Specific</a:t>
            </a:r>
            <a:r>
              <a:rPr lang="kn-IN" sz="2700" b="1" dirty="0" smtClean="0"/>
              <a:t>) </a:t>
            </a:r>
            <a:r>
              <a:rPr lang="kn-IN" sz="2700" b="1" dirty="0" smtClean="0"/>
              <a:t>ಇರಬೇಕು. ನಿಮ್ಮ ಧೈಯಗಳು ಅಸ್ಪಷ್ಟವಾಗಿ, ಅನಿಶ್ಚಿತವಾಗಿದ್ದರೆ ಅವುಗಳನ್ನು ಕಾರ್ಯರೂಪಕ್ಕೆ ತರುವ </a:t>
            </a:r>
            <a:r>
              <a:rPr lang="en-US" sz="2700" b="1" dirty="0" smtClean="0"/>
              <a:t>Action Plan </a:t>
            </a:r>
            <a:r>
              <a:rPr lang="kn-IN" sz="2700" b="1" dirty="0" smtClean="0"/>
              <a:t>ನನ್ನು ರೂಪಿಸಿಕೊಳ್ಳುವುದಕ್ಕೆ ಕಷ್ಟವಾಗುತ್ತದೆ</a:t>
            </a:r>
            <a:r>
              <a:rPr lang="en-US" sz="2700" b="1" dirty="0" smtClean="0"/>
              <a:t>.</a:t>
            </a:r>
          </a:p>
          <a:p>
            <a:pPr algn="just"/>
            <a:r>
              <a:rPr lang="kn-IN" sz="2700" b="1" dirty="0" smtClean="0"/>
              <a:t>ನಾವು ಸಂಗೀತ ಕಲಿತುಕೊಳ್ಳಬೇಕು ಎಂದು ನಿರ್ಧಾರ ಮಾಡಿದಿರಿ ಎಂದುಕೊಳ್ಳೋಣ ಅದರಲ್ಲಿ ಸ್ಪಷ್ಟತೆ </a:t>
            </a:r>
            <a:r>
              <a:rPr lang="kn-IN" sz="2700" b="1" dirty="0" smtClean="0"/>
              <a:t>ಇಲ್ಲ</a:t>
            </a:r>
            <a:r>
              <a:rPr lang="en-US" sz="2700" b="1" dirty="0" err="1" smtClean="0"/>
              <a:t>ದೇ</a:t>
            </a:r>
            <a:r>
              <a:rPr lang="en-US" sz="2700" b="1" dirty="0" smtClean="0"/>
              <a:t> </a:t>
            </a:r>
            <a:r>
              <a:rPr lang="en-US" sz="2700" b="1" dirty="0" err="1" smtClean="0"/>
              <a:t>ಇದ್ದರೆ</a:t>
            </a:r>
            <a:r>
              <a:rPr lang="kn-IN" sz="2700" b="1" dirty="0" smtClean="0"/>
              <a:t>, </a:t>
            </a:r>
            <a:r>
              <a:rPr lang="kn-IN" sz="2700" b="1" dirty="0" smtClean="0"/>
              <a:t>ನಾನು ಪಿಯೋನೋ ನುಡಿಸುವುದು </a:t>
            </a:r>
            <a:r>
              <a:rPr lang="kn-IN" sz="2700" b="1" dirty="0" smtClean="0"/>
              <a:t>ಕಲಿಯಬೇಕು</a:t>
            </a:r>
            <a:r>
              <a:rPr lang="en-US" sz="2700" b="1" dirty="0" smtClean="0"/>
              <a:t>,</a:t>
            </a:r>
            <a:r>
              <a:rPr lang="kn-IN" sz="2700" b="1" dirty="0" smtClean="0"/>
              <a:t> </a:t>
            </a:r>
            <a:r>
              <a:rPr lang="kn-IN" sz="2700" b="1" dirty="0" smtClean="0"/>
              <a:t>ನಾನು </a:t>
            </a:r>
            <a:r>
              <a:rPr lang="en-US" sz="2700" b="1" dirty="0" err="1" smtClean="0"/>
              <a:t>ಫ್ಲೂ</a:t>
            </a:r>
            <a:r>
              <a:rPr lang="kn-IN" sz="2700" b="1" dirty="0" smtClean="0"/>
              <a:t>ಟ್ </a:t>
            </a:r>
            <a:r>
              <a:rPr lang="kn-IN" sz="2700" b="1" dirty="0" smtClean="0"/>
              <a:t>ಊದುವುದನ್ನು ಕಲಿಯಬೇಕು </a:t>
            </a:r>
            <a:r>
              <a:rPr lang="en-US" sz="2700" b="1" dirty="0" err="1" smtClean="0"/>
              <a:t>ಅಂ</a:t>
            </a:r>
            <a:r>
              <a:rPr lang="kn-IN" sz="2700" b="1" dirty="0" smtClean="0"/>
              <a:t>ದುಕೊಂಡಗ </a:t>
            </a:r>
            <a:r>
              <a:rPr lang="kn-IN" sz="2700" b="1" dirty="0" smtClean="0"/>
              <a:t>ಅದರಲ್ಲಿ ಒಂದು ನಿರ್ದಿಷ್ಟತೆ </a:t>
            </a:r>
            <a:r>
              <a:rPr lang="kn-IN" sz="2700" b="1" dirty="0" smtClean="0"/>
              <a:t>ಇ</a:t>
            </a:r>
            <a:r>
              <a:rPr lang="en-US" sz="2700" b="1" dirty="0" err="1" smtClean="0"/>
              <a:t>ರಬೇಕು</a:t>
            </a:r>
            <a:r>
              <a:rPr lang="en-US" sz="2700" b="1" dirty="0" smtClean="0"/>
              <a:t>,</a:t>
            </a:r>
          </a:p>
          <a:p>
            <a:pPr algn="just"/>
            <a:r>
              <a:rPr lang="kn-IN" sz="2700" b="1" dirty="0" smtClean="0"/>
              <a:t> </a:t>
            </a:r>
            <a:r>
              <a:rPr lang="kn-IN" sz="2700" b="1" dirty="0" smtClean="0"/>
              <a:t>ಕಲಿಯಲು ಏನು ಮಾಡಬೇಕೆಂಬ </a:t>
            </a:r>
            <a:r>
              <a:rPr lang="en-US" sz="2700" b="1" dirty="0" smtClean="0"/>
              <a:t>Action Plan </a:t>
            </a:r>
            <a:r>
              <a:rPr lang="kn-IN" sz="2700" b="1" dirty="0" smtClean="0"/>
              <a:t>ನ್ನು </a:t>
            </a:r>
            <a:r>
              <a:rPr lang="en-US" sz="2700" b="1" dirty="0" err="1" smtClean="0"/>
              <a:t>ಮಾಡಿಕೊಂಡಾಗ</a:t>
            </a:r>
            <a:r>
              <a:rPr lang="en-US" sz="2700" b="1" dirty="0" smtClean="0"/>
              <a:t> ಆ </a:t>
            </a:r>
            <a:r>
              <a:rPr lang="en-US" sz="2700" b="1" dirty="0" err="1" smtClean="0"/>
              <a:t>ಕೆಲಸ</a:t>
            </a:r>
            <a:r>
              <a:rPr lang="kn-IN" sz="2700" b="1" dirty="0" smtClean="0"/>
              <a:t> ಅ</a:t>
            </a:r>
            <a:r>
              <a:rPr lang="en-US" sz="2700" b="1" dirty="0" err="1" smtClean="0"/>
              <a:t>ತೀ</a:t>
            </a:r>
            <a:r>
              <a:rPr lang="kn-IN" sz="2700" b="1" dirty="0" smtClean="0"/>
              <a:t> </a:t>
            </a:r>
            <a:r>
              <a:rPr lang="kn-IN" sz="2700" b="1" dirty="0" smtClean="0"/>
              <a:t>ಸುಲಭವಾಗುತ್ತದೆ</a:t>
            </a:r>
            <a:endParaRPr lang="en-US" sz="27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494"/>
            <a:ext cx="8915400" cy="951706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>
                <a:solidFill>
                  <a:srgbClr val="FFFF00"/>
                </a:solidFill>
              </a:rPr>
              <a:t>2. M</a:t>
            </a:r>
            <a:r>
              <a:rPr lang="en-US" sz="2000" b="1" dirty="0" smtClean="0">
                <a:solidFill>
                  <a:srgbClr val="FFFF00"/>
                </a:solidFill>
              </a:rPr>
              <a:t>	</a:t>
            </a:r>
            <a:r>
              <a:rPr lang="en-US" sz="4400" b="1" dirty="0" smtClean="0">
                <a:solidFill>
                  <a:srgbClr val="FFFF00"/>
                </a:solidFill>
              </a:rPr>
              <a:t>- Measurable (</a:t>
            </a:r>
            <a:r>
              <a:rPr lang="en-US" sz="4400" b="1" dirty="0" err="1" smtClean="0">
                <a:solidFill>
                  <a:srgbClr val="FFFF00"/>
                </a:solidFill>
              </a:rPr>
              <a:t>ಅಳೆಯಬಹುದಾದ</a:t>
            </a:r>
            <a:r>
              <a:rPr lang="km-KH" sz="4400" b="1" dirty="0" smtClean="0">
                <a:solidFill>
                  <a:srgbClr val="FFFF00"/>
                </a:solidFill>
              </a:rPr>
              <a:t>)</a:t>
            </a:r>
            <a:endParaRPr lang="en-US" sz="4400" b="1" dirty="0" smtClean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30808"/>
          </a:xfrm>
        </p:spPr>
        <p:txBody>
          <a:bodyPr>
            <a:normAutofit/>
          </a:bodyPr>
          <a:lstStyle/>
          <a:p>
            <a:pPr algn="just"/>
            <a:r>
              <a:rPr lang="en-US" sz="3600" dirty="0" err="1" smtClean="0"/>
              <a:t>ಧ್ಯೇ</a:t>
            </a:r>
            <a:r>
              <a:rPr lang="kn-IN" sz="3600" dirty="0" smtClean="0"/>
              <a:t>ಯಗಳನ್ನು </a:t>
            </a:r>
            <a:r>
              <a:rPr lang="kn-IN" sz="3600" dirty="0" smtClean="0"/>
              <a:t>ನಿರ್ಧರಿಸುವಾಗ ಬರೀ ಸ್ಪಷ್ಟತೆ</a:t>
            </a:r>
            <a:r>
              <a:rPr lang="en-US" sz="3600" dirty="0" smtClean="0"/>
              <a:t> </a:t>
            </a:r>
            <a:r>
              <a:rPr lang="kn-IN" sz="3600" dirty="0" smtClean="0"/>
              <a:t>(</a:t>
            </a:r>
            <a:r>
              <a:rPr lang="en-US" sz="3600" dirty="0" smtClean="0"/>
              <a:t>Specific) </a:t>
            </a:r>
            <a:r>
              <a:rPr lang="kn-IN" sz="3600" dirty="0" smtClean="0"/>
              <a:t>ಇದ್ದರೆ ಸಾಲದು. ಅವುಗಳನ್ನು ಅಳೆಯುವುದು (</a:t>
            </a:r>
            <a:r>
              <a:rPr lang="en-US" sz="3600" dirty="0" smtClean="0"/>
              <a:t>Measure </a:t>
            </a:r>
            <a:r>
              <a:rPr lang="kn-IN" sz="3600" dirty="0" smtClean="0"/>
              <a:t>ಮಾಡುವುದು) ಕೂಡ </a:t>
            </a:r>
            <a:r>
              <a:rPr lang="kn-IN" sz="3600" dirty="0" smtClean="0"/>
              <a:t>ಸಾಧ್ಯವಿರಬೇಕು</a:t>
            </a:r>
            <a:r>
              <a:rPr lang="en-US" sz="3600" dirty="0" smtClean="0"/>
              <a:t>,</a:t>
            </a:r>
            <a:r>
              <a:rPr lang="kn-IN" sz="3600" dirty="0" smtClean="0"/>
              <a:t> </a:t>
            </a:r>
            <a:r>
              <a:rPr lang="kn-IN" sz="3600" dirty="0" smtClean="0"/>
              <a:t>ಇಲ್ಲದಿದ್ದರೆ </a:t>
            </a:r>
            <a:r>
              <a:rPr lang="kn-IN" sz="3600" dirty="0" smtClean="0"/>
              <a:t>ಅ</a:t>
            </a:r>
            <a:r>
              <a:rPr lang="en-US" sz="3600" dirty="0" err="1" smtClean="0"/>
              <a:t>ವುಗಳನ್ನು</a:t>
            </a:r>
            <a:r>
              <a:rPr lang="kn-IN" sz="3600" dirty="0" smtClean="0"/>
              <a:t> </a:t>
            </a:r>
            <a:r>
              <a:rPr lang="en-US" sz="3600" dirty="0" err="1" smtClean="0"/>
              <a:t>ನಾ</a:t>
            </a:r>
            <a:r>
              <a:rPr lang="kn-IN" sz="3600" dirty="0" smtClean="0"/>
              <a:t>ವು </a:t>
            </a:r>
            <a:r>
              <a:rPr lang="en-US" sz="3600" dirty="0" smtClean="0"/>
              <a:t>Achieve </a:t>
            </a:r>
            <a:r>
              <a:rPr lang="kn-IN" sz="3600" dirty="0" smtClean="0"/>
              <a:t>ಮಾಡುವುದು ಕಷ್ಟವಾಗುತ್ತದೆ.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494"/>
            <a:ext cx="8686800" cy="1399032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>
                <a:solidFill>
                  <a:srgbClr val="FFFF00"/>
                </a:solidFill>
              </a:rPr>
              <a:t>3. A</a:t>
            </a:r>
            <a:r>
              <a:rPr lang="en-US" sz="4400" b="1" dirty="0" smtClean="0">
                <a:solidFill>
                  <a:srgbClr val="FFFF00"/>
                </a:solidFill>
              </a:rPr>
              <a:t>	- Attainable (</a:t>
            </a:r>
            <a:r>
              <a:rPr lang="kn-IN" sz="4400" b="1" dirty="0" smtClean="0">
                <a:solidFill>
                  <a:srgbClr val="FFFF00"/>
                </a:solidFill>
              </a:rPr>
              <a:t>ಸಾಧಿಸುವಂತಹ)</a:t>
            </a:r>
            <a:endParaRPr lang="en-US" sz="4400" b="1" dirty="0" smtClean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 err="1" smtClean="0"/>
              <a:t>ನಾ</a:t>
            </a:r>
            <a:r>
              <a:rPr lang="kn-IN" sz="3600" dirty="0" smtClean="0"/>
              <a:t>ವು </a:t>
            </a:r>
            <a:r>
              <a:rPr lang="kn-IN" sz="3600" dirty="0" smtClean="0"/>
              <a:t>ನಿರ್ಧರಿಸಿಕೊಂಡ </a:t>
            </a:r>
            <a:r>
              <a:rPr lang="en-US" sz="3600" dirty="0" err="1" smtClean="0"/>
              <a:t>ಧ್ಯೇ</a:t>
            </a:r>
            <a:r>
              <a:rPr lang="kn-IN" sz="3600" dirty="0" smtClean="0"/>
              <a:t>ಯಗಳು </a:t>
            </a:r>
            <a:r>
              <a:rPr lang="en-US" sz="3600" dirty="0" smtClean="0"/>
              <a:t>ನ</a:t>
            </a:r>
            <a:r>
              <a:rPr lang="kn-IN" sz="3600" dirty="0" smtClean="0"/>
              <a:t>ಮ್ಮ </a:t>
            </a:r>
            <a:r>
              <a:rPr lang="kn-IN" sz="3600" dirty="0" smtClean="0"/>
              <a:t>ಶಕ್ತಿ </a:t>
            </a:r>
            <a:r>
              <a:rPr lang="kn-IN" sz="3600" dirty="0" smtClean="0"/>
              <a:t>ಸಾಮರ್ಥ್ಯಗಳಿ</a:t>
            </a:r>
            <a:r>
              <a:rPr lang="en-US" sz="3600" dirty="0" err="1" smtClean="0"/>
              <a:t>ಗೆ</a:t>
            </a:r>
            <a:r>
              <a:rPr lang="en-US" sz="3600" dirty="0" smtClean="0"/>
              <a:t> ಅ</a:t>
            </a:r>
            <a:r>
              <a:rPr lang="kn-IN" sz="3600" dirty="0" smtClean="0"/>
              <a:t>ನುಗುಣವಾಗಿ ಇ</a:t>
            </a:r>
            <a:r>
              <a:rPr lang="en-US" sz="3600" dirty="0" err="1" smtClean="0"/>
              <a:t>ರುವುದೇ</a:t>
            </a:r>
            <a:r>
              <a:rPr lang="kn-IN" sz="3600" dirty="0" smtClean="0"/>
              <a:t> </a:t>
            </a:r>
            <a:r>
              <a:rPr lang="kn-IN" sz="3600" dirty="0" smtClean="0"/>
              <a:t>ಎಂದು ಮೊದಲು ಪರೀಕ್ಷಿಸಿಕೊಳ್ಳಬೇಕು</a:t>
            </a:r>
            <a:r>
              <a:rPr lang="kn-IN" sz="3600" dirty="0" smtClean="0"/>
              <a:t>.</a:t>
            </a:r>
            <a:endParaRPr lang="en-US" sz="3600" dirty="0" smtClean="0"/>
          </a:p>
          <a:p>
            <a:pPr algn="just"/>
            <a:r>
              <a:rPr lang="kn-IN" sz="3600" dirty="0" smtClean="0"/>
              <a:t>ಸಾದಿಸ</a:t>
            </a:r>
            <a:r>
              <a:rPr lang="en-US" sz="3600" dirty="0" err="1" smtClean="0"/>
              <a:t>ಲು</a:t>
            </a:r>
            <a:r>
              <a:rPr lang="en-US" sz="3600" dirty="0" smtClean="0"/>
              <a:t> </a:t>
            </a:r>
            <a:r>
              <a:rPr lang="en-US" sz="3600" dirty="0" err="1" smtClean="0"/>
              <a:t>ಆಗ</a:t>
            </a:r>
            <a:r>
              <a:rPr lang="kn-IN" sz="3600" dirty="0" smtClean="0"/>
              <a:t>ದಂತಹ </a:t>
            </a:r>
            <a:r>
              <a:rPr lang="en-US" sz="3600" dirty="0" err="1" smtClean="0"/>
              <a:t>ಧ್ಯೇ</a:t>
            </a:r>
            <a:r>
              <a:rPr lang="kn-IN" sz="3600" dirty="0" smtClean="0"/>
              <a:t>ಯಗಳನ್ನು </a:t>
            </a:r>
            <a:r>
              <a:rPr lang="kn-IN" sz="3600" dirty="0" smtClean="0"/>
              <a:t>ನಿಶ್ಚಿಯಿಸಿ</a:t>
            </a:r>
            <a:r>
              <a:rPr lang="en-US" sz="3600" dirty="0" smtClean="0"/>
              <a:t> </a:t>
            </a:r>
            <a:r>
              <a:rPr lang="kn-IN" sz="3600" dirty="0" smtClean="0"/>
              <a:t>ಕೊಳ್ಳುವುದರಲ್ಲಿ</a:t>
            </a:r>
            <a:r>
              <a:rPr lang="en-US" sz="3600" dirty="0" smtClean="0"/>
              <a:t> </a:t>
            </a:r>
            <a:r>
              <a:rPr lang="en-US" sz="3600" dirty="0" err="1" smtClean="0"/>
              <a:t>ಯಾವುದೇ</a:t>
            </a:r>
            <a:r>
              <a:rPr lang="kn-IN" sz="3600" dirty="0" smtClean="0"/>
              <a:t> </a:t>
            </a:r>
            <a:r>
              <a:rPr lang="kn-IN" sz="3600" dirty="0" smtClean="0"/>
              <a:t>ಅರ್ಥವೇ ಇಲ್ಲ ಹಾಗೆ ಮಾಡಿದರೆ </a:t>
            </a:r>
            <a:r>
              <a:rPr lang="kn-IN" sz="3600" dirty="0" smtClean="0"/>
              <a:t>ನಿರಾಶೆ</a:t>
            </a:r>
            <a:r>
              <a:rPr lang="en-US" sz="3600" dirty="0" smtClean="0"/>
              <a:t> </a:t>
            </a:r>
            <a:r>
              <a:rPr lang="en-US" sz="3600" dirty="0" err="1" smtClean="0"/>
              <a:t>ಉಂಟಾಗುತ್ತದೆ</a:t>
            </a:r>
            <a:r>
              <a:rPr lang="kn-IN" sz="3600" dirty="0" smtClean="0"/>
              <a:t>. </a:t>
            </a:r>
            <a:r>
              <a:rPr lang="en-US" sz="3600" dirty="0" smtClean="0"/>
              <a:t>(Depress </a:t>
            </a:r>
            <a:r>
              <a:rPr lang="kn-IN" sz="3600" dirty="0" smtClean="0"/>
              <a:t>ಆ</a:t>
            </a:r>
            <a:r>
              <a:rPr lang="en-US" sz="3600" dirty="0" err="1" smtClean="0"/>
              <a:t>ಗಬೇಕಾಗುತ್ತದೆ</a:t>
            </a:r>
            <a:r>
              <a:rPr lang="kn-IN" sz="3600" dirty="0" smtClean="0"/>
              <a:t>.</a:t>
            </a:r>
            <a:r>
              <a:rPr lang="en-US" sz="3600" dirty="0" smtClean="0"/>
              <a:t>)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027906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FFFF00"/>
                </a:solidFill>
              </a:rPr>
              <a:t>4. R</a:t>
            </a:r>
            <a:r>
              <a:rPr lang="en-US" sz="4400" b="1" dirty="0" smtClean="0">
                <a:solidFill>
                  <a:srgbClr val="FFFF00"/>
                </a:solidFill>
              </a:rPr>
              <a:t>	- Realistic (</a:t>
            </a:r>
            <a:r>
              <a:rPr lang="en-US" sz="4400" b="1" dirty="0" err="1" smtClean="0">
                <a:solidFill>
                  <a:srgbClr val="FFFF00"/>
                </a:solidFill>
              </a:rPr>
              <a:t>ವಾಸ್ತವಿಕ</a:t>
            </a:r>
            <a:r>
              <a:rPr lang="km-KH" sz="4400" b="1" dirty="0" smtClean="0">
                <a:solidFill>
                  <a:srgbClr val="FFFF00"/>
                </a:solidFill>
              </a:rPr>
              <a:t>)</a:t>
            </a:r>
            <a:endParaRPr lang="en-US" sz="4400" b="1" dirty="0" smtClean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410200"/>
          </a:xfrm>
        </p:spPr>
        <p:txBody>
          <a:bodyPr>
            <a:normAutofit/>
          </a:bodyPr>
          <a:lstStyle/>
          <a:p>
            <a:pPr algn="just"/>
            <a:r>
              <a:rPr lang="kn-IN" dirty="0" smtClean="0"/>
              <a:t>ಈ ವಿಷಯಕ್ಕೂ, ಮೇಲೆ ಹೇಳಿದ ಸಾಧಿಸಲಾಗುವಂತಹವಕ್ಕೂ ಹತ್ತಿರದ </a:t>
            </a:r>
            <a:r>
              <a:rPr lang="kn-IN" dirty="0" smtClean="0"/>
              <a:t>ಸಂಬಂಧವಿದೆ</a:t>
            </a:r>
            <a:r>
              <a:rPr lang="en-US" dirty="0" smtClean="0"/>
              <a:t> </a:t>
            </a:r>
            <a:r>
              <a:rPr lang="en-US" dirty="0" err="1" smtClean="0"/>
              <a:t>ಹಾಗೂ</a:t>
            </a:r>
            <a:r>
              <a:rPr lang="en-US" dirty="0" smtClean="0"/>
              <a:t> </a:t>
            </a:r>
            <a:r>
              <a:rPr lang="kn-IN" dirty="0" smtClean="0"/>
              <a:t>ಸಾಮ್ಯತೆ ಇದೆ</a:t>
            </a:r>
            <a:r>
              <a:rPr lang="en-US" dirty="0" smtClean="0"/>
              <a:t>.</a:t>
            </a:r>
            <a:r>
              <a:rPr lang="kn-IN" dirty="0" smtClean="0"/>
              <a:t> </a:t>
            </a:r>
            <a:r>
              <a:rPr lang="kn-IN" dirty="0" smtClean="0"/>
              <a:t>ಗುರಿಗಳನ್ನು ನಿರ್ಧರಿಸುವುದು ನಿಮ್ಮ ಜೀವನದಲ್ಲಿ ಬದಲಾವಣೆ ತರುವುದಕ್ಕೆ ಮಾಡುವ ಪ್ರಯತ್ನದ ಮೊದಲನೇ ಹಂತ ಈ ಹಂತದಲ್ಲೇ ಬಹಳ </a:t>
            </a:r>
            <a:r>
              <a:rPr lang="kn-IN" dirty="0" smtClean="0"/>
              <a:t>ಜಾಗರೂಕತೆಯಿಂದ</a:t>
            </a:r>
            <a:r>
              <a:rPr lang="en-US" dirty="0" smtClean="0"/>
              <a:t> ಇ</a:t>
            </a:r>
            <a:r>
              <a:rPr lang="kn-IN" dirty="0" smtClean="0"/>
              <a:t>ರಬೇಕು</a:t>
            </a:r>
            <a:r>
              <a:rPr lang="kn-IN" dirty="0" smtClean="0"/>
              <a:t>.</a:t>
            </a:r>
            <a:r>
              <a:rPr lang="en-US" dirty="0" smtClean="0"/>
              <a:t> </a:t>
            </a:r>
          </a:p>
          <a:p>
            <a:pPr algn="just"/>
            <a:endParaRPr lang="en-US" dirty="0" smtClean="0"/>
          </a:p>
          <a:p>
            <a:pPr algn="just"/>
            <a:r>
              <a:rPr lang="kn-IN" dirty="0" smtClean="0"/>
              <a:t>ಗುರಿಗಳು ವಾಸ್ತವಿಕವಾಗಿಯೂ</a:t>
            </a:r>
            <a:r>
              <a:rPr lang="kn-IN" dirty="0" smtClean="0"/>
              <a:t>, </a:t>
            </a:r>
            <a:r>
              <a:rPr lang="kn-IN" dirty="0" smtClean="0"/>
              <a:t>ಸಾಧಿಸಬಲ್ಲವಂತವಾಗಿಯೂ </a:t>
            </a:r>
            <a:r>
              <a:rPr lang="kn-IN" dirty="0" smtClean="0"/>
              <a:t>ಇರಬೇಕು</a:t>
            </a:r>
            <a:r>
              <a:rPr lang="en-US" dirty="0" smtClean="0"/>
              <a:t>,</a:t>
            </a:r>
            <a:r>
              <a:rPr lang="kn-IN" dirty="0" smtClean="0"/>
              <a:t> ಉದಾರಣೆಗೆ ನೀವು ಕೆಲವು ದಿನಗಳೊಳಗೆ ಕೊಳಲು (</a:t>
            </a:r>
            <a:r>
              <a:rPr lang="en-US" dirty="0" smtClean="0"/>
              <a:t>Flute</a:t>
            </a:r>
            <a:r>
              <a:rPr lang="en-US" dirty="0" smtClean="0"/>
              <a:t>) </a:t>
            </a:r>
            <a:r>
              <a:rPr lang="kn-IN" dirty="0" smtClean="0"/>
              <a:t>ಬಾರಿಸುವುದನ್ನು </a:t>
            </a:r>
            <a:r>
              <a:rPr lang="kn-IN" dirty="0" smtClean="0"/>
              <a:t>ಕಲಿಯಬೇಕೆಂದಿದ್ದರೆ ಅದು ಸಾಧ್ಯವಾದುದೇ, </a:t>
            </a:r>
            <a:r>
              <a:rPr lang="kn-IN" dirty="0" smtClean="0"/>
              <a:t>ಕಲಿಯಬಹು</a:t>
            </a:r>
            <a:r>
              <a:rPr lang="en-US" dirty="0" err="1" smtClean="0"/>
              <a:t>ದೇ</a:t>
            </a:r>
            <a:r>
              <a:rPr lang="kn-IN" dirty="0" smtClean="0"/>
              <a:t>, </a:t>
            </a:r>
            <a:r>
              <a:rPr lang="en-US" dirty="0" err="1" smtClean="0"/>
              <a:t>ಎಂಬುದು</a:t>
            </a:r>
            <a:r>
              <a:rPr lang="kn-IN" dirty="0" smtClean="0"/>
              <a:t> </a:t>
            </a:r>
            <a:r>
              <a:rPr lang="kn-IN" dirty="0" smtClean="0"/>
              <a:t>ವಾಸ್ತವಾದ </a:t>
            </a:r>
            <a:r>
              <a:rPr lang="kn-IN" dirty="0" smtClean="0"/>
              <a:t>ಗುರಿ</a:t>
            </a:r>
            <a:r>
              <a:rPr lang="en-US" dirty="0" err="1" smtClean="0"/>
              <a:t>ಯಾಗಿರಬೇಕು</a:t>
            </a:r>
            <a:r>
              <a:rPr lang="en-US" dirty="0" smtClean="0"/>
              <a:t>. </a:t>
            </a:r>
            <a:endParaRPr lang="en-U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5334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kn-IN" sz="3500" dirty="0" smtClean="0"/>
              <a:t>ಅದರೆ ಕೆಲವೇ ದಿನಗಳೊಳಗೆ </a:t>
            </a:r>
            <a:r>
              <a:rPr lang="en-US" sz="3500" dirty="0" err="1" smtClean="0"/>
              <a:t>ಸಂಗೀತ</a:t>
            </a:r>
            <a:r>
              <a:rPr lang="kn-IN" sz="3500" dirty="0" smtClean="0"/>
              <a:t>ಕಛೇರಿ </a:t>
            </a:r>
            <a:r>
              <a:rPr lang="kn-IN" sz="3500" dirty="0" smtClean="0"/>
              <a:t>ಮಾಡುತ್ತೇನೆಂದೋ, ಶಾಸ್ತ್ರಿಯ ಸಂಗೀತದಲ್ಲಿ </a:t>
            </a:r>
            <a:r>
              <a:rPr lang="kn-IN" sz="3500" dirty="0" smtClean="0"/>
              <a:t>ನಿಪುಣನಾಗುತ್ತೇನೆಂದೋ </a:t>
            </a:r>
            <a:r>
              <a:rPr lang="kn-IN" sz="3500" dirty="0" smtClean="0"/>
              <a:t>ಗುರಿ ಇಟ್ಟುಕೊಂಡರೆ ಅದು ಆಗದ ಕೆಲಸ. ವಾಸ್ತವಿಕವಾದುದಲ್ಲ</a:t>
            </a:r>
            <a:r>
              <a:rPr lang="en-US" sz="3500" dirty="0" smtClean="0"/>
              <a:t>. </a:t>
            </a:r>
          </a:p>
          <a:p>
            <a:pPr algn="just"/>
            <a:endParaRPr lang="en-US" sz="3500" dirty="0" smtClean="0"/>
          </a:p>
          <a:p>
            <a:pPr algn="just"/>
            <a:r>
              <a:rPr lang="kn-IN" sz="3500" dirty="0" smtClean="0"/>
              <a:t>ನೀವು </a:t>
            </a:r>
            <a:r>
              <a:rPr lang="kn-IN" sz="3500" dirty="0" smtClean="0"/>
              <a:t>ನಿರ್ಧರಿಸಿಕೊಳ್ಳುವ ಗುರಿಗಳು ನಿಮ್ಮನ್ನು </a:t>
            </a:r>
            <a:r>
              <a:rPr lang="kn-IN" sz="3500" dirty="0" smtClean="0"/>
              <a:t>ಉತ್ತೇಜಿಸುವಂತಹ </a:t>
            </a:r>
            <a:r>
              <a:rPr lang="kn-IN" sz="3500" dirty="0" smtClean="0"/>
              <a:t>ಮತ್ತು </a:t>
            </a:r>
            <a:r>
              <a:rPr lang="kn-IN" sz="3500" dirty="0" smtClean="0"/>
              <a:t>ಪ್ರೋತ್ಸಾಹಗೊಳಿಸುವಂತಹ</a:t>
            </a:r>
            <a:r>
              <a:rPr lang="en-US" sz="3500" dirty="0" smtClean="0"/>
              <a:t> </a:t>
            </a:r>
            <a:r>
              <a:rPr lang="kn-IN" sz="3500" dirty="0" smtClean="0"/>
              <a:t>ಆಗಿರಬೇಕು</a:t>
            </a:r>
            <a:r>
              <a:rPr lang="en-US" sz="3500" dirty="0" smtClean="0"/>
              <a:t>. </a:t>
            </a:r>
            <a:endParaRPr lang="en-US" sz="3500" dirty="0" smtClean="0"/>
          </a:p>
          <a:p>
            <a:pPr algn="just"/>
            <a:endParaRPr lang="en-US" sz="3500" dirty="0" smtClean="0"/>
          </a:p>
          <a:p>
            <a:pPr algn="just"/>
            <a:r>
              <a:rPr lang="kn-IN" sz="3500" dirty="0" smtClean="0"/>
              <a:t>ಹಾಗೆಯೇ </a:t>
            </a:r>
            <a:r>
              <a:rPr lang="kn-IN" sz="3500" dirty="0" smtClean="0"/>
              <a:t>ಅವು ನಿಮ್ಮ ಸಾಮರ್ಥ್ಯವನ್ನು ಪರೀಕ್ಷಿಸುವಂತಹವೂ </a:t>
            </a:r>
            <a:r>
              <a:rPr lang="kn-IN" sz="3500" dirty="0" smtClean="0"/>
              <a:t>ಆಗಿರಬೇಕು</a:t>
            </a:r>
            <a:r>
              <a:rPr lang="en-US" sz="3500" dirty="0" smtClean="0"/>
              <a:t>.</a:t>
            </a:r>
            <a:endParaRPr lang="en-US" sz="35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>
                <a:solidFill>
                  <a:srgbClr val="FFFF00"/>
                </a:solidFill>
              </a:rPr>
              <a:t>5. T – Time bound </a:t>
            </a:r>
            <a:r>
              <a:rPr lang="en-US" sz="4400" b="1" dirty="0" smtClean="0">
                <a:solidFill>
                  <a:srgbClr val="FFFF00"/>
                </a:solidFill>
              </a:rPr>
              <a:t>(</a:t>
            </a:r>
            <a:r>
              <a:rPr lang="kn-IN" sz="4400" b="1" dirty="0" smtClean="0">
                <a:solidFill>
                  <a:srgbClr val="FFFF00"/>
                </a:solidFill>
              </a:rPr>
              <a:t>ಕಾಲಬದ್ಧವಾದಂತಹ)</a:t>
            </a:r>
            <a:endParaRPr lang="en-US" sz="4400" b="1" dirty="0" smtClean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pPr algn="just"/>
            <a:r>
              <a:rPr lang="kn-IN" dirty="0" smtClean="0"/>
              <a:t>ಗುರಿಗಳು ನಾವು ನೋಡುವ </a:t>
            </a:r>
            <a:r>
              <a:rPr lang="kn-IN" dirty="0" smtClean="0"/>
              <a:t>ಕನಸುಗಳು-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(Dreams Goals </a:t>
            </a:r>
            <a:r>
              <a:rPr lang="en-US" dirty="0" smtClean="0"/>
              <a:t>are Dreams with Deadlines</a:t>
            </a:r>
            <a:r>
              <a:rPr lang="en-US" dirty="0" smtClean="0"/>
              <a:t>.) </a:t>
            </a: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kn-IN" dirty="0" smtClean="0"/>
              <a:t>ಪ್ರತಿಯೊಂದು ಗುರಿಗೂ ಒಂದು ಗಡುವು ರೇಖೆಯ</a:t>
            </a:r>
            <a:r>
              <a:rPr lang="en-US" dirty="0" smtClean="0"/>
              <a:t> </a:t>
            </a:r>
            <a:r>
              <a:rPr lang="kn-IN" dirty="0" smtClean="0"/>
              <a:t>(</a:t>
            </a:r>
            <a:r>
              <a:rPr lang="en-US" dirty="0" smtClean="0"/>
              <a:t>deadline) </a:t>
            </a:r>
            <a:r>
              <a:rPr lang="kn-IN" dirty="0" smtClean="0"/>
              <a:t>ನ್ನು ಹಾಕಿಕೊಳ್ಳುವುದರಿಂದ ಯಾವಾಗಲಾದರೂ </a:t>
            </a:r>
            <a:r>
              <a:rPr lang="kn-IN" dirty="0" smtClean="0"/>
              <a:t>ಮಾಡಬಹುದು </a:t>
            </a:r>
            <a:r>
              <a:rPr lang="kn-IN" dirty="0" smtClean="0"/>
              <a:t>ಎನ್ನುವ ಆಲಸ್ಯ ಮನೋಭಾವವನ್ನು ಬಿಟ್ಟು. ಅರ್ಜೆನ್ಸಿಯನ್ನು ಅರಿತುಕೊಳ್ಳುತ್ತೇವೆ. ಗುರಿಸಾಧಿಸುವ ಕಾರ್ಯಕ್ರಮವನ್ನು (ಎಂದರೆ </a:t>
            </a:r>
            <a:r>
              <a:rPr lang="en-US" dirty="0" smtClean="0"/>
              <a:t>Action) </a:t>
            </a:r>
            <a:r>
              <a:rPr lang="kn-IN" dirty="0" smtClean="0"/>
              <a:t>ಭರದಿಂದ ಕೈಗೊಳ್ಳುತ್ತೇವೆ.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kn-IN" sz="3600" b="1" dirty="0" smtClean="0">
                <a:solidFill>
                  <a:srgbClr val="FFFF00"/>
                </a:solidFill>
              </a:rPr>
              <a:t>ಟೈಂ ಎಲ್ಲಿ </a:t>
            </a:r>
            <a:r>
              <a:rPr lang="en-US" sz="3600" b="1" dirty="0" err="1" smtClean="0">
                <a:solidFill>
                  <a:srgbClr val="FFFF00"/>
                </a:solidFill>
              </a:rPr>
              <a:t>ಹೋ</a:t>
            </a:r>
            <a:r>
              <a:rPr lang="kn-IN" sz="3600" b="1" dirty="0" smtClean="0">
                <a:solidFill>
                  <a:srgbClr val="FFFF00"/>
                </a:solidFill>
              </a:rPr>
              <a:t>ಗುತ್ತದೆ</a:t>
            </a:r>
            <a:endParaRPr lang="en-US" sz="3600" b="1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6900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2400" b="1" dirty="0" smtClean="0">
                <a:solidFill>
                  <a:srgbClr val="FFFF00"/>
                </a:solidFill>
              </a:rPr>
              <a:t>Time </a:t>
            </a:r>
            <a:r>
              <a:rPr lang="en-US" sz="2400" b="1" dirty="0" smtClean="0">
                <a:solidFill>
                  <a:srgbClr val="FFFF00"/>
                </a:solidFill>
              </a:rPr>
              <a:t>Log </a:t>
            </a:r>
            <a:r>
              <a:rPr lang="kn-IN" sz="2400" b="1" dirty="0" smtClean="0">
                <a:solidFill>
                  <a:srgbClr val="FFFF00"/>
                </a:solidFill>
              </a:rPr>
              <a:t>ನಲ್ಲಿ ನೋಟ್ ಮಾಡಿಕೊಳ್ಳಬೇಕಾದ ವಿಷಯಗಳು:</a:t>
            </a:r>
            <a:endParaRPr lang="en-US" sz="2400" b="1" dirty="0" smtClean="0">
              <a:solidFill>
                <a:srgbClr val="FFFF00"/>
              </a:solidFill>
            </a:endParaRPr>
          </a:p>
          <a:p>
            <a:pPr algn="just"/>
            <a:r>
              <a:rPr lang="kn-IN" sz="2400" b="1" dirty="0" smtClean="0"/>
              <a:t>ಮೀಟಿಂಗ್ ಗಳು, </a:t>
            </a:r>
            <a:endParaRPr lang="en-US" sz="2400" b="1" dirty="0" smtClean="0"/>
          </a:p>
          <a:p>
            <a:pPr algn="just"/>
            <a:r>
              <a:rPr lang="kn-IN" sz="2400" b="1" dirty="0" smtClean="0"/>
              <a:t>ಚರ್ಚೆಗಳು,</a:t>
            </a:r>
            <a:endParaRPr lang="en-US" sz="2400" b="1" dirty="0" smtClean="0"/>
          </a:p>
          <a:p>
            <a:pPr algn="just"/>
            <a:r>
              <a:rPr lang="kn-IN" sz="2400" b="1" dirty="0" smtClean="0"/>
              <a:t>ಅಪಾಯಿಂಟ್ ಮೆಂಟ್ ಗಳಿಗಾಗಿ </a:t>
            </a:r>
            <a:r>
              <a:rPr lang="en-US" sz="2400" b="1" dirty="0" smtClean="0"/>
              <a:t>wait </a:t>
            </a:r>
            <a:r>
              <a:rPr lang="kn-IN" sz="2400" b="1" dirty="0" smtClean="0"/>
              <a:t>ಮಾಡಿದ ಸಮಯ.</a:t>
            </a:r>
            <a:endParaRPr lang="en-US" sz="2400" b="1" dirty="0" smtClean="0"/>
          </a:p>
          <a:p>
            <a:pPr algn="just"/>
            <a:r>
              <a:rPr lang="kn-IN" sz="2400" b="1" dirty="0" smtClean="0"/>
              <a:t>ಮನೆಯಿಂದ ಆಫೀಸ್ ಗೆ. ಆಫೀಸ್ ನಿಂದ ಮನೆಗೆ ಈ ಮಧ್ಯದಲ್ಲಿ ಎಲ್ಲಾದರೂ ಹೋದರೆ ಅದಕ್ಕೆ ತಗುಲಿದ ಸಮಯ</a:t>
            </a:r>
            <a:r>
              <a:rPr lang="en-US" sz="2400" b="1" dirty="0" smtClean="0"/>
              <a:t>.</a:t>
            </a:r>
          </a:p>
          <a:p>
            <a:pPr algn="just"/>
            <a:r>
              <a:rPr lang="kn-IN" sz="2400" b="1" dirty="0" smtClean="0"/>
              <a:t>ಟೆಲಿಫೋನ್ </a:t>
            </a:r>
            <a:r>
              <a:rPr lang="en-US" sz="2400" b="1" dirty="0" err="1" smtClean="0"/>
              <a:t>Recive</a:t>
            </a:r>
            <a:r>
              <a:rPr lang="en-US" sz="2400" b="1" dirty="0" smtClean="0"/>
              <a:t> </a:t>
            </a:r>
            <a:r>
              <a:rPr lang="kn-IN" sz="2400" b="1" dirty="0" smtClean="0"/>
              <a:t>ಮಾಡಲು ಕಳೆದ </a:t>
            </a:r>
            <a:r>
              <a:rPr lang="kn-IN" sz="2400" b="1" dirty="0" smtClean="0"/>
              <a:t>ಸಮಯ</a:t>
            </a:r>
            <a:r>
              <a:rPr lang="en-US" sz="2400" b="1" dirty="0" smtClean="0"/>
              <a:t>.</a:t>
            </a:r>
            <a:endParaRPr lang="en-US" sz="2400" b="1" dirty="0" smtClean="0"/>
          </a:p>
          <a:p>
            <a:pPr algn="just"/>
            <a:r>
              <a:rPr lang="kn-IN" sz="2400" b="1" dirty="0" smtClean="0"/>
              <a:t>ಯಾ</a:t>
            </a:r>
            <a:r>
              <a:rPr lang="en-US" sz="2400" b="1" dirty="0" err="1" smtClean="0"/>
              <a:t>ರಾ</a:t>
            </a:r>
            <a:r>
              <a:rPr lang="kn-IN" sz="2400" b="1" dirty="0" smtClean="0"/>
              <a:t>ದರೂ </a:t>
            </a:r>
            <a:r>
              <a:rPr lang="kn-IN" sz="2400" b="1" dirty="0" smtClean="0"/>
              <a:t>ಈ ಮಧ್ಯ ಬಂದಾಗ ಹರಟೆಹೊಡೆದ ಸಮಯ</a:t>
            </a:r>
            <a:r>
              <a:rPr lang="en-US" sz="2400" b="1" dirty="0" smtClean="0"/>
              <a:t>.</a:t>
            </a:r>
          </a:p>
          <a:p>
            <a:pPr algn="just"/>
            <a:r>
              <a:rPr lang="kn-IN" sz="2400" b="1" dirty="0" smtClean="0"/>
              <a:t>ಇ-ಮೇಲ್ ನೋಡುವುದು.</a:t>
            </a:r>
            <a:endParaRPr lang="en-US" sz="2400" b="1" dirty="0" smtClean="0"/>
          </a:p>
          <a:p>
            <a:pPr algn="just"/>
            <a:r>
              <a:rPr lang="en-US" sz="2400" b="1" dirty="0" smtClean="0"/>
              <a:t>Correspondence </a:t>
            </a:r>
            <a:r>
              <a:rPr lang="en-US" sz="2400" b="1" dirty="0" err="1" smtClean="0"/>
              <a:t>ಓದುವುದು</a:t>
            </a:r>
            <a:r>
              <a:rPr lang="lo-LA" sz="2400" b="1" dirty="0" smtClean="0"/>
              <a:t>,</a:t>
            </a:r>
            <a:endParaRPr lang="en-US" sz="2400" b="1" dirty="0" smtClean="0"/>
          </a:p>
          <a:p>
            <a:pPr algn="just"/>
            <a:r>
              <a:rPr lang="en-US" sz="2400" b="1" dirty="0" err="1" smtClean="0"/>
              <a:t>ಊಟ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ಕಾಫಿ</a:t>
            </a:r>
            <a:r>
              <a:rPr lang="en-US" sz="2400" b="1" dirty="0" smtClean="0"/>
              <a:t>/</a:t>
            </a:r>
            <a:r>
              <a:rPr lang="en-US" sz="2400" b="1" dirty="0" err="1" smtClean="0"/>
              <a:t>ಟೀ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ಕುಡಿಯುವುದು</a:t>
            </a:r>
            <a:r>
              <a:rPr lang="en-US" sz="2400" b="1" dirty="0" smtClean="0"/>
              <a:t>.</a:t>
            </a:r>
          </a:p>
          <a:p>
            <a:pPr algn="just"/>
            <a:r>
              <a:rPr lang="kn-IN" sz="2400" b="1" dirty="0" smtClean="0"/>
              <a:t>ವಾಷ್ ರೂಂ ಗೆ ಹೋಗುವುದು</a:t>
            </a:r>
            <a:r>
              <a:rPr lang="kn-IN" sz="2400" b="1" dirty="0" smtClean="0"/>
              <a:t>.</a:t>
            </a:r>
            <a:endParaRPr lang="en-US" sz="2400" b="1" dirty="0" smtClean="0"/>
          </a:p>
          <a:p>
            <a:pPr algn="just"/>
            <a:r>
              <a:rPr lang="en-US" sz="2400" b="1" dirty="0" err="1" smtClean="0"/>
              <a:t>ಇತರೇ</a:t>
            </a:r>
            <a:r>
              <a:rPr lang="en-US" sz="2400" b="1" dirty="0" smtClean="0"/>
              <a:t>,.</a:t>
            </a:r>
            <a:endParaRPr lang="en-US" sz="24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45208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000" b="1" dirty="0" smtClean="0">
              <a:solidFill>
                <a:schemeClr val="accent2"/>
              </a:solidFill>
              <a:latin typeface="Edwardian Script ITC" pitchFamily="66" charset="0"/>
            </a:endParaRPr>
          </a:p>
          <a:p>
            <a:pPr algn="ctr">
              <a:buNone/>
            </a:pPr>
            <a:endParaRPr lang="en-US" sz="1100" b="1" dirty="0" smtClean="0">
              <a:solidFill>
                <a:schemeClr val="accent2"/>
              </a:solidFill>
              <a:latin typeface="Edwardian Script ITC" pitchFamily="66" charset="0"/>
            </a:endParaRPr>
          </a:p>
        </p:txBody>
      </p:sp>
      <p:sp>
        <p:nvSpPr>
          <p:cNvPr id="4" name="Sun 3"/>
          <p:cNvSpPr/>
          <p:nvPr/>
        </p:nvSpPr>
        <p:spPr>
          <a:xfrm>
            <a:off x="762000" y="990600"/>
            <a:ext cx="685800" cy="76200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n 4"/>
          <p:cNvSpPr/>
          <p:nvPr/>
        </p:nvSpPr>
        <p:spPr>
          <a:xfrm>
            <a:off x="7315200" y="914400"/>
            <a:ext cx="685800" cy="76200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24-Point Star 5"/>
          <p:cNvSpPr/>
          <p:nvPr/>
        </p:nvSpPr>
        <p:spPr>
          <a:xfrm>
            <a:off x="1600200" y="2057400"/>
            <a:ext cx="6172200" cy="2590800"/>
          </a:xfrm>
          <a:prstGeom prst="star2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Edwardian Script ITC" pitchFamily="66" charset="0"/>
              </a:rPr>
              <a:t>Thank You</a:t>
            </a:r>
            <a:endParaRPr lang="en-US" sz="6000" b="1" dirty="0">
              <a:solidFill>
                <a:schemeClr val="accent6">
                  <a:lumMod val="60000"/>
                  <a:lumOff val="40000"/>
                </a:schemeClr>
              </a:solidFill>
              <a:latin typeface="Edwardian Script ITC" pitchFamily="66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131</TotalTime>
  <Words>624</Words>
  <Application>Microsoft Office PowerPoint</Application>
  <PresentationFormat>On-screen Show (4:3)</PresentationFormat>
  <Paragraphs>78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Verve</vt:lpstr>
      <vt:lpstr>ಟೈಮ್ ಮ್ಯಾನೇಜ್ ಮೆಂಟ್ ಎಂದರೆ…</vt:lpstr>
      <vt:lpstr>ಉಪಯೋಗಗಳು</vt:lpstr>
      <vt:lpstr>ಸಮಯವನ್ನು ವ್ಯರ್ಥ ಮಾಡುವ ಅಭ್ಯಾಸಗಳು</vt:lpstr>
      <vt:lpstr>ಸ್ಮಾರ್ಟ್(Smart) ಸೂತ್ರ</vt:lpstr>
      <vt:lpstr>SMART</vt:lpstr>
      <vt:lpstr>1. S - Specific (ನಿಶ್ಚಿತವಾದ /ಸ್ಪಷ್ಟವಾಗಿರುವ )</vt:lpstr>
      <vt:lpstr>2. M - Measurable (ಅಳೆಯಬಹುದಾದ)</vt:lpstr>
      <vt:lpstr>3. A - Attainable (ಸಾಧಿಸುವಂತಹ)</vt:lpstr>
      <vt:lpstr>4. R - Realistic (ವಾಸ್ತವಿಕ)</vt:lpstr>
      <vt:lpstr>Slide 10</vt:lpstr>
      <vt:lpstr>5. T – Time bound (ಕಾಲಬದ್ಧವಾದಂತಹ)</vt:lpstr>
      <vt:lpstr>ಟೈಂ ಎಲ್ಲಿ ಹೋಗುತ್ತದೆ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ಟೈಮ್ ಮ್ಯಾನೆಜ್ ಮೆಂಟ್ ಎಂದರೆ…</dc:title>
  <dc:creator>ACER</dc:creator>
  <cp:lastModifiedBy>ACER</cp:lastModifiedBy>
  <cp:revision>25</cp:revision>
  <dcterms:created xsi:type="dcterms:W3CDTF">2006-08-16T00:00:00Z</dcterms:created>
  <dcterms:modified xsi:type="dcterms:W3CDTF">2025-11-24T12:57:14Z</dcterms:modified>
</cp:coreProperties>
</file>